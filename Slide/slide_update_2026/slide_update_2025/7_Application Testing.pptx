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26/10/2024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26/10/2024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26/10/2024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38A3-49C8-3939-5514-DFD2197B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1ED9C-3F93-0473-3127-832B68740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5189B-B69D-2360-30B6-5EAF8AC9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63BDD-BD48-499A-A2D9-DFA08F8444CC}" type="datetimeFigureOut">
              <a:rPr lang="en-US" smtClean="0"/>
              <a:t>26/10/2024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7A681-DF48-FF54-3802-2680C559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E3943-6181-007B-EE2D-020A388C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9478-052B-42EB-8DB9-04044E849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8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Xuân </a:t>
            </a:r>
            <a:r>
              <a:rPr lang="en-US" dirty="0" err="1"/>
              <a:t>Hiền</a:t>
            </a:r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5" r="8895"/>
          <a:stretch/>
        </p:blipFill>
        <p:spPr>
          <a:xfrm>
            <a:off x="6981063" y="1310656"/>
            <a:ext cx="5210937" cy="420860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D51ED84-5E96-E622-252E-09B155E63681}"/>
              </a:ext>
            </a:extLst>
          </p:cNvPr>
          <p:cNvGrpSpPr/>
          <p:nvPr/>
        </p:nvGrpSpPr>
        <p:grpSpPr>
          <a:xfrm>
            <a:off x="1049124" y="2927692"/>
            <a:ext cx="5385037" cy="1192007"/>
            <a:chOff x="871700" y="2709329"/>
            <a:chExt cx="5385037" cy="1192007"/>
          </a:xfrm>
          <a:effectLst>
            <a:reflection blurRad="6350" stA="52000" endA="300" endPos="35000" dir="5400000" sy="-100000" algn="bl" rotWithShape="0"/>
          </a:effectLst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2914BAE-8E30-A092-0C7D-8302CE2CB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49" r="19027" b="24624"/>
            <a:stretch/>
          </p:blipFill>
          <p:spPr>
            <a:xfrm>
              <a:off x="871700" y="2712616"/>
              <a:ext cx="1473339" cy="118872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251CA6-DC4D-3BE8-EB98-667D80B71479}"/>
                </a:ext>
              </a:extLst>
            </p:cNvPr>
            <p:cNvSpPr/>
            <p:nvPr/>
          </p:nvSpPr>
          <p:spPr>
            <a:xfrm>
              <a:off x="2236476" y="2709329"/>
              <a:ext cx="4020261" cy="1188720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600" b="1" cap="none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Arial Black" panose="020B0A04020102020204" pitchFamily="34" charset="0"/>
                </a:rPr>
                <a:t>REACT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8761-4BCA-2A33-1E92-2235C065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dirty="0"/>
              <a:t>Chapter 7. Application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A47AE-4C7A-CBBD-770B-56D49885C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</p:spPr>
        <p:txBody>
          <a:bodyPr/>
          <a:lstStyle/>
          <a:p>
            <a:pPr lvl="0"/>
            <a:r>
              <a:rPr lang="en-US"/>
              <a:t>7.1 Application Testing in React JS</a:t>
            </a:r>
          </a:p>
          <a:p>
            <a:pPr lvl="1"/>
            <a:r>
              <a:rPr lang="en-US"/>
              <a:t>7.1.1 Writing Unit Tests with Jest</a:t>
            </a:r>
          </a:p>
          <a:p>
            <a:pPr lvl="1"/>
            <a:r>
              <a:rPr lang="en-US"/>
              <a:t>7.1.2 Integration Testing with React JS Testing Library</a:t>
            </a:r>
          </a:p>
          <a:p>
            <a:pPr lvl="1"/>
            <a:r>
              <a:rPr lang="en-US"/>
              <a:t>7.2 Debugging Errors</a:t>
            </a:r>
          </a:p>
          <a:p>
            <a:pPr lvl="1"/>
            <a:r>
              <a:rPr lang="en-US"/>
              <a:t>7.2.1 Fixing Errors with React JS Debugger</a:t>
            </a:r>
          </a:p>
          <a:p>
            <a:pPr lvl="1"/>
            <a:r>
              <a:rPr lang="nb-NO"/>
              <a:t>7.2.2 Using Flipper for Debugging Errors</a:t>
            </a:r>
          </a:p>
        </p:txBody>
      </p:sp>
    </p:spTree>
    <p:extLst>
      <p:ext uri="{BB962C8B-B14F-4D97-AF65-F5344CB8AC3E}">
        <p14:creationId xmlns:p14="http://schemas.microsoft.com/office/powerpoint/2010/main" val="249830660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Custom 6">
      <a:majorFont>
        <a:latin typeface="Arial (Heading)"/>
        <a:ea typeface=""/>
        <a:cs typeface=""/>
      </a:majorFont>
      <a:minorFont>
        <a:latin typeface="Arial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87</TotalTime>
  <Words>81</Words>
  <Application>Microsoft Office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(Heading)</vt:lpstr>
      <vt:lpstr>Arial Black</vt:lpstr>
      <vt:lpstr>Euphemia</vt:lpstr>
      <vt:lpstr>Wingdings</vt:lpstr>
      <vt:lpstr>Academic Literature 16x9</vt:lpstr>
      <vt:lpstr>PowerPoint Presentation</vt:lpstr>
      <vt:lpstr>Chapter 7. Application Testing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License For You And Lifetime</dc:creator>
  <cp:lastModifiedBy>License For You And Lifetime</cp:lastModifiedBy>
  <cp:revision>8</cp:revision>
  <dcterms:created xsi:type="dcterms:W3CDTF">2024-10-17T15:22:21Z</dcterms:created>
  <dcterms:modified xsi:type="dcterms:W3CDTF">2024-10-26T01:06:08Z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