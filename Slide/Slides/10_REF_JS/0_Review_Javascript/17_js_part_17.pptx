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1309350" cx="20104100"/>
  <p:notesSz cx="20104100" cy="11309350"/>
  <p:embeddedFontLst>
    <p:embeddedFont>
      <p:font typeface="Tahoma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gQzf8iujFNWFhhr1/5VpNWrEpV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Tahoma-regular.fntdata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Tahom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/>
          <p:nvPr>
            <p:ph type="title"/>
          </p:nvPr>
        </p:nvSpPr>
        <p:spPr>
          <a:xfrm>
            <a:off x="603309" y="259543"/>
            <a:ext cx="8427720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" type="body"/>
          </p:nvPr>
        </p:nvSpPr>
        <p:spPr>
          <a:xfrm>
            <a:off x="9491722" y="2963260"/>
            <a:ext cx="9491344" cy="2261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/>
          <p:nvPr/>
        </p:nvSpPr>
        <p:spPr>
          <a:xfrm>
            <a:off x="0" y="0"/>
            <a:ext cx="20104100" cy="11308715"/>
          </a:xfrm>
          <a:custGeom>
            <a:rect b="b" l="l" r="r" t="t"/>
            <a:pathLst>
              <a:path extrusionOk="0" h="11308715" w="2010410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" name="Google Shape;24;p13"/>
          <p:cNvSpPr/>
          <p:nvPr/>
        </p:nvSpPr>
        <p:spPr>
          <a:xfrm>
            <a:off x="10052050" y="1361215"/>
            <a:ext cx="10052050" cy="9947910"/>
          </a:xfrm>
          <a:custGeom>
            <a:rect b="b" l="l" r="r" t="t"/>
            <a:pathLst>
              <a:path extrusionOk="0" h="9947910" w="10052050">
                <a:moveTo>
                  <a:pt x="10052049" y="0"/>
                </a:moveTo>
                <a:lnTo>
                  <a:pt x="0" y="0"/>
                </a:lnTo>
                <a:lnTo>
                  <a:pt x="0" y="9947341"/>
                </a:lnTo>
                <a:lnTo>
                  <a:pt x="10052049" y="9947341"/>
                </a:lnTo>
                <a:lnTo>
                  <a:pt x="10052049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5" name="Google Shape;2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3"/>
          <p:cNvSpPr txBox="1"/>
          <p:nvPr>
            <p:ph type="title"/>
          </p:nvPr>
        </p:nvSpPr>
        <p:spPr>
          <a:xfrm>
            <a:off x="603309" y="259543"/>
            <a:ext cx="8427720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1572356" y="3300566"/>
            <a:ext cx="7585709" cy="7080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2" type="body"/>
          </p:nvPr>
        </p:nvSpPr>
        <p:spPr>
          <a:xfrm>
            <a:off x="10891669" y="2264517"/>
            <a:ext cx="8100059" cy="781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603309" y="259543"/>
            <a:ext cx="8427720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subTitle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/>
          <p:nvPr/>
        </p:nvSpPr>
        <p:spPr>
          <a:xfrm>
            <a:off x="0" y="0"/>
            <a:ext cx="20104100" cy="11308715"/>
          </a:xfrm>
          <a:custGeom>
            <a:rect b="b" l="l" r="r" t="t"/>
            <a:pathLst>
              <a:path extrusionOk="0" h="11308715" w="2010410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" name="Google Shape;7;p10"/>
          <p:cNvSpPr txBox="1"/>
          <p:nvPr>
            <p:ph type="title"/>
          </p:nvPr>
        </p:nvSpPr>
        <p:spPr>
          <a:xfrm>
            <a:off x="603309" y="259543"/>
            <a:ext cx="8427720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 u="none" cap="none" strike="noStrike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0"/>
          <p:cNvSpPr txBox="1"/>
          <p:nvPr>
            <p:ph idx="1" type="body"/>
          </p:nvPr>
        </p:nvSpPr>
        <p:spPr>
          <a:xfrm>
            <a:off x="9491722" y="2963260"/>
            <a:ext cx="9491344" cy="2261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5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0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13.jpg"/><Relationship Id="rId5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5.png"/><Relationship Id="rId7" Type="http://schemas.openxmlformats.org/officeDocument/2006/relationships/image" Target="../media/image26.png"/><Relationship Id="rId8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jpg"/><Relationship Id="rId5" Type="http://schemas.openxmlformats.org/officeDocument/2006/relationships/image" Target="../media/image20.png"/><Relationship Id="rId6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13.jpg"/><Relationship Id="rId5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5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1.png"/><Relationship Id="rId5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22.png"/><Relationship Id="rId5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481" y="0"/>
            <a:ext cx="11936618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"/>
          <p:cNvSpPr txBox="1"/>
          <p:nvPr/>
        </p:nvSpPr>
        <p:spPr>
          <a:xfrm>
            <a:off x="9671050" y="2517449"/>
            <a:ext cx="10210800" cy="6260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9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" marR="5080" rtl="0" algn="l">
              <a:lnSpc>
                <a:spcPct val="103529"/>
              </a:lnSpc>
              <a:spcBef>
                <a:spcPts val="1755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MODERN JAVASCRIPT DEVELOPMENT: MODULES AND TOOLING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780" marR="932180" rtl="0" algn="l">
              <a:lnSpc>
                <a:spcPct val="103529"/>
              </a:lnSpc>
              <a:spcBef>
                <a:spcPts val="1805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DECLARATIVE AND FUNCTIONAL JAVASCRIPT PRINCIPLES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" name="Google Shape;4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19351" y="9716310"/>
            <a:ext cx="1159328" cy="1159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4079" y="3896837"/>
            <a:ext cx="6558797" cy="334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0" y="0"/>
            <a:ext cx="20104100" cy="11309125"/>
            <a:chOff x="0" y="0"/>
            <a:chExt cx="20104100" cy="11309125"/>
          </a:xfrm>
        </p:grpSpPr>
        <p:sp>
          <p:nvSpPr>
            <p:cNvPr id="56" name="Google Shape;56;p2"/>
            <p:cNvSpPr/>
            <p:nvPr/>
          </p:nvSpPr>
          <p:spPr>
            <a:xfrm>
              <a:off x="10052050" y="1361215"/>
              <a:ext cx="10052050" cy="9947910"/>
            </a:xfrm>
            <a:custGeom>
              <a:rect b="b" l="l" r="r" t="t"/>
              <a:pathLst>
                <a:path extrusionOk="0" h="9947910" w="10052050">
                  <a:moveTo>
                    <a:pt x="10052049" y="0"/>
                  </a:moveTo>
                  <a:lnTo>
                    <a:pt x="0" y="0"/>
                  </a:lnTo>
                  <a:lnTo>
                    <a:pt x="0" y="9947341"/>
                  </a:lnTo>
                  <a:lnTo>
                    <a:pt x="10052049" y="9947341"/>
                  </a:lnTo>
                  <a:lnTo>
                    <a:pt x="10052049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7" name="Google Shape;57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20104099" cy="13612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" name="Google Shape;58;p2"/>
          <p:cNvSpPr txBox="1"/>
          <p:nvPr>
            <p:ph type="title"/>
          </p:nvPr>
        </p:nvSpPr>
        <p:spPr>
          <a:xfrm>
            <a:off x="603308" y="259543"/>
            <a:ext cx="152399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IMPERATIVE	VS. DECLARATIVE CODE</a:t>
            </a:r>
            <a:endParaRPr/>
          </a:p>
        </p:txBody>
      </p:sp>
      <p:grpSp>
        <p:nvGrpSpPr>
          <p:cNvPr id="59" name="Google Shape;59;p2"/>
          <p:cNvGrpSpPr/>
          <p:nvPr/>
        </p:nvGrpSpPr>
        <p:grpSpPr>
          <a:xfrm>
            <a:off x="1198392" y="5154431"/>
            <a:ext cx="17372709" cy="4757289"/>
            <a:chOff x="1198392" y="5154431"/>
            <a:chExt cx="17372709" cy="4757289"/>
          </a:xfrm>
        </p:grpSpPr>
        <p:pic>
          <p:nvPicPr>
            <p:cNvPr id="60" name="Google Shape;6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98392" y="5154431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98392" y="5790014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98392" y="6851762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931259" y="5154431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931259" y="5790014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931259" y="6851762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931259" y="7487344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585050" y="8832205"/>
              <a:ext cx="6986051" cy="10795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2"/>
          <p:cNvSpPr txBox="1"/>
          <p:nvPr/>
        </p:nvSpPr>
        <p:spPr>
          <a:xfrm>
            <a:off x="1709237" y="5117906"/>
            <a:ext cx="6603365" cy="2075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Programmer explains </a:t>
            </a: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“HOW to do things”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21600"/>
              </a:lnSpc>
              <a:spcBef>
                <a:spcPts val="165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We explain the computer </a:t>
            </a:r>
            <a:r>
              <a:rPr i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every single step </a:t>
            </a: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it has to follow to achieve a result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245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Step-by-step recipe of a cake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11442103" y="5117906"/>
            <a:ext cx="7713980" cy="271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Programmer tells </a:t>
            </a: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“WHAT do do”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215265" rtl="0" algn="l">
              <a:lnSpc>
                <a:spcPct val="121600"/>
              </a:lnSpc>
              <a:spcBef>
                <a:spcPts val="165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We simply </a:t>
            </a:r>
            <a:r>
              <a:rPr i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describe </a:t>
            </a: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the way the computer should achieve the result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245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HOW </a:t>
            </a: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(step-by-step instructions) gets abstracted away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245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Description of a cake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7806893" y="1844699"/>
            <a:ext cx="4490720" cy="800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14654" lvl="0" marL="426719" marR="508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Two fundamentally different ways of writing code (paradigms)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4213" y="3481592"/>
            <a:ext cx="3607728" cy="101041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 txBox="1"/>
          <p:nvPr/>
        </p:nvSpPr>
        <p:spPr>
          <a:xfrm>
            <a:off x="13626675" y="3562063"/>
            <a:ext cx="2915920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DECLARATIVE</a:t>
            </a:r>
            <a:endParaRPr sz="495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2160" y="3481592"/>
            <a:ext cx="3607728" cy="101041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"/>
          <p:cNvSpPr txBox="1"/>
          <p:nvPr/>
        </p:nvSpPr>
        <p:spPr>
          <a:xfrm>
            <a:off x="3738599" y="3562063"/>
            <a:ext cx="2587625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IMPERATIVE</a:t>
            </a:r>
            <a:endParaRPr sz="4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" name="Google Shape;75;p2"/>
          <p:cNvGrpSpPr/>
          <p:nvPr/>
        </p:nvGrpSpPr>
        <p:grpSpPr>
          <a:xfrm>
            <a:off x="1533002" y="2466133"/>
            <a:ext cx="12803648" cy="7800309"/>
            <a:chOff x="1533002" y="2466133"/>
            <a:chExt cx="12803648" cy="7800309"/>
          </a:xfrm>
        </p:grpSpPr>
        <p:sp>
          <p:nvSpPr>
            <p:cNvPr id="76" name="Google Shape;76;p2"/>
            <p:cNvSpPr/>
            <p:nvPr/>
          </p:nvSpPr>
          <p:spPr>
            <a:xfrm>
              <a:off x="5928712" y="2466133"/>
              <a:ext cx="2072639" cy="672465"/>
            </a:xfrm>
            <a:custGeom>
              <a:rect b="b" l="l" r="r" t="t"/>
              <a:pathLst>
                <a:path extrusionOk="0" h="672464" w="2072640">
                  <a:moveTo>
                    <a:pt x="0" y="672230"/>
                  </a:moveTo>
                  <a:lnTo>
                    <a:pt x="19919" y="665768"/>
                  </a:lnTo>
                  <a:lnTo>
                    <a:pt x="2072214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5781305" y="3048238"/>
              <a:ext cx="194945" cy="167640"/>
            </a:xfrm>
            <a:custGeom>
              <a:rect b="b" l="l" r="r" t="t"/>
              <a:pathLst>
                <a:path extrusionOk="0" h="167639" w="194945">
                  <a:moveTo>
                    <a:pt x="140185" y="0"/>
                  </a:moveTo>
                  <a:lnTo>
                    <a:pt x="0" y="137944"/>
                  </a:lnTo>
                  <a:lnTo>
                    <a:pt x="194466" y="167326"/>
                  </a:lnTo>
                  <a:lnTo>
                    <a:pt x="140185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2116552" y="2466133"/>
              <a:ext cx="2072639" cy="672465"/>
            </a:xfrm>
            <a:custGeom>
              <a:rect b="b" l="l" r="r" t="t"/>
              <a:pathLst>
                <a:path extrusionOk="0" h="672464" w="2072640">
                  <a:moveTo>
                    <a:pt x="2072214" y="672230"/>
                  </a:moveTo>
                  <a:lnTo>
                    <a:pt x="2052294" y="665768"/>
                  </a:lnTo>
                  <a:lnTo>
                    <a:pt x="0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4141705" y="3048238"/>
              <a:ext cx="194945" cy="167640"/>
            </a:xfrm>
            <a:custGeom>
              <a:rect b="b" l="l" r="r" t="t"/>
              <a:pathLst>
                <a:path extrusionOk="0" h="167639" w="194944">
                  <a:moveTo>
                    <a:pt x="54281" y="0"/>
                  </a:moveTo>
                  <a:lnTo>
                    <a:pt x="0" y="167326"/>
                  </a:lnTo>
                  <a:lnTo>
                    <a:pt x="194475" y="137944"/>
                  </a:lnTo>
                  <a:lnTo>
                    <a:pt x="54281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0" name="Google Shape;80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33002" y="8477505"/>
              <a:ext cx="6986089" cy="1788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688605" y="9146101"/>
              <a:ext cx="1830532" cy="796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996967" y="9351006"/>
              <a:ext cx="694759" cy="3863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565993" y="9361477"/>
              <a:ext cx="2279461" cy="35871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 txBox="1"/>
          <p:nvPr>
            <p:ph type="title"/>
          </p:nvPr>
        </p:nvSpPr>
        <p:spPr>
          <a:xfrm>
            <a:off x="603308" y="259543"/>
            <a:ext cx="168401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FUNCTIONAL PROGRAMMING PRINCIPLES</a:t>
            </a:r>
            <a:endParaRPr/>
          </a:p>
        </p:txBody>
      </p:sp>
      <p:grpSp>
        <p:nvGrpSpPr>
          <p:cNvPr id="89" name="Google Shape;89;p3"/>
          <p:cNvGrpSpPr/>
          <p:nvPr/>
        </p:nvGrpSpPr>
        <p:grpSpPr>
          <a:xfrm>
            <a:off x="10904369" y="3095530"/>
            <a:ext cx="282713" cy="6929215"/>
            <a:chOff x="10904369" y="3095530"/>
            <a:chExt cx="282713" cy="6929215"/>
          </a:xfrm>
        </p:grpSpPr>
        <p:pic>
          <p:nvPicPr>
            <p:cNvPr id="90" name="Google Shape;90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04369" y="7834637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04369" y="8470513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04369" y="9106449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04369" y="9742032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04369" y="3095530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04369" y="3731113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04369" y="4366696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904369" y="5429090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3"/>
          <p:cNvSpPr txBox="1"/>
          <p:nvPr>
            <p:ph idx="2" type="body"/>
          </p:nvPr>
        </p:nvSpPr>
        <p:spPr>
          <a:xfrm>
            <a:off x="10891669" y="2264517"/>
            <a:ext cx="8100059" cy="781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FUNCTIONAL PROGRAMMING TECHNIQUES</a:t>
            </a:r>
            <a:endParaRPr/>
          </a:p>
          <a:p>
            <a:pPr indent="0" lvl="0" marL="535940" rtl="0" algn="l">
              <a:lnSpc>
                <a:spcPct val="100000"/>
              </a:lnSpc>
              <a:spcBef>
                <a:spcPts val="2905"/>
              </a:spcBef>
              <a:spcAft>
                <a:spcPts val="0"/>
              </a:spcAft>
              <a:buNone/>
            </a:pPr>
            <a:r>
              <a:rPr b="0" lang="en-US" sz="2300">
                <a:latin typeface="Arial"/>
                <a:ea typeface="Arial"/>
                <a:cs typeface="Arial"/>
                <a:sym typeface="Arial"/>
              </a:rPr>
              <a:t>Try to avoid data mutations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535940" marR="737235" rtl="0" algn="l">
              <a:lnSpc>
                <a:spcPct val="18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latin typeface="Arial"/>
                <a:ea typeface="Arial"/>
                <a:cs typeface="Arial"/>
                <a:sym typeface="Arial"/>
              </a:rPr>
              <a:t>Use built-in methods that don’t produce side effects Do data transformations with methods such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535940" rtl="0" algn="l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rPr b="0" lang="en-US" sz="2300">
                <a:latin typeface="Arial"/>
                <a:ea typeface="Arial"/>
                <a:cs typeface="Arial"/>
                <a:sym typeface="Arial"/>
              </a:rPr>
              <a:t>as </a:t>
            </a: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.map()</a:t>
            </a:r>
            <a:r>
              <a:rPr b="0" lang="en-US" sz="23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.filter() </a:t>
            </a:r>
            <a:r>
              <a:rPr b="0" lang="en-US" sz="2300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.reduce()</a:t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535940" marR="5080" rtl="0" algn="l">
              <a:lnSpc>
                <a:spcPct val="121600"/>
              </a:lnSpc>
              <a:spcBef>
                <a:spcPts val="1655"/>
              </a:spcBef>
              <a:spcAft>
                <a:spcPts val="0"/>
              </a:spcAft>
              <a:buNone/>
            </a:pPr>
            <a:r>
              <a:rPr b="0" lang="en-US" sz="2300">
                <a:latin typeface="Arial"/>
                <a:ea typeface="Arial"/>
                <a:cs typeface="Arial"/>
                <a:sym typeface="Arial"/>
              </a:rPr>
              <a:t>Try to avoid side effects in functions: this is of course not always possible!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/>
              <a:t>DECLARATIVE SYNTAX</a:t>
            </a:r>
            <a:endParaRPr/>
          </a:p>
          <a:p>
            <a:pPr indent="0" lvl="0" marL="535940" marR="2998470" rtl="0" algn="l">
              <a:lnSpc>
                <a:spcPct val="181300"/>
              </a:lnSpc>
              <a:spcBef>
                <a:spcPts val="655"/>
              </a:spcBef>
              <a:spcAft>
                <a:spcPts val="0"/>
              </a:spcAft>
              <a:buNone/>
            </a:pPr>
            <a:r>
              <a:rPr b="0" lang="en-US" sz="2300">
                <a:latin typeface="Arial"/>
                <a:ea typeface="Arial"/>
                <a:cs typeface="Arial"/>
                <a:sym typeface="Arial"/>
              </a:rPr>
              <a:t>Use array and object destructuring Use the spread operator (</a:t>
            </a:r>
            <a:r>
              <a:rPr lang="en-US" sz="23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b="0" lang="en-US" sz="2300">
                <a:latin typeface="Arial"/>
                <a:ea typeface="Arial"/>
                <a:cs typeface="Arial"/>
                <a:sym typeface="Arial"/>
              </a:rPr>
              <a:t>)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535940" marR="2612390" rtl="0" algn="l">
              <a:lnSpc>
                <a:spcPct val="1813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0" lang="en-US" sz="2300">
                <a:latin typeface="Arial"/>
                <a:ea typeface="Arial"/>
                <a:cs typeface="Arial"/>
                <a:sym typeface="Arial"/>
              </a:rPr>
              <a:t>Use the ternary (conditional) operator Use template literals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1733" y="1884192"/>
            <a:ext cx="6749482" cy="101041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/>
          <p:nvPr/>
        </p:nvSpPr>
        <p:spPr>
          <a:xfrm>
            <a:off x="1112372" y="1964674"/>
            <a:ext cx="8863477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FUNCTIONAL	PROGRAMMING</a:t>
            </a:r>
            <a:endParaRPr sz="4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" name="Google Shape;101;p3"/>
          <p:cNvGrpSpPr/>
          <p:nvPr/>
        </p:nvGrpSpPr>
        <p:grpSpPr>
          <a:xfrm>
            <a:off x="1061512" y="3337091"/>
            <a:ext cx="8082703" cy="7325777"/>
            <a:chOff x="1061512" y="3337091"/>
            <a:chExt cx="8082703" cy="7325777"/>
          </a:xfrm>
        </p:grpSpPr>
        <p:pic>
          <p:nvPicPr>
            <p:cNvPr id="102" name="Google Shape;102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61512" y="3337091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61512" y="3972674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61512" y="5481400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" name="Google Shape;105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61512" y="6969313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61512" y="8457226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49615" y="9791167"/>
              <a:ext cx="2595894" cy="871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387162" y="9837029"/>
              <a:ext cx="2757053" cy="7341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61512" y="10040505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1572356" y="3300566"/>
            <a:ext cx="7585709" cy="7080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Declarative </a:t>
            </a:r>
            <a:r>
              <a:rPr lang="en-US"/>
              <a:t>programming paradigm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2245"/>
              </a:spcBef>
              <a:spcAft>
                <a:spcPts val="0"/>
              </a:spcAft>
              <a:buNone/>
            </a:pPr>
            <a:r>
              <a:rPr lang="en-US"/>
              <a:t>Based on the idea of writing software by combining many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pure functions</a:t>
            </a:r>
            <a:r>
              <a:rPr lang="en-US"/>
              <a:t>, avoiding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side effects </a:t>
            </a:r>
            <a:r>
              <a:rPr lang="en-US"/>
              <a:t>and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mutating </a:t>
            </a:r>
            <a:r>
              <a:rPr lang="en-US"/>
              <a:t>data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4450"/>
          </a:p>
          <a:p>
            <a:pPr indent="0" lvl="0" marL="12700" marR="240029" rtl="0" algn="l">
              <a:lnSpc>
                <a:spcPct val="1216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82506"/>
                </a:solidFill>
                <a:latin typeface="Arial"/>
                <a:ea typeface="Arial"/>
                <a:cs typeface="Arial"/>
                <a:sym typeface="Arial"/>
              </a:rPr>
              <a:t>Side effect: </a:t>
            </a:r>
            <a:r>
              <a:rPr lang="en-US"/>
              <a:t>Modification (mutation) of any data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outside </a:t>
            </a:r>
            <a:r>
              <a:rPr lang="en-US"/>
              <a:t>of the function (mutating external variables, logging to console, writing to DOM, etc.)</a:t>
            </a:r>
            <a:endParaRPr/>
          </a:p>
          <a:p>
            <a:pPr indent="0" lvl="0" marL="12700" marR="445134" rtl="0" algn="l">
              <a:lnSpc>
                <a:spcPct val="121600"/>
              </a:lnSpc>
              <a:spcBef>
                <a:spcPts val="1645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882B"/>
                </a:solidFill>
                <a:latin typeface="Arial"/>
                <a:ea typeface="Arial"/>
                <a:cs typeface="Arial"/>
                <a:sym typeface="Arial"/>
              </a:rPr>
              <a:t>Pure function: </a:t>
            </a:r>
            <a:r>
              <a:rPr lang="en-US"/>
              <a:t>Function without side effects. Does not depend on external variables.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Given the same inputs, always returns the same outputs</a:t>
            </a:r>
            <a:r>
              <a:rPr lang="en-US"/>
              <a:t>.</a:t>
            </a:r>
            <a:endParaRPr/>
          </a:p>
          <a:p>
            <a:pPr indent="0" lvl="0" marL="12700" marR="557530" rtl="0" algn="l">
              <a:lnSpc>
                <a:spcPct val="121600"/>
              </a:lnSpc>
              <a:spcBef>
                <a:spcPts val="165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882B"/>
                </a:solidFill>
                <a:latin typeface="Arial"/>
                <a:ea typeface="Arial"/>
                <a:cs typeface="Arial"/>
                <a:sym typeface="Arial"/>
              </a:rPr>
              <a:t>Immutability: </a:t>
            </a:r>
            <a:r>
              <a:rPr lang="en-US"/>
              <a:t>State (data) is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never </a:t>
            </a:r>
            <a:r>
              <a:rPr lang="en-US"/>
              <a:t>modified! Instead, state is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copied </a:t>
            </a:r>
            <a:r>
              <a:rPr lang="en-US"/>
              <a:t>and the copy is mutated and returned.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type="title"/>
          </p:nvPr>
        </p:nvSpPr>
        <p:spPr>
          <a:xfrm>
            <a:off x="2761575" y="2407550"/>
            <a:ext cx="14684700" cy="20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FORKIFY APP:</a:t>
            </a:r>
            <a:endParaRPr sz="1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1119125" y="4417950"/>
            <a:ext cx="18496800" cy="42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185795" lvl="0" marL="3197860" marR="5080" rtl="0" algn="l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BUILDING A MODERN APPLICATION</a:t>
            </a:r>
            <a:endParaRPr sz="13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481" y="0"/>
            <a:ext cx="11936618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 txBox="1"/>
          <p:nvPr/>
        </p:nvSpPr>
        <p:spPr>
          <a:xfrm>
            <a:off x="10356850" y="2517449"/>
            <a:ext cx="9144000" cy="6353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9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" marR="225425" rtl="0" algn="l">
              <a:lnSpc>
                <a:spcPct val="103529"/>
              </a:lnSpc>
              <a:spcBef>
                <a:spcPts val="1755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FORKIFY APP: BUILDING A MODERN APPLICATION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78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PROJECT OVERVIEW AND PLANNING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19351" y="9716310"/>
            <a:ext cx="1159328" cy="1159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4079" y="3896837"/>
            <a:ext cx="6558797" cy="334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 txBox="1"/>
          <p:nvPr>
            <p:ph type="title"/>
          </p:nvPr>
        </p:nvSpPr>
        <p:spPr>
          <a:xfrm>
            <a:off x="603309" y="259543"/>
            <a:ext cx="755957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PLANNING</a:t>
            </a:r>
            <a:endParaRPr/>
          </a:p>
        </p:txBody>
      </p:sp>
      <p:sp>
        <p:nvSpPr>
          <p:cNvPr id="131" name="Google Shape;131;p6"/>
          <p:cNvSpPr txBox="1"/>
          <p:nvPr/>
        </p:nvSpPr>
        <p:spPr>
          <a:xfrm>
            <a:off x="962531" y="4788097"/>
            <a:ext cx="2932430" cy="1574800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3638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1.</a:t>
            </a:r>
            <a:endParaRPr sz="26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USER STORIES</a:t>
            </a:r>
            <a:endParaRPr sz="26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32" name="Google Shape;132;p6"/>
          <p:cNvGrpSpPr/>
          <p:nvPr/>
        </p:nvGrpSpPr>
        <p:grpSpPr>
          <a:xfrm>
            <a:off x="962536" y="7150796"/>
            <a:ext cx="14367510" cy="225124"/>
            <a:chOff x="962536" y="7150796"/>
            <a:chExt cx="14367510" cy="225124"/>
          </a:xfrm>
        </p:grpSpPr>
        <p:sp>
          <p:nvSpPr>
            <p:cNvPr id="133" name="Google Shape;133;p6"/>
            <p:cNvSpPr/>
            <p:nvPr/>
          </p:nvSpPr>
          <p:spPr>
            <a:xfrm>
              <a:off x="962536" y="7375920"/>
              <a:ext cx="14367510" cy="0"/>
            </a:xfrm>
            <a:custGeom>
              <a:rect b="b" l="l" r="r" t="t"/>
              <a:pathLst>
                <a:path extrusionOk="0" h="120000" w="14367510">
                  <a:moveTo>
                    <a:pt x="14367237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7327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999179" y="7150796"/>
              <a:ext cx="0" cy="188595"/>
            </a:xfrm>
            <a:custGeom>
              <a:rect b="b" l="l" r="r" t="t"/>
              <a:pathLst>
                <a:path extrusionOk="0" h="188595" w="120000">
                  <a:moveTo>
                    <a:pt x="0" y="0"/>
                  </a:moveTo>
                  <a:lnTo>
                    <a:pt x="0" y="188475"/>
                  </a:lnTo>
                </a:path>
              </a:pathLst>
            </a:custGeom>
            <a:noFill/>
            <a:ln cap="flat" cmpd="sng" w="7327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15293125" y="7150796"/>
              <a:ext cx="0" cy="188595"/>
            </a:xfrm>
            <a:custGeom>
              <a:rect b="b" l="l" r="r" t="t"/>
              <a:pathLst>
                <a:path extrusionOk="0" h="188595" w="120000">
                  <a:moveTo>
                    <a:pt x="0" y="0"/>
                  </a:moveTo>
                  <a:lnTo>
                    <a:pt x="0" y="188475"/>
                  </a:lnTo>
                </a:path>
              </a:pathLst>
            </a:custGeom>
            <a:noFill/>
            <a:ln cap="flat" cmpd="sng" w="7327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6" name="Google Shape;136;p6"/>
          <p:cNvSpPr txBox="1"/>
          <p:nvPr/>
        </p:nvSpPr>
        <p:spPr>
          <a:xfrm>
            <a:off x="6779031" y="7602873"/>
            <a:ext cx="273431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PLANNING STEP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" name="Google Shape;137;p6"/>
          <p:cNvGrpSpPr/>
          <p:nvPr/>
        </p:nvGrpSpPr>
        <p:grpSpPr>
          <a:xfrm>
            <a:off x="4032948" y="5412016"/>
            <a:ext cx="603145" cy="327025"/>
            <a:chOff x="4032948" y="5412016"/>
            <a:chExt cx="603145" cy="327025"/>
          </a:xfrm>
        </p:grpSpPr>
        <p:sp>
          <p:nvSpPr>
            <p:cNvPr id="138" name="Google Shape;138;p6"/>
            <p:cNvSpPr/>
            <p:nvPr/>
          </p:nvSpPr>
          <p:spPr>
            <a:xfrm>
              <a:off x="4032948" y="5575362"/>
              <a:ext cx="318135" cy="0"/>
            </a:xfrm>
            <a:custGeom>
              <a:rect b="b" l="l" r="r" t="t"/>
              <a:pathLst>
                <a:path extrusionOk="0" h="120000" w="318135">
                  <a:moveTo>
                    <a:pt x="0" y="0"/>
                  </a:moveTo>
                  <a:lnTo>
                    <a:pt x="276119" y="0"/>
                  </a:lnTo>
                  <a:lnTo>
                    <a:pt x="318003" y="0"/>
                  </a:lnTo>
                </a:path>
              </a:pathLst>
            </a:custGeom>
            <a:noFill/>
            <a:ln cap="flat" cmpd="sng" w="8375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4309068" y="5412016"/>
              <a:ext cx="327025" cy="327025"/>
            </a:xfrm>
            <a:custGeom>
              <a:rect b="b" l="l" r="r" t="t"/>
              <a:pathLst>
                <a:path extrusionOk="0" h="327025" w="327025">
                  <a:moveTo>
                    <a:pt x="0" y="0"/>
                  </a:moveTo>
                  <a:lnTo>
                    <a:pt x="0" y="326691"/>
                  </a:lnTo>
                  <a:lnTo>
                    <a:pt x="326691" y="16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0" name="Google Shape;140;p6"/>
          <p:cNvSpPr txBox="1"/>
          <p:nvPr/>
        </p:nvSpPr>
        <p:spPr>
          <a:xfrm>
            <a:off x="4774329" y="4788097"/>
            <a:ext cx="2932430" cy="1574800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3638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2.</a:t>
            </a:r>
            <a:endParaRPr sz="26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FEATURES</a:t>
            </a:r>
            <a:endParaRPr sz="2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8586126" y="4788097"/>
            <a:ext cx="2932430" cy="1574800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3638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3.</a:t>
            </a:r>
            <a:endParaRPr sz="26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FLOWCHART</a:t>
            </a:r>
            <a:endParaRPr sz="26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42" name="Google Shape;142;p6"/>
          <p:cNvGrpSpPr/>
          <p:nvPr/>
        </p:nvGrpSpPr>
        <p:grpSpPr>
          <a:xfrm>
            <a:off x="7844745" y="5412016"/>
            <a:ext cx="603145" cy="327025"/>
            <a:chOff x="7844745" y="5412016"/>
            <a:chExt cx="603145" cy="327025"/>
          </a:xfrm>
        </p:grpSpPr>
        <p:sp>
          <p:nvSpPr>
            <p:cNvPr id="143" name="Google Shape;143;p6"/>
            <p:cNvSpPr/>
            <p:nvPr/>
          </p:nvSpPr>
          <p:spPr>
            <a:xfrm>
              <a:off x="7844745" y="5575362"/>
              <a:ext cx="318135" cy="0"/>
            </a:xfrm>
            <a:custGeom>
              <a:rect b="b" l="l" r="r" t="t"/>
              <a:pathLst>
                <a:path extrusionOk="0" h="120000" w="318134">
                  <a:moveTo>
                    <a:pt x="0" y="0"/>
                  </a:moveTo>
                  <a:lnTo>
                    <a:pt x="276119" y="0"/>
                  </a:lnTo>
                  <a:lnTo>
                    <a:pt x="318003" y="0"/>
                  </a:lnTo>
                </a:path>
              </a:pathLst>
            </a:custGeom>
            <a:noFill/>
            <a:ln cap="flat" cmpd="sng" w="8375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8120865" y="5412016"/>
              <a:ext cx="327025" cy="327025"/>
            </a:xfrm>
            <a:custGeom>
              <a:rect b="b" l="l" r="r" t="t"/>
              <a:pathLst>
                <a:path extrusionOk="0" h="327025" w="327025">
                  <a:moveTo>
                    <a:pt x="0" y="0"/>
                  </a:moveTo>
                  <a:lnTo>
                    <a:pt x="0" y="326691"/>
                  </a:lnTo>
                  <a:lnTo>
                    <a:pt x="326691" y="16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5" name="Google Shape;145;p6"/>
          <p:cNvSpPr txBox="1"/>
          <p:nvPr/>
        </p:nvSpPr>
        <p:spPr>
          <a:xfrm>
            <a:off x="12397926" y="4788097"/>
            <a:ext cx="2932430" cy="1574800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3638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4.</a:t>
            </a:r>
            <a:endParaRPr sz="26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ARCHITECTURE</a:t>
            </a:r>
            <a:endParaRPr sz="26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46" name="Google Shape;146;p6"/>
          <p:cNvGrpSpPr/>
          <p:nvPr/>
        </p:nvGrpSpPr>
        <p:grpSpPr>
          <a:xfrm>
            <a:off x="11656545" y="5412016"/>
            <a:ext cx="603143" cy="327025"/>
            <a:chOff x="11656545" y="5412016"/>
            <a:chExt cx="603143" cy="327025"/>
          </a:xfrm>
        </p:grpSpPr>
        <p:sp>
          <p:nvSpPr>
            <p:cNvPr id="147" name="Google Shape;147;p6"/>
            <p:cNvSpPr/>
            <p:nvPr/>
          </p:nvSpPr>
          <p:spPr>
            <a:xfrm>
              <a:off x="11656545" y="5575362"/>
              <a:ext cx="318135" cy="0"/>
            </a:xfrm>
            <a:custGeom>
              <a:rect b="b" l="l" r="r" t="t"/>
              <a:pathLst>
                <a:path extrusionOk="0" h="120000" w="318134">
                  <a:moveTo>
                    <a:pt x="0" y="0"/>
                  </a:moveTo>
                  <a:lnTo>
                    <a:pt x="276119" y="0"/>
                  </a:lnTo>
                  <a:lnTo>
                    <a:pt x="318003" y="0"/>
                  </a:lnTo>
                </a:path>
              </a:pathLst>
            </a:custGeom>
            <a:noFill/>
            <a:ln cap="flat" cmpd="sng" w="8375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11932663" y="5412016"/>
              <a:ext cx="327025" cy="327025"/>
            </a:xfrm>
            <a:custGeom>
              <a:rect b="b" l="l" r="r" t="t"/>
              <a:pathLst>
                <a:path extrusionOk="0" h="327025" w="327025">
                  <a:moveTo>
                    <a:pt x="0" y="0"/>
                  </a:moveTo>
                  <a:lnTo>
                    <a:pt x="0" y="326691"/>
                  </a:lnTo>
                  <a:lnTo>
                    <a:pt x="326691" y="16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9" name="Google Shape;149;p6"/>
          <p:cNvSpPr txBox="1"/>
          <p:nvPr/>
        </p:nvSpPr>
        <p:spPr>
          <a:xfrm>
            <a:off x="16209716" y="4788097"/>
            <a:ext cx="2932430" cy="1574800"/>
          </a:xfrm>
          <a:prstGeom prst="rect">
            <a:avLst/>
          </a:prstGeom>
          <a:solidFill>
            <a:srgbClr val="F4DA1E"/>
          </a:solidFill>
          <a:ln>
            <a:noFill/>
          </a:ln>
        </p:spPr>
        <p:txBody>
          <a:bodyPr anchorCtr="0" anchor="t" bIns="0" lIns="0" spcFirstLastPara="1" rIns="0" wrap="square" tIns="310500">
            <a:spAutoFit/>
          </a:bodyPr>
          <a:lstStyle/>
          <a:p>
            <a:pPr indent="-767714" lvl="0" marL="1058545" marR="283210" rtl="0" algn="l">
              <a:lnSpc>
                <a:spcPct val="113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DEVELOPMENT STEP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" name="Google Shape;150;p6"/>
          <p:cNvGrpSpPr/>
          <p:nvPr/>
        </p:nvGrpSpPr>
        <p:grpSpPr>
          <a:xfrm>
            <a:off x="15468334" y="5412016"/>
            <a:ext cx="603153" cy="327025"/>
            <a:chOff x="15468334" y="5412016"/>
            <a:chExt cx="603153" cy="327025"/>
          </a:xfrm>
        </p:grpSpPr>
        <p:sp>
          <p:nvSpPr>
            <p:cNvPr id="151" name="Google Shape;151;p6"/>
            <p:cNvSpPr/>
            <p:nvPr/>
          </p:nvSpPr>
          <p:spPr>
            <a:xfrm>
              <a:off x="15468334" y="5575362"/>
              <a:ext cx="318135" cy="0"/>
            </a:xfrm>
            <a:custGeom>
              <a:rect b="b" l="l" r="r" t="t"/>
              <a:pathLst>
                <a:path extrusionOk="0" h="120000" w="318134">
                  <a:moveTo>
                    <a:pt x="0" y="0"/>
                  </a:moveTo>
                  <a:lnTo>
                    <a:pt x="276119" y="0"/>
                  </a:lnTo>
                  <a:lnTo>
                    <a:pt x="318003" y="0"/>
                  </a:lnTo>
                </a:path>
              </a:pathLst>
            </a:custGeom>
            <a:noFill/>
            <a:ln cap="flat" cmpd="sng" w="83750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15744462" y="5412016"/>
              <a:ext cx="327025" cy="327025"/>
            </a:xfrm>
            <a:custGeom>
              <a:rect b="b" l="l" r="r" t="t"/>
              <a:pathLst>
                <a:path extrusionOk="0" h="327025" w="327025">
                  <a:moveTo>
                    <a:pt x="0" y="0"/>
                  </a:moveTo>
                  <a:lnTo>
                    <a:pt x="0" y="326691"/>
                  </a:lnTo>
                  <a:lnTo>
                    <a:pt x="326691" y="16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153" name="Google Shape;15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85492" y="4016893"/>
            <a:ext cx="460718" cy="46071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 txBox="1"/>
          <p:nvPr/>
        </p:nvSpPr>
        <p:spPr>
          <a:xfrm>
            <a:off x="13448255" y="3941375"/>
            <a:ext cx="21789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LATER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3609498" y="1814966"/>
            <a:ext cx="12885420" cy="1714500"/>
          </a:xfrm>
          <a:custGeom>
            <a:rect b="b" l="l" r="r" t="t"/>
            <a:pathLst>
              <a:path extrusionOk="0" h="1714500" w="12885419">
                <a:moveTo>
                  <a:pt x="12885105" y="0"/>
                </a:moveTo>
                <a:lnTo>
                  <a:pt x="0" y="0"/>
                </a:lnTo>
                <a:lnTo>
                  <a:pt x="0" y="1714435"/>
                </a:lnTo>
                <a:lnTo>
                  <a:pt x="12885105" y="1714435"/>
                </a:lnTo>
                <a:lnTo>
                  <a:pt x="12885105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60" name="Google Shape;1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 txBox="1"/>
          <p:nvPr>
            <p:ph type="title"/>
          </p:nvPr>
        </p:nvSpPr>
        <p:spPr>
          <a:xfrm>
            <a:off x="603308" y="259543"/>
            <a:ext cx="63245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	USER STORIES</a:t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4038982" y="4538694"/>
            <a:ext cx="568325" cy="568325"/>
          </a:xfrm>
          <a:custGeom>
            <a:rect b="b" l="l" r="r" t="t"/>
            <a:pathLst>
              <a:path extrusionOk="0" h="568325" w="568325">
                <a:moveTo>
                  <a:pt x="284022" y="0"/>
                </a:moveTo>
                <a:lnTo>
                  <a:pt x="240547" y="3327"/>
                </a:lnTo>
                <a:lnTo>
                  <a:pt x="197899" y="13310"/>
                </a:lnTo>
                <a:lnTo>
                  <a:pt x="156905" y="29947"/>
                </a:lnTo>
                <a:lnTo>
                  <a:pt x="118392" y="53240"/>
                </a:lnTo>
                <a:lnTo>
                  <a:pt x="83187" y="83188"/>
                </a:lnTo>
                <a:lnTo>
                  <a:pt x="53240" y="118393"/>
                </a:lnTo>
                <a:lnTo>
                  <a:pt x="29947" y="156906"/>
                </a:lnTo>
                <a:lnTo>
                  <a:pt x="13310" y="197900"/>
                </a:lnTo>
                <a:lnTo>
                  <a:pt x="3327" y="240548"/>
                </a:lnTo>
                <a:lnTo>
                  <a:pt x="0" y="284023"/>
                </a:lnTo>
                <a:lnTo>
                  <a:pt x="3327" y="327498"/>
                </a:lnTo>
                <a:lnTo>
                  <a:pt x="13310" y="370146"/>
                </a:lnTo>
                <a:lnTo>
                  <a:pt x="29947" y="411139"/>
                </a:lnTo>
                <a:lnTo>
                  <a:pt x="53240" y="449652"/>
                </a:lnTo>
                <a:lnTo>
                  <a:pt x="83187" y="484858"/>
                </a:lnTo>
                <a:lnTo>
                  <a:pt x="118392" y="514805"/>
                </a:lnTo>
                <a:lnTo>
                  <a:pt x="156905" y="538098"/>
                </a:lnTo>
                <a:lnTo>
                  <a:pt x="197899" y="554735"/>
                </a:lnTo>
                <a:lnTo>
                  <a:pt x="240547" y="564718"/>
                </a:lnTo>
                <a:lnTo>
                  <a:pt x="284022" y="568045"/>
                </a:lnTo>
                <a:lnTo>
                  <a:pt x="327497" y="564718"/>
                </a:lnTo>
                <a:lnTo>
                  <a:pt x="370145" y="554735"/>
                </a:lnTo>
                <a:lnTo>
                  <a:pt x="411139" y="538098"/>
                </a:lnTo>
                <a:lnTo>
                  <a:pt x="449652" y="514805"/>
                </a:lnTo>
                <a:lnTo>
                  <a:pt x="484857" y="484858"/>
                </a:lnTo>
                <a:lnTo>
                  <a:pt x="514805" y="449652"/>
                </a:lnTo>
                <a:lnTo>
                  <a:pt x="538097" y="411139"/>
                </a:lnTo>
                <a:lnTo>
                  <a:pt x="554735" y="370146"/>
                </a:lnTo>
                <a:lnTo>
                  <a:pt x="564718" y="327498"/>
                </a:lnTo>
                <a:lnTo>
                  <a:pt x="568045" y="284023"/>
                </a:lnTo>
                <a:lnTo>
                  <a:pt x="564718" y="240548"/>
                </a:lnTo>
                <a:lnTo>
                  <a:pt x="554735" y="197900"/>
                </a:lnTo>
                <a:lnTo>
                  <a:pt x="538097" y="156906"/>
                </a:lnTo>
                <a:lnTo>
                  <a:pt x="514805" y="118393"/>
                </a:lnTo>
                <a:lnTo>
                  <a:pt x="484857" y="83188"/>
                </a:lnTo>
                <a:lnTo>
                  <a:pt x="449652" y="53240"/>
                </a:lnTo>
                <a:lnTo>
                  <a:pt x="411139" y="29947"/>
                </a:lnTo>
                <a:lnTo>
                  <a:pt x="370145" y="13310"/>
                </a:lnTo>
                <a:lnTo>
                  <a:pt x="327497" y="3327"/>
                </a:lnTo>
                <a:lnTo>
                  <a:pt x="284022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3" name="Google Shape;163;p7"/>
          <p:cNvSpPr txBox="1"/>
          <p:nvPr/>
        </p:nvSpPr>
        <p:spPr>
          <a:xfrm>
            <a:off x="4226201" y="4629783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4923990" y="4604245"/>
            <a:ext cx="1000061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 a user, I want to </a:t>
            </a: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search for recipes</a:t>
            </a: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, so that I can find new ideas for meals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4923990" y="5479611"/>
            <a:ext cx="10681970" cy="878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 a user, I want to be able to </a:t>
            </a: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update the number of servings</a:t>
            </a: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, so that I can cook a meal for different number of people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4923990" y="6929828"/>
            <a:ext cx="904049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 a user, I want to </a:t>
            </a: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bookmark recipes</a:t>
            </a: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, so that I can review them later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4923990" y="7805194"/>
            <a:ext cx="9939020" cy="878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 a user, I want to be able to </a:t>
            </a: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create my own recipes</a:t>
            </a: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, so that I have them all organized in the same app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4923990" y="9181069"/>
            <a:ext cx="10837545" cy="878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 a user, I want to be able to </a:t>
            </a: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see my bookmarks and own recipes when I leave the app and come back later</a:t>
            </a: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, so that I can close the app safely after cooking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4865" y="2233716"/>
            <a:ext cx="261772" cy="261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4865" y="2830556"/>
            <a:ext cx="261772" cy="26177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 txBox="1"/>
          <p:nvPr/>
        </p:nvSpPr>
        <p:spPr>
          <a:xfrm>
            <a:off x="3609498" y="1814966"/>
            <a:ext cx="1288542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15887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User story: </a:t>
            </a: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Description of the application’s functionality from the user’s perspective.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1158875" rtl="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Common format: </a:t>
            </a: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 a </a:t>
            </a:r>
            <a:r>
              <a:rPr i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[type of user]</a:t>
            </a: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, I want </a:t>
            </a:r>
            <a:r>
              <a:rPr i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[an action] </a:t>
            </a: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so that </a:t>
            </a:r>
            <a:r>
              <a:rPr i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[a benefit]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038982" y="5704030"/>
            <a:ext cx="568325" cy="568325"/>
          </a:xfrm>
          <a:custGeom>
            <a:rect b="b" l="l" r="r" t="t"/>
            <a:pathLst>
              <a:path extrusionOk="0" h="568325" w="568325">
                <a:moveTo>
                  <a:pt x="284022" y="0"/>
                </a:moveTo>
                <a:lnTo>
                  <a:pt x="240547" y="3327"/>
                </a:lnTo>
                <a:lnTo>
                  <a:pt x="197899" y="13310"/>
                </a:lnTo>
                <a:lnTo>
                  <a:pt x="156905" y="29947"/>
                </a:lnTo>
                <a:lnTo>
                  <a:pt x="118392" y="53240"/>
                </a:lnTo>
                <a:lnTo>
                  <a:pt x="83187" y="83188"/>
                </a:lnTo>
                <a:lnTo>
                  <a:pt x="53240" y="118393"/>
                </a:lnTo>
                <a:lnTo>
                  <a:pt x="29947" y="156906"/>
                </a:lnTo>
                <a:lnTo>
                  <a:pt x="13310" y="197900"/>
                </a:lnTo>
                <a:lnTo>
                  <a:pt x="3327" y="240548"/>
                </a:lnTo>
                <a:lnTo>
                  <a:pt x="0" y="284023"/>
                </a:lnTo>
                <a:lnTo>
                  <a:pt x="3327" y="327498"/>
                </a:lnTo>
                <a:lnTo>
                  <a:pt x="13310" y="370146"/>
                </a:lnTo>
                <a:lnTo>
                  <a:pt x="29947" y="411139"/>
                </a:lnTo>
                <a:lnTo>
                  <a:pt x="53240" y="449652"/>
                </a:lnTo>
                <a:lnTo>
                  <a:pt x="83187" y="484858"/>
                </a:lnTo>
                <a:lnTo>
                  <a:pt x="118392" y="514805"/>
                </a:lnTo>
                <a:lnTo>
                  <a:pt x="156905" y="538098"/>
                </a:lnTo>
                <a:lnTo>
                  <a:pt x="197899" y="554735"/>
                </a:lnTo>
                <a:lnTo>
                  <a:pt x="240547" y="564718"/>
                </a:lnTo>
                <a:lnTo>
                  <a:pt x="284022" y="568045"/>
                </a:lnTo>
                <a:lnTo>
                  <a:pt x="327497" y="564718"/>
                </a:lnTo>
                <a:lnTo>
                  <a:pt x="370145" y="554735"/>
                </a:lnTo>
                <a:lnTo>
                  <a:pt x="411139" y="538098"/>
                </a:lnTo>
                <a:lnTo>
                  <a:pt x="449652" y="514805"/>
                </a:lnTo>
                <a:lnTo>
                  <a:pt x="484857" y="484858"/>
                </a:lnTo>
                <a:lnTo>
                  <a:pt x="514805" y="449652"/>
                </a:lnTo>
                <a:lnTo>
                  <a:pt x="538097" y="411139"/>
                </a:lnTo>
                <a:lnTo>
                  <a:pt x="554735" y="370146"/>
                </a:lnTo>
                <a:lnTo>
                  <a:pt x="564718" y="327498"/>
                </a:lnTo>
                <a:lnTo>
                  <a:pt x="568045" y="284023"/>
                </a:lnTo>
                <a:lnTo>
                  <a:pt x="564718" y="240548"/>
                </a:lnTo>
                <a:lnTo>
                  <a:pt x="554735" y="197900"/>
                </a:lnTo>
                <a:lnTo>
                  <a:pt x="538097" y="156906"/>
                </a:lnTo>
                <a:lnTo>
                  <a:pt x="514805" y="118393"/>
                </a:lnTo>
                <a:lnTo>
                  <a:pt x="484857" y="83188"/>
                </a:lnTo>
                <a:lnTo>
                  <a:pt x="449652" y="53240"/>
                </a:lnTo>
                <a:lnTo>
                  <a:pt x="411139" y="29947"/>
                </a:lnTo>
                <a:lnTo>
                  <a:pt x="370145" y="13310"/>
                </a:lnTo>
                <a:lnTo>
                  <a:pt x="327497" y="3327"/>
                </a:lnTo>
                <a:lnTo>
                  <a:pt x="284022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3" name="Google Shape;173;p7"/>
          <p:cNvSpPr txBox="1"/>
          <p:nvPr/>
        </p:nvSpPr>
        <p:spPr>
          <a:xfrm>
            <a:off x="4226201" y="5795119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038982" y="6869367"/>
            <a:ext cx="568325" cy="568325"/>
          </a:xfrm>
          <a:custGeom>
            <a:rect b="b" l="l" r="r" t="t"/>
            <a:pathLst>
              <a:path extrusionOk="0" h="568325" w="568325">
                <a:moveTo>
                  <a:pt x="284022" y="0"/>
                </a:moveTo>
                <a:lnTo>
                  <a:pt x="240547" y="3327"/>
                </a:lnTo>
                <a:lnTo>
                  <a:pt x="197899" y="13310"/>
                </a:lnTo>
                <a:lnTo>
                  <a:pt x="156905" y="29947"/>
                </a:lnTo>
                <a:lnTo>
                  <a:pt x="118392" y="53240"/>
                </a:lnTo>
                <a:lnTo>
                  <a:pt x="83187" y="83188"/>
                </a:lnTo>
                <a:lnTo>
                  <a:pt x="53240" y="118393"/>
                </a:lnTo>
                <a:lnTo>
                  <a:pt x="29947" y="156906"/>
                </a:lnTo>
                <a:lnTo>
                  <a:pt x="13310" y="197900"/>
                </a:lnTo>
                <a:lnTo>
                  <a:pt x="3327" y="240548"/>
                </a:lnTo>
                <a:lnTo>
                  <a:pt x="0" y="284023"/>
                </a:lnTo>
                <a:lnTo>
                  <a:pt x="3327" y="327497"/>
                </a:lnTo>
                <a:lnTo>
                  <a:pt x="13310" y="370145"/>
                </a:lnTo>
                <a:lnTo>
                  <a:pt x="29947" y="411139"/>
                </a:lnTo>
                <a:lnTo>
                  <a:pt x="53240" y="449652"/>
                </a:lnTo>
                <a:lnTo>
                  <a:pt x="83187" y="484856"/>
                </a:lnTo>
                <a:lnTo>
                  <a:pt x="118392" y="514804"/>
                </a:lnTo>
                <a:lnTo>
                  <a:pt x="156905" y="538097"/>
                </a:lnTo>
                <a:lnTo>
                  <a:pt x="197899" y="554735"/>
                </a:lnTo>
                <a:lnTo>
                  <a:pt x="240547" y="564717"/>
                </a:lnTo>
                <a:lnTo>
                  <a:pt x="284022" y="568045"/>
                </a:lnTo>
                <a:lnTo>
                  <a:pt x="327497" y="564717"/>
                </a:lnTo>
                <a:lnTo>
                  <a:pt x="370145" y="554735"/>
                </a:lnTo>
                <a:lnTo>
                  <a:pt x="411139" y="538097"/>
                </a:lnTo>
                <a:lnTo>
                  <a:pt x="449652" y="514804"/>
                </a:lnTo>
                <a:lnTo>
                  <a:pt x="484857" y="484856"/>
                </a:lnTo>
                <a:lnTo>
                  <a:pt x="514805" y="449652"/>
                </a:lnTo>
                <a:lnTo>
                  <a:pt x="538097" y="411139"/>
                </a:lnTo>
                <a:lnTo>
                  <a:pt x="554735" y="370145"/>
                </a:lnTo>
                <a:lnTo>
                  <a:pt x="564718" y="327497"/>
                </a:lnTo>
                <a:lnTo>
                  <a:pt x="568045" y="284023"/>
                </a:lnTo>
                <a:lnTo>
                  <a:pt x="564718" y="240548"/>
                </a:lnTo>
                <a:lnTo>
                  <a:pt x="554735" y="197900"/>
                </a:lnTo>
                <a:lnTo>
                  <a:pt x="538097" y="156906"/>
                </a:lnTo>
                <a:lnTo>
                  <a:pt x="514805" y="118393"/>
                </a:lnTo>
                <a:lnTo>
                  <a:pt x="484857" y="83188"/>
                </a:lnTo>
                <a:lnTo>
                  <a:pt x="449652" y="53240"/>
                </a:lnTo>
                <a:lnTo>
                  <a:pt x="411139" y="29947"/>
                </a:lnTo>
                <a:lnTo>
                  <a:pt x="370145" y="13310"/>
                </a:lnTo>
                <a:lnTo>
                  <a:pt x="327497" y="3327"/>
                </a:lnTo>
                <a:lnTo>
                  <a:pt x="284022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5" name="Google Shape;175;p7"/>
          <p:cNvSpPr txBox="1"/>
          <p:nvPr/>
        </p:nvSpPr>
        <p:spPr>
          <a:xfrm>
            <a:off x="4226201" y="6960456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038982" y="8034703"/>
            <a:ext cx="568325" cy="568325"/>
          </a:xfrm>
          <a:custGeom>
            <a:rect b="b" l="l" r="r" t="t"/>
            <a:pathLst>
              <a:path extrusionOk="0" h="568325" w="568325">
                <a:moveTo>
                  <a:pt x="284022" y="0"/>
                </a:moveTo>
                <a:lnTo>
                  <a:pt x="240547" y="3327"/>
                </a:lnTo>
                <a:lnTo>
                  <a:pt x="197899" y="13310"/>
                </a:lnTo>
                <a:lnTo>
                  <a:pt x="156905" y="29947"/>
                </a:lnTo>
                <a:lnTo>
                  <a:pt x="118392" y="53240"/>
                </a:lnTo>
                <a:lnTo>
                  <a:pt x="83187" y="83188"/>
                </a:lnTo>
                <a:lnTo>
                  <a:pt x="53240" y="118393"/>
                </a:lnTo>
                <a:lnTo>
                  <a:pt x="29947" y="156906"/>
                </a:lnTo>
                <a:lnTo>
                  <a:pt x="13310" y="197900"/>
                </a:lnTo>
                <a:lnTo>
                  <a:pt x="3327" y="240548"/>
                </a:lnTo>
                <a:lnTo>
                  <a:pt x="0" y="284023"/>
                </a:lnTo>
                <a:lnTo>
                  <a:pt x="3327" y="327498"/>
                </a:lnTo>
                <a:lnTo>
                  <a:pt x="13310" y="370146"/>
                </a:lnTo>
                <a:lnTo>
                  <a:pt x="29947" y="411139"/>
                </a:lnTo>
                <a:lnTo>
                  <a:pt x="53240" y="449652"/>
                </a:lnTo>
                <a:lnTo>
                  <a:pt x="83187" y="484858"/>
                </a:lnTo>
                <a:lnTo>
                  <a:pt x="118392" y="514805"/>
                </a:lnTo>
                <a:lnTo>
                  <a:pt x="156905" y="538098"/>
                </a:lnTo>
                <a:lnTo>
                  <a:pt x="197899" y="554735"/>
                </a:lnTo>
                <a:lnTo>
                  <a:pt x="240547" y="564718"/>
                </a:lnTo>
                <a:lnTo>
                  <a:pt x="284022" y="568045"/>
                </a:lnTo>
                <a:lnTo>
                  <a:pt x="327497" y="564718"/>
                </a:lnTo>
                <a:lnTo>
                  <a:pt x="370145" y="554735"/>
                </a:lnTo>
                <a:lnTo>
                  <a:pt x="411139" y="538098"/>
                </a:lnTo>
                <a:lnTo>
                  <a:pt x="449652" y="514805"/>
                </a:lnTo>
                <a:lnTo>
                  <a:pt x="484857" y="484858"/>
                </a:lnTo>
                <a:lnTo>
                  <a:pt x="514805" y="449652"/>
                </a:lnTo>
                <a:lnTo>
                  <a:pt x="538097" y="411139"/>
                </a:lnTo>
                <a:lnTo>
                  <a:pt x="554735" y="370146"/>
                </a:lnTo>
                <a:lnTo>
                  <a:pt x="564718" y="327498"/>
                </a:lnTo>
                <a:lnTo>
                  <a:pt x="568045" y="284023"/>
                </a:lnTo>
                <a:lnTo>
                  <a:pt x="564718" y="240548"/>
                </a:lnTo>
                <a:lnTo>
                  <a:pt x="554735" y="197900"/>
                </a:lnTo>
                <a:lnTo>
                  <a:pt x="538097" y="156906"/>
                </a:lnTo>
                <a:lnTo>
                  <a:pt x="514805" y="118393"/>
                </a:lnTo>
                <a:lnTo>
                  <a:pt x="484857" y="83188"/>
                </a:lnTo>
                <a:lnTo>
                  <a:pt x="449652" y="53240"/>
                </a:lnTo>
                <a:lnTo>
                  <a:pt x="411139" y="29947"/>
                </a:lnTo>
                <a:lnTo>
                  <a:pt x="370145" y="13310"/>
                </a:lnTo>
                <a:lnTo>
                  <a:pt x="327497" y="3327"/>
                </a:lnTo>
                <a:lnTo>
                  <a:pt x="284022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7" name="Google Shape;177;p7"/>
          <p:cNvSpPr txBox="1"/>
          <p:nvPr/>
        </p:nvSpPr>
        <p:spPr>
          <a:xfrm>
            <a:off x="4226201" y="8125792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038982" y="9409457"/>
            <a:ext cx="568325" cy="568325"/>
          </a:xfrm>
          <a:custGeom>
            <a:rect b="b" l="l" r="r" t="t"/>
            <a:pathLst>
              <a:path extrusionOk="0" h="568325" w="568325">
                <a:moveTo>
                  <a:pt x="284022" y="0"/>
                </a:moveTo>
                <a:lnTo>
                  <a:pt x="240547" y="3327"/>
                </a:lnTo>
                <a:lnTo>
                  <a:pt x="197899" y="13310"/>
                </a:lnTo>
                <a:lnTo>
                  <a:pt x="156905" y="29947"/>
                </a:lnTo>
                <a:lnTo>
                  <a:pt x="118392" y="53240"/>
                </a:lnTo>
                <a:lnTo>
                  <a:pt x="83187" y="83188"/>
                </a:lnTo>
                <a:lnTo>
                  <a:pt x="53240" y="118393"/>
                </a:lnTo>
                <a:lnTo>
                  <a:pt x="29947" y="156906"/>
                </a:lnTo>
                <a:lnTo>
                  <a:pt x="13310" y="197900"/>
                </a:lnTo>
                <a:lnTo>
                  <a:pt x="3327" y="240548"/>
                </a:lnTo>
                <a:lnTo>
                  <a:pt x="0" y="284023"/>
                </a:lnTo>
                <a:lnTo>
                  <a:pt x="3327" y="327497"/>
                </a:lnTo>
                <a:lnTo>
                  <a:pt x="13310" y="370145"/>
                </a:lnTo>
                <a:lnTo>
                  <a:pt x="29947" y="411139"/>
                </a:lnTo>
                <a:lnTo>
                  <a:pt x="53240" y="449652"/>
                </a:lnTo>
                <a:lnTo>
                  <a:pt x="83187" y="484856"/>
                </a:lnTo>
                <a:lnTo>
                  <a:pt x="118392" y="514804"/>
                </a:lnTo>
                <a:lnTo>
                  <a:pt x="156905" y="538097"/>
                </a:lnTo>
                <a:lnTo>
                  <a:pt x="197899" y="554735"/>
                </a:lnTo>
                <a:lnTo>
                  <a:pt x="240547" y="564717"/>
                </a:lnTo>
                <a:lnTo>
                  <a:pt x="284022" y="568045"/>
                </a:lnTo>
                <a:lnTo>
                  <a:pt x="327497" y="564717"/>
                </a:lnTo>
                <a:lnTo>
                  <a:pt x="370145" y="554735"/>
                </a:lnTo>
                <a:lnTo>
                  <a:pt x="411139" y="538097"/>
                </a:lnTo>
                <a:lnTo>
                  <a:pt x="449652" y="514804"/>
                </a:lnTo>
                <a:lnTo>
                  <a:pt x="484857" y="484856"/>
                </a:lnTo>
                <a:lnTo>
                  <a:pt x="514805" y="449652"/>
                </a:lnTo>
                <a:lnTo>
                  <a:pt x="538097" y="411139"/>
                </a:lnTo>
                <a:lnTo>
                  <a:pt x="554735" y="370145"/>
                </a:lnTo>
                <a:lnTo>
                  <a:pt x="564718" y="327497"/>
                </a:lnTo>
                <a:lnTo>
                  <a:pt x="568045" y="284023"/>
                </a:lnTo>
                <a:lnTo>
                  <a:pt x="564718" y="240548"/>
                </a:lnTo>
                <a:lnTo>
                  <a:pt x="554735" y="197900"/>
                </a:lnTo>
                <a:lnTo>
                  <a:pt x="538097" y="156906"/>
                </a:lnTo>
                <a:lnTo>
                  <a:pt x="514805" y="118393"/>
                </a:lnTo>
                <a:lnTo>
                  <a:pt x="484857" y="83188"/>
                </a:lnTo>
                <a:lnTo>
                  <a:pt x="449652" y="53240"/>
                </a:lnTo>
                <a:lnTo>
                  <a:pt x="411139" y="29947"/>
                </a:lnTo>
                <a:lnTo>
                  <a:pt x="370145" y="13310"/>
                </a:lnTo>
                <a:lnTo>
                  <a:pt x="327497" y="3327"/>
                </a:lnTo>
                <a:lnTo>
                  <a:pt x="284022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9" name="Google Shape;179;p7"/>
          <p:cNvSpPr txBox="1"/>
          <p:nvPr/>
        </p:nvSpPr>
        <p:spPr>
          <a:xfrm>
            <a:off x="4226201" y="9500546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96314" y="286504"/>
            <a:ext cx="2385637" cy="788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 txBox="1"/>
          <p:nvPr>
            <p:ph type="title"/>
          </p:nvPr>
        </p:nvSpPr>
        <p:spPr>
          <a:xfrm>
            <a:off x="603309" y="259543"/>
            <a:ext cx="66293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	FEATURES</a:t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1172544" y="3773390"/>
            <a:ext cx="568325" cy="568325"/>
          </a:xfrm>
          <a:custGeom>
            <a:rect b="b" l="l" r="r" t="t"/>
            <a:pathLst>
              <a:path extrusionOk="0" h="568325" w="568325">
                <a:moveTo>
                  <a:pt x="284022" y="0"/>
                </a:moveTo>
                <a:lnTo>
                  <a:pt x="240547" y="3327"/>
                </a:lnTo>
                <a:lnTo>
                  <a:pt x="197899" y="13310"/>
                </a:lnTo>
                <a:lnTo>
                  <a:pt x="156905" y="29947"/>
                </a:lnTo>
                <a:lnTo>
                  <a:pt x="118392" y="53240"/>
                </a:lnTo>
                <a:lnTo>
                  <a:pt x="83187" y="83188"/>
                </a:lnTo>
                <a:lnTo>
                  <a:pt x="53240" y="118393"/>
                </a:lnTo>
                <a:lnTo>
                  <a:pt x="29947" y="156906"/>
                </a:lnTo>
                <a:lnTo>
                  <a:pt x="13310" y="197900"/>
                </a:lnTo>
                <a:lnTo>
                  <a:pt x="3327" y="240548"/>
                </a:lnTo>
                <a:lnTo>
                  <a:pt x="0" y="284023"/>
                </a:lnTo>
                <a:lnTo>
                  <a:pt x="3327" y="327498"/>
                </a:lnTo>
                <a:lnTo>
                  <a:pt x="13310" y="370146"/>
                </a:lnTo>
                <a:lnTo>
                  <a:pt x="29947" y="411139"/>
                </a:lnTo>
                <a:lnTo>
                  <a:pt x="53240" y="449652"/>
                </a:lnTo>
                <a:lnTo>
                  <a:pt x="83187" y="484858"/>
                </a:lnTo>
                <a:lnTo>
                  <a:pt x="118392" y="514805"/>
                </a:lnTo>
                <a:lnTo>
                  <a:pt x="156905" y="538098"/>
                </a:lnTo>
                <a:lnTo>
                  <a:pt x="197899" y="554735"/>
                </a:lnTo>
                <a:lnTo>
                  <a:pt x="240547" y="564718"/>
                </a:lnTo>
                <a:lnTo>
                  <a:pt x="284022" y="568045"/>
                </a:lnTo>
                <a:lnTo>
                  <a:pt x="327497" y="564718"/>
                </a:lnTo>
                <a:lnTo>
                  <a:pt x="370145" y="554735"/>
                </a:lnTo>
                <a:lnTo>
                  <a:pt x="411139" y="538098"/>
                </a:lnTo>
                <a:lnTo>
                  <a:pt x="449652" y="514805"/>
                </a:lnTo>
                <a:lnTo>
                  <a:pt x="484857" y="484858"/>
                </a:lnTo>
                <a:lnTo>
                  <a:pt x="514805" y="449652"/>
                </a:lnTo>
                <a:lnTo>
                  <a:pt x="538097" y="411139"/>
                </a:lnTo>
                <a:lnTo>
                  <a:pt x="554735" y="370146"/>
                </a:lnTo>
                <a:lnTo>
                  <a:pt x="564718" y="327498"/>
                </a:lnTo>
                <a:lnTo>
                  <a:pt x="568045" y="284023"/>
                </a:lnTo>
                <a:lnTo>
                  <a:pt x="564718" y="240548"/>
                </a:lnTo>
                <a:lnTo>
                  <a:pt x="554735" y="197900"/>
                </a:lnTo>
                <a:lnTo>
                  <a:pt x="538097" y="156906"/>
                </a:lnTo>
                <a:lnTo>
                  <a:pt x="514805" y="118393"/>
                </a:lnTo>
                <a:lnTo>
                  <a:pt x="484857" y="83188"/>
                </a:lnTo>
                <a:lnTo>
                  <a:pt x="449652" y="53240"/>
                </a:lnTo>
                <a:lnTo>
                  <a:pt x="411139" y="29947"/>
                </a:lnTo>
                <a:lnTo>
                  <a:pt x="370145" y="13310"/>
                </a:lnTo>
                <a:lnTo>
                  <a:pt x="327497" y="3327"/>
                </a:lnTo>
                <a:lnTo>
                  <a:pt x="284022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8" name="Google Shape;188;p8"/>
          <p:cNvSpPr txBox="1"/>
          <p:nvPr/>
        </p:nvSpPr>
        <p:spPr>
          <a:xfrm>
            <a:off x="1359762" y="3864479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1172544" y="5064377"/>
            <a:ext cx="568325" cy="568325"/>
          </a:xfrm>
          <a:custGeom>
            <a:rect b="b" l="l" r="r" t="t"/>
            <a:pathLst>
              <a:path extrusionOk="0" h="568325" w="568325">
                <a:moveTo>
                  <a:pt x="284022" y="0"/>
                </a:moveTo>
                <a:lnTo>
                  <a:pt x="240547" y="3327"/>
                </a:lnTo>
                <a:lnTo>
                  <a:pt x="197899" y="13310"/>
                </a:lnTo>
                <a:lnTo>
                  <a:pt x="156905" y="29947"/>
                </a:lnTo>
                <a:lnTo>
                  <a:pt x="118392" y="53240"/>
                </a:lnTo>
                <a:lnTo>
                  <a:pt x="83187" y="83188"/>
                </a:lnTo>
                <a:lnTo>
                  <a:pt x="53240" y="118393"/>
                </a:lnTo>
                <a:lnTo>
                  <a:pt x="29947" y="156906"/>
                </a:lnTo>
                <a:lnTo>
                  <a:pt x="13310" y="197900"/>
                </a:lnTo>
                <a:lnTo>
                  <a:pt x="3327" y="240548"/>
                </a:lnTo>
                <a:lnTo>
                  <a:pt x="0" y="284023"/>
                </a:lnTo>
                <a:lnTo>
                  <a:pt x="3327" y="327498"/>
                </a:lnTo>
                <a:lnTo>
                  <a:pt x="13310" y="370146"/>
                </a:lnTo>
                <a:lnTo>
                  <a:pt x="29947" y="411139"/>
                </a:lnTo>
                <a:lnTo>
                  <a:pt x="53240" y="449652"/>
                </a:lnTo>
                <a:lnTo>
                  <a:pt x="83187" y="484858"/>
                </a:lnTo>
                <a:lnTo>
                  <a:pt x="118392" y="514805"/>
                </a:lnTo>
                <a:lnTo>
                  <a:pt x="156905" y="538098"/>
                </a:lnTo>
                <a:lnTo>
                  <a:pt x="197899" y="554735"/>
                </a:lnTo>
                <a:lnTo>
                  <a:pt x="240547" y="564718"/>
                </a:lnTo>
                <a:lnTo>
                  <a:pt x="284022" y="568045"/>
                </a:lnTo>
                <a:lnTo>
                  <a:pt x="327497" y="564718"/>
                </a:lnTo>
                <a:lnTo>
                  <a:pt x="370145" y="554735"/>
                </a:lnTo>
                <a:lnTo>
                  <a:pt x="411139" y="538098"/>
                </a:lnTo>
                <a:lnTo>
                  <a:pt x="449652" y="514805"/>
                </a:lnTo>
                <a:lnTo>
                  <a:pt x="484857" y="484858"/>
                </a:lnTo>
                <a:lnTo>
                  <a:pt x="514805" y="449652"/>
                </a:lnTo>
                <a:lnTo>
                  <a:pt x="538097" y="411139"/>
                </a:lnTo>
                <a:lnTo>
                  <a:pt x="554735" y="370146"/>
                </a:lnTo>
                <a:lnTo>
                  <a:pt x="564718" y="327498"/>
                </a:lnTo>
                <a:lnTo>
                  <a:pt x="568045" y="284023"/>
                </a:lnTo>
                <a:lnTo>
                  <a:pt x="564718" y="240548"/>
                </a:lnTo>
                <a:lnTo>
                  <a:pt x="554735" y="197900"/>
                </a:lnTo>
                <a:lnTo>
                  <a:pt x="538097" y="156906"/>
                </a:lnTo>
                <a:lnTo>
                  <a:pt x="514805" y="118393"/>
                </a:lnTo>
                <a:lnTo>
                  <a:pt x="484857" y="83188"/>
                </a:lnTo>
                <a:lnTo>
                  <a:pt x="449652" y="53240"/>
                </a:lnTo>
                <a:lnTo>
                  <a:pt x="411139" y="29947"/>
                </a:lnTo>
                <a:lnTo>
                  <a:pt x="370145" y="13310"/>
                </a:lnTo>
                <a:lnTo>
                  <a:pt x="327497" y="3327"/>
                </a:lnTo>
                <a:lnTo>
                  <a:pt x="284022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0" name="Google Shape;190;p8"/>
          <p:cNvSpPr txBox="1"/>
          <p:nvPr/>
        </p:nvSpPr>
        <p:spPr>
          <a:xfrm>
            <a:off x="1359762" y="5155466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1172544" y="6323951"/>
            <a:ext cx="568325" cy="568325"/>
          </a:xfrm>
          <a:custGeom>
            <a:rect b="b" l="l" r="r" t="t"/>
            <a:pathLst>
              <a:path extrusionOk="0" h="568325" w="568325">
                <a:moveTo>
                  <a:pt x="284022" y="0"/>
                </a:moveTo>
                <a:lnTo>
                  <a:pt x="240547" y="3327"/>
                </a:lnTo>
                <a:lnTo>
                  <a:pt x="197899" y="13310"/>
                </a:lnTo>
                <a:lnTo>
                  <a:pt x="156905" y="29947"/>
                </a:lnTo>
                <a:lnTo>
                  <a:pt x="118392" y="53240"/>
                </a:lnTo>
                <a:lnTo>
                  <a:pt x="83187" y="83188"/>
                </a:lnTo>
                <a:lnTo>
                  <a:pt x="53240" y="118393"/>
                </a:lnTo>
                <a:lnTo>
                  <a:pt x="29947" y="156906"/>
                </a:lnTo>
                <a:lnTo>
                  <a:pt x="13310" y="197900"/>
                </a:lnTo>
                <a:lnTo>
                  <a:pt x="3327" y="240548"/>
                </a:lnTo>
                <a:lnTo>
                  <a:pt x="0" y="284023"/>
                </a:lnTo>
                <a:lnTo>
                  <a:pt x="3327" y="327497"/>
                </a:lnTo>
                <a:lnTo>
                  <a:pt x="13310" y="370145"/>
                </a:lnTo>
                <a:lnTo>
                  <a:pt x="29947" y="411139"/>
                </a:lnTo>
                <a:lnTo>
                  <a:pt x="53240" y="449652"/>
                </a:lnTo>
                <a:lnTo>
                  <a:pt x="83187" y="484856"/>
                </a:lnTo>
                <a:lnTo>
                  <a:pt x="118392" y="514804"/>
                </a:lnTo>
                <a:lnTo>
                  <a:pt x="156905" y="538097"/>
                </a:lnTo>
                <a:lnTo>
                  <a:pt x="197899" y="554735"/>
                </a:lnTo>
                <a:lnTo>
                  <a:pt x="240547" y="564717"/>
                </a:lnTo>
                <a:lnTo>
                  <a:pt x="284022" y="568045"/>
                </a:lnTo>
                <a:lnTo>
                  <a:pt x="327497" y="564717"/>
                </a:lnTo>
                <a:lnTo>
                  <a:pt x="370145" y="554735"/>
                </a:lnTo>
                <a:lnTo>
                  <a:pt x="411139" y="538097"/>
                </a:lnTo>
                <a:lnTo>
                  <a:pt x="449652" y="514804"/>
                </a:lnTo>
                <a:lnTo>
                  <a:pt x="484857" y="484856"/>
                </a:lnTo>
                <a:lnTo>
                  <a:pt x="514805" y="449652"/>
                </a:lnTo>
                <a:lnTo>
                  <a:pt x="538097" y="411139"/>
                </a:lnTo>
                <a:lnTo>
                  <a:pt x="554735" y="370145"/>
                </a:lnTo>
                <a:lnTo>
                  <a:pt x="564718" y="327497"/>
                </a:lnTo>
                <a:lnTo>
                  <a:pt x="568045" y="284023"/>
                </a:lnTo>
                <a:lnTo>
                  <a:pt x="564718" y="240548"/>
                </a:lnTo>
                <a:lnTo>
                  <a:pt x="554735" y="197900"/>
                </a:lnTo>
                <a:lnTo>
                  <a:pt x="538097" y="156906"/>
                </a:lnTo>
                <a:lnTo>
                  <a:pt x="514805" y="118393"/>
                </a:lnTo>
                <a:lnTo>
                  <a:pt x="484857" y="83188"/>
                </a:lnTo>
                <a:lnTo>
                  <a:pt x="449652" y="53240"/>
                </a:lnTo>
                <a:lnTo>
                  <a:pt x="411139" y="29947"/>
                </a:lnTo>
                <a:lnTo>
                  <a:pt x="370145" y="13310"/>
                </a:lnTo>
                <a:lnTo>
                  <a:pt x="327497" y="3327"/>
                </a:lnTo>
                <a:lnTo>
                  <a:pt x="284022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2" name="Google Shape;192;p8"/>
          <p:cNvSpPr txBox="1"/>
          <p:nvPr/>
        </p:nvSpPr>
        <p:spPr>
          <a:xfrm>
            <a:off x="1359762" y="6415040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172544" y="7593996"/>
            <a:ext cx="568325" cy="568325"/>
          </a:xfrm>
          <a:custGeom>
            <a:rect b="b" l="l" r="r" t="t"/>
            <a:pathLst>
              <a:path extrusionOk="0" h="568325" w="568325">
                <a:moveTo>
                  <a:pt x="284022" y="0"/>
                </a:moveTo>
                <a:lnTo>
                  <a:pt x="240547" y="3327"/>
                </a:lnTo>
                <a:lnTo>
                  <a:pt x="197899" y="13310"/>
                </a:lnTo>
                <a:lnTo>
                  <a:pt x="156905" y="29947"/>
                </a:lnTo>
                <a:lnTo>
                  <a:pt x="118392" y="53240"/>
                </a:lnTo>
                <a:lnTo>
                  <a:pt x="83187" y="83188"/>
                </a:lnTo>
                <a:lnTo>
                  <a:pt x="53240" y="118393"/>
                </a:lnTo>
                <a:lnTo>
                  <a:pt x="29947" y="156906"/>
                </a:lnTo>
                <a:lnTo>
                  <a:pt x="13310" y="197900"/>
                </a:lnTo>
                <a:lnTo>
                  <a:pt x="3327" y="240548"/>
                </a:lnTo>
                <a:lnTo>
                  <a:pt x="0" y="284023"/>
                </a:lnTo>
                <a:lnTo>
                  <a:pt x="3327" y="327498"/>
                </a:lnTo>
                <a:lnTo>
                  <a:pt x="13310" y="370146"/>
                </a:lnTo>
                <a:lnTo>
                  <a:pt x="29947" y="411139"/>
                </a:lnTo>
                <a:lnTo>
                  <a:pt x="53240" y="449652"/>
                </a:lnTo>
                <a:lnTo>
                  <a:pt x="83187" y="484858"/>
                </a:lnTo>
                <a:lnTo>
                  <a:pt x="118392" y="514805"/>
                </a:lnTo>
                <a:lnTo>
                  <a:pt x="156905" y="538098"/>
                </a:lnTo>
                <a:lnTo>
                  <a:pt x="197899" y="554735"/>
                </a:lnTo>
                <a:lnTo>
                  <a:pt x="240547" y="564718"/>
                </a:lnTo>
                <a:lnTo>
                  <a:pt x="284022" y="568045"/>
                </a:lnTo>
                <a:lnTo>
                  <a:pt x="327497" y="564718"/>
                </a:lnTo>
                <a:lnTo>
                  <a:pt x="370145" y="554735"/>
                </a:lnTo>
                <a:lnTo>
                  <a:pt x="411139" y="538098"/>
                </a:lnTo>
                <a:lnTo>
                  <a:pt x="449652" y="514805"/>
                </a:lnTo>
                <a:lnTo>
                  <a:pt x="484857" y="484858"/>
                </a:lnTo>
                <a:lnTo>
                  <a:pt x="514805" y="449652"/>
                </a:lnTo>
                <a:lnTo>
                  <a:pt x="538097" y="411139"/>
                </a:lnTo>
                <a:lnTo>
                  <a:pt x="554735" y="370146"/>
                </a:lnTo>
                <a:lnTo>
                  <a:pt x="564718" y="327498"/>
                </a:lnTo>
                <a:lnTo>
                  <a:pt x="568045" y="284023"/>
                </a:lnTo>
                <a:lnTo>
                  <a:pt x="564718" y="240548"/>
                </a:lnTo>
                <a:lnTo>
                  <a:pt x="554735" y="197900"/>
                </a:lnTo>
                <a:lnTo>
                  <a:pt x="538097" y="156906"/>
                </a:lnTo>
                <a:lnTo>
                  <a:pt x="514805" y="118393"/>
                </a:lnTo>
                <a:lnTo>
                  <a:pt x="484857" y="83188"/>
                </a:lnTo>
                <a:lnTo>
                  <a:pt x="449652" y="53240"/>
                </a:lnTo>
                <a:lnTo>
                  <a:pt x="411139" y="29947"/>
                </a:lnTo>
                <a:lnTo>
                  <a:pt x="370145" y="13310"/>
                </a:lnTo>
                <a:lnTo>
                  <a:pt x="327497" y="3327"/>
                </a:lnTo>
                <a:lnTo>
                  <a:pt x="284022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4" name="Google Shape;194;p8"/>
          <p:cNvSpPr txBox="1"/>
          <p:nvPr/>
        </p:nvSpPr>
        <p:spPr>
          <a:xfrm>
            <a:off x="1359762" y="7685085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1172544" y="9021105"/>
            <a:ext cx="568325" cy="568325"/>
          </a:xfrm>
          <a:custGeom>
            <a:rect b="b" l="l" r="r" t="t"/>
            <a:pathLst>
              <a:path extrusionOk="0" h="568325" w="568325">
                <a:moveTo>
                  <a:pt x="284022" y="0"/>
                </a:moveTo>
                <a:lnTo>
                  <a:pt x="240547" y="3327"/>
                </a:lnTo>
                <a:lnTo>
                  <a:pt x="197899" y="13310"/>
                </a:lnTo>
                <a:lnTo>
                  <a:pt x="156905" y="29947"/>
                </a:lnTo>
                <a:lnTo>
                  <a:pt x="118392" y="53240"/>
                </a:lnTo>
                <a:lnTo>
                  <a:pt x="83187" y="83188"/>
                </a:lnTo>
                <a:lnTo>
                  <a:pt x="53240" y="118393"/>
                </a:lnTo>
                <a:lnTo>
                  <a:pt x="29947" y="156906"/>
                </a:lnTo>
                <a:lnTo>
                  <a:pt x="13310" y="197899"/>
                </a:lnTo>
                <a:lnTo>
                  <a:pt x="3327" y="240547"/>
                </a:lnTo>
                <a:lnTo>
                  <a:pt x="0" y="284022"/>
                </a:lnTo>
                <a:lnTo>
                  <a:pt x="3327" y="327497"/>
                </a:lnTo>
                <a:lnTo>
                  <a:pt x="13310" y="370145"/>
                </a:lnTo>
                <a:lnTo>
                  <a:pt x="29947" y="411138"/>
                </a:lnTo>
                <a:lnTo>
                  <a:pt x="53240" y="449651"/>
                </a:lnTo>
                <a:lnTo>
                  <a:pt x="83187" y="484856"/>
                </a:lnTo>
                <a:lnTo>
                  <a:pt x="118392" y="514804"/>
                </a:lnTo>
                <a:lnTo>
                  <a:pt x="156905" y="538097"/>
                </a:lnTo>
                <a:lnTo>
                  <a:pt x="197899" y="554735"/>
                </a:lnTo>
                <a:lnTo>
                  <a:pt x="240547" y="564717"/>
                </a:lnTo>
                <a:lnTo>
                  <a:pt x="284022" y="568045"/>
                </a:lnTo>
                <a:lnTo>
                  <a:pt x="327497" y="564717"/>
                </a:lnTo>
                <a:lnTo>
                  <a:pt x="370145" y="554735"/>
                </a:lnTo>
                <a:lnTo>
                  <a:pt x="411139" y="538097"/>
                </a:lnTo>
                <a:lnTo>
                  <a:pt x="449652" y="514804"/>
                </a:lnTo>
                <a:lnTo>
                  <a:pt x="484857" y="484856"/>
                </a:lnTo>
                <a:lnTo>
                  <a:pt x="514805" y="449651"/>
                </a:lnTo>
                <a:lnTo>
                  <a:pt x="538097" y="411138"/>
                </a:lnTo>
                <a:lnTo>
                  <a:pt x="554735" y="370145"/>
                </a:lnTo>
                <a:lnTo>
                  <a:pt x="564718" y="327497"/>
                </a:lnTo>
                <a:lnTo>
                  <a:pt x="568045" y="284022"/>
                </a:lnTo>
                <a:lnTo>
                  <a:pt x="564718" y="240547"/>
                </a:lnTo>
                <a:lnTo>
                  <a:pt x="554735" y="197899"/>
                </a:lnTo>
                <a:lnTo>
                  <a:pt x="538097" y="156906"/>
                </a:lnTo>
                <a:lnTo>
                  <a:pt x="514805" y="118393"/>
                </a:lnTo>
                <a:lnTo>
                  <a:pt x="484857" y="83188"/>
                </a:lnTo>
                <a:lnTo>
                  <a:pt x="449652" y="53240"/>
                </a:lnTo>
                <a:lnTo>
                  <a:pt x="411139" y="29947"/>
                </a:lnTo>
                <a:lnTo>
                  <a:pt x="370145" y="13310"/>
                </a:lnTo>
                <a:lnTo>
                  <a:pt x="327497" y="3327"/>
                </a:lnTo>
                <a:lnTo>
                  <a:pt x="284022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6" name="Google Shape;196;p8"/>
          <p:cNvSpPr txBox="1"/>
          <p:nvPr/>
        </p:nvSpPr>
        <p:spPr>
          <a:xfrm>
            <a:off x="1359762" y="9112194"/>
            <a:ext cx="1936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p8"/>
          <p:cNvGrpSpPr/>
          <p:nvPr/>
        </p:nvGrpSpPr>
        <p:grpSpPr>
          <a:xfrm>
            <a:off x="9491722" y="2963260"/>
            <a:ext cx="9491345" cy="2261870"/>
            <a:chOff x="9491722" y="2963260"/>
            <a:chExt cx="9491345" cy="2261870"/>
          </a:xfrm>
        </p:grpSpPr>
        <p:sp>
          <p:nvSpPr>
            <p:cNvPr id="198" name="Google Shape;198;p8"/>
            <p:cNvSpPr/>
            <p:nvPr/>
          </p:nvSpPr>
          <p:spPr>
            <a:xfrm>
              <a:off x="9491722" y="2963260"/>
              <a:ext cx="9491345" cy="2261870"/>
            </a:xfrm>
            <a:custGeom>
              <a:rect b="b" l="l" r="r" t="t"/>
              <a:pathLst>
                <a:path extrusionOk="0" h="2261870" w="9491344">
                  <a:moveTo>
                    <a:pt x="9490943" y="0"/>
                  </a:moveTo>
                  <a:lnTo>
                    <a:pt x="0" y="0"/>
                  </a:lnTo>
                  <a:lnTo>
                    <a:pt x="0" y="2261711"/>
                  </a:lnTo>
                  <a:lnTo>
                    <a:pt x="9490943" y="2261711"/>
                  </a:lnTo>
                  <a:lnTo>
                    <a:pt x="9490943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99" name="Google Shape;199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1139" y="3215543"/>
              <a:ext cx="251301" cy="251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1139" y="4136981"/>
              <a:ext cx="251301" cy="251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1139" y="4702409"/>
              <a:ext cx="251301" cy="2513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2" name="Google Shape;202;p8"/>
          <p:cNvSpPr txBox="1"/>
          <p:nvPr>
            <p:ph idx="1" type="body"/>
          </p:nvPr>
        </p:nvSpPr>
        <p:spPr>
          <a:xfrm>
            <a:off x="9491722" y="2963260"/>
            <a:ext cx="9491344" cy="2261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9850">
            <a:spAutoFit/>
          </a:bodyPr>
          <a:lstStyle/>
          <a:p>
            <a:pPr indent="0" lvl="0" marL="732790" marR="384175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Search functionality: input field to send request to API with searched keywords</a:t>
            </a:r>
            <a:endParaRPr/>
          </a:p>
          <a:p>
            <a:pPr indent="0" lvl="0" marL="732790" rtl="0" algn="l">
              <a:lnSpc>
                <a:spcPct val="100000"/>
              </a:lnSpc>
              <a:spcBef>
                <a:spcPts val="1870"/>
              </a:spcBef>
              <a:spcAft>
                <a:spcPts val="0"/>
              </a:spcAft>
              <a:buNone/>
            </a:pPr>
            <a:r>
              <a:rPr lang="en-US"/>
              <a:t>Display results with pagination</a:t>
            </a:r>
            <a:endParaRPr/>
          </a:p>
          <a:p>
            <a:pPr indent="0" lvl="0" marL="732790" rtl="0" algn="l">
              <a:lnSpc>
                <a:spcPct val="100000"/>
              </a:lnSpc>
              <a:spcBef>
                <a:spcPts val="1875"/>
              </a:spcBef>
              <a:spcAft>
                <a:spcPts val="0"/>
              </a:spcAft>
              <a:buNone/>
            </a:pPr>
            <a:r>
              <a:rPr lang="en-US"/>
              <a:t>Display recipe with cooking time, servings and ingredients</a:t>
            </a:r>
            <a:endParaRPr/>
          </a:p>
        </p:txBody>
      </p:sp>
      <p:grpSp>
        <p:nvGrpSpPr>
          <p:cNvPr id="203" name="Google Shape;203;p8"/>
          <p:cNvGrpSpPr/>
          <p:nvPr/>
        </p:nvGrpSpPr>
        <p:grpSpPr>
          <a:xfrm>
            <a:off x="4925845" y="4022350"/>
            <a:ext cx="4193701" cy="176530"/>
            <a:chOff x="4925845" y="4022350"/>
            <a:chExt cx="4193701" cy="176530"/>
          </a:xfrm>
        </p:grpSpPr>
        <p:sp>
          <p:nvSpPr>
            <p:cNvPr id="204" name="Google Shape;204;p8"/>
            <p:cNvSpPr/>
            <p:nvPr/>
          </p:nvSpPr>
          <p:spPr>
            <a:xfrm>
              <a:off x="4925845" y="4073428"/>
              <a:ext cx="4038600" cy="37465"/>
            </a:xfrm>
            <a:custGeom>
              <a:rect b="b" l="l" r="r" t="t"/>
              <a:pathLst>
                <a:path extrusionOk="0" h="37464" w="4038600">
                  <a:moveTo>
                    <a:pt x="4038283" y="37065"/>
                  </a:moveTo>
                  <a:lnTo>
                    <a:pt x="4017342" y="36873"/>
                  </a:lnTo>
                  <a:lnTo>
                    <a:pt x="0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8942381" y="4022350"/>
              <a:ext cx="177165" cy="176530"/>
            </a:xfrm>
            <a:custGeom>
              <a:rect b="b" l="l" r="r" t="t"/>
              <a:pathLst>
                <a:path extrusionOk="0" h="176529" w="177165">
                  <a:moveTo>
                    <a:pt x="1614" y="0"/>
                  </a:moveTo>
                  <a:lnTo>
                    <a:pt x="0" y="175903"/>
                  </a:lnTo>
                  <a:lnTo>
                    <a:pt x="176710" y="89565"/>
                  </a:lnTo>
                  <a:lnTo>
                    <a:pt x="1614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06" name="Google Shape;206;p8"/>
          <p:cNvGrpSpPr/>
          <p:nvPr/>
        </p:nvGrpSpPr>
        <p:grpSpPr>
          <a:xfrm>
            <a:off x="6590465" y="5381444"/>
            <a:ext cx="2528629" cy="563415"/>
            <a:chOff x="6590465" y="5381444"/>
            <a:chExt cx="2528629" cy="563415"/>
          </a:xfrm>
        </p:grpSpPr>
        <p:sp>
          <p:nvSpPr>
            <p:cNvPr id="207" name="Google Shape;207;p8"/>
            <p:cNvSpPr/>
            <p:nvPr/>
          </p:nvSpPr>
          <p:spPr>
            <a:xfrm>
              <a:off x="6590465" y="5381444"/>
              <a:ext cx="2376805" cy="481330"/>
            </a:xfrm>
            <a:custGeom>
              <a:rect b="b" l="l" r="r" t="t"/>
              <a:pathLst>
                <a:path extrusionOk="0" h="481329" w="2376804">
                  <a:moveTo>
                    <a:pt x="2376737" y="481056"/>
                  </a:moveTo>
                  <a:lnTo>
                    <a:pt x="2356212" y="476902"/>
                  </a:lnTo>
                  <a:lnTo>
                    <a:pt x="0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" name="Google Shape;208;p8"/>
            <p:cNvSpPr/>
            <p:nvPr/>
          </p:nvSpPr>
          <p:spPr>
            <a:xfrm>
              <a:off x="8929229" y="5772139"/>
              <a:ext cx="189865" cy="172720"/>
            </a:xfrm>
            <a:custGeom>
              <a:rect b="b" l="l" r="r" t="t"/>
              <a:pathLst>
                <a:path extrusionOk="0" h="172720" w="189865">
                  <a:moveTo>
                    <a:pt x="34894" y="0"/>
                  </a:moveTo>
                  <a:lnTo>
                    <a:pt x="0" y="172415"/>
                  </a:lnTo>
                  <a:lnTo>
                    <a:pt x="189862" y="121102"/>
                  </a:lnTo>
                  <a:lnTo>
                    <a:pt x="34894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09" name="Google Shape;209;p8"/>
          <p:cNvGrpSpPr/>
          <p:nvPr/>
        </p:nvGrpSpPr>
        <p:grpSpPr>
          <a:xfrm>
            <a:off x="4926212" y="6622623"/>
            <a:ext cx="4192937" cy="434404"/>
            <a:chOff x="4926212" y="6622623"/>
            <a:chExt cx="4192937" cy="434404"/>
          </a:xfrm>
        </p:grpSpPr>
        <p:sp>
          <p:nvSpPr>
            <p:cNvPr id="210" name="Google Shape;210;p8"/>
            <p:cNvSpPr/>
            <p:nvPr/>
          </p:nvSpPr>
          <p:spPr>
            <a:xfrm>
              <a:off x="4926212" y="6622623"/>
              <a:ext cx="4038600" cy="348615"/>
            </a:xfrm>
            <a:custGeom>
              <a:rect b="b" l="l" r="r" t="t"/>
              <a:pathLst>
                <a:path extrusionOk="0" h="348615" w="4038600">
                  <a:moveTo>
                    <a:pt x="4038484" y="348574"/>
                  </a:moveTo>
                  <a:lnTo>
                    <a:pt x="4017620" y="346774"/>
                  </a:lnTo>
                  <a:lnTo>
                    <a:pt x="0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8936269" y="6881767"/>
              <a:ext cx="182880" cy="175260"/>
            </a:xfrm>
            <a:custGeom>
              <a:rect b="b" l="l" r="r" t="t"/>
              <a:pathLst>
                <a:path extrusionOk="0" h="175259" w="182879">
                  <a:moveTo>
                    <a:pt x="15126" y="0"/>
                  </a:moveTo>
                  <a:lnTo>
                    <a:pt x="0" y="175259"/>
                  </a:lnTo>
                  <a:lnTo>
                    <a:pt x="182821" y="102757"/>
                  </a:lnTo>
                  <a:lnTo>
                    <a:pt x="15126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12" name="Google Shape;212;p8"/>
          <p:cNvGrpSpPr/>
          <p:nvPr/>
        </p:nvGrpSpPr>
        <p:grpSpPr>
          <a:xfrm>
            <a:off x="5503741" y="7891236"/>
            <a:ext cx="3615581" cy="572237"/>
            <a:chOff x="5503741" y="7891236"/>
            <a:chExt cx="3615581" cy="572237"/>
          </a:xfrm>
        </p:grpSpPr>
        <p:sp>
          <p:nvSpPr>
            <p:cNvPr id="213" name="Google Shape;213;p8"/>
            <p:cNvSpPr/>
            <p:nvPr/>
          </p:nvSpPr>
          <p:spPr>
            <a:xfrm>
              <a:off x="5503741" y="7891236"/>
              <a:ext cx="3462020" cy="487680"/>
            </a:xfrm>
            <a:custGeom>
              <a:rect b="b" l="l" r="r" t="t"/>
              <a:pathLst>
                <a:path extrusionOk="0" h="487679" w="3462020">
                  <a:moveTo>
                    <a:pt x="3461895" y="487629"/>
                  </a:moveTo>
                  <a:lnTo>
                    <a:pt x="3441158" y="484708"/>
                  </a:lnTo>
                  <a:lnTo>
                    <a:pt x="0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8932632" y="8288848"/>
              <a:ext cx="186690" cy="174625"/>
            </a:xfrm>
            <a:custGeom>
              <a:rect b="b" l="l" r="r" t="t"/>
              <a:pathLst>
                <a:path extrusionOk="0" h="174625" w="186690">
                  <a:moveTo>
                    <a:pt x="24533" y="0"/>
                  </a:moveTo>
                  <a:lnTo>
                    <a:pt x="0" y="174191"/>
                  </a:lnTo>
                  <a:lnTo>
                    <a:pt x="186458" y="111630"/>
                  </a:lnTo>
                  <a:lnTo>
                    <a:pt x="24533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15" name="Google Shape;215;p8"/>
          <p:cNvGrpSpPr/>
          <p:nvPr/>
        </p:nvGrpSpPr>
        <p:grpSpPr>
          <a:xfrm>
            <a:off x="7846907" y="9605869"/>
            <a:ext cx="1272758" cy="550906"/>
            <a:chOff x="7846907" y="9605869"/>
            <a:chExt cx="1272758" cy="550906"/>
          </a:xfrm>
        </p:grpSpPr>
        <p:sp>
          <p:nvSpPr>
            <p:cNvPr id="216" name="Google Shape;216;p8"/>
            <p:cNvSpPr/>
            <p:nvPr/>
          </p:nvSpPr>
          <p:spPr>
            <a:xfrm>
              <a:off x="7846907" y="9605869"/>
              <a:ext cx="1129665" cy="477520"/>
            </a:xfrm>
            <a:custGeom>
              <a:rect b="b" l="l" r="r" t="t"/>
              <a:pathLst>
                <a:path extrusionOk="0" h="477520" w="1129665">
                  <a:moveTo>
                    <a:pt x="1129447" y="477512"/>
                  </a:moveTo>
                  <a:lnTo>
                    <a:pt x="1110157" y="469357"/>
                  </a:lnTo>
                  <a:lnTo>
                    <a:pt x="0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8922815" y="9994215"/>
              <a:ext cx="196850" cy="162560"/>
            </a:xfrm>
            <a:custGeom>
              <a:rect b="b" l="l" r="r" t="t"/>
              <a:pathLst>
                <a:path extrusionOk="0" h="162559" w="196850">
                  <a:moveTo>
                    <a:pt x="68501" y="0"/>
                  </a:moveTo>
                  <a:lnTo>
                    <a:pt x="0" y="162025"/>
                  </a:lnTo>
                  <a:lnTo>
                    <a:pt x="196275" y="149513"/>
                  </a:lnTo>
                  <a:lnTo>
                    <a:pt x="68501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218" name="Google Shape;2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7845" y="1795952"/>
            <a:ext cx="3281656" cy="89506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 txBox="1"/>
          <p:nvPr/>
        </p:nvSpPr>
        <p:spPr>
          <a:xfrm>
            <a:off x="3232185" y="1918297"/>
            <a:ext cx="3771865" cy="58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USER STORIES</a:t>
            </a:r>
            <a:endParaRPr sz="3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6370" y="1795952"/>
            <a:ext cx="3281656" cy="89506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8"/>
          <p:cNvSpPr txBox="1"/>
          <p:nvPr/>
        </p:nvSpPr>
        <p:spPr>
          <a:xfrm>
            <a:off x="13422292" y="1918297"/>
            <a:ext cx="2083945" cy="58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sz="37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2" name="Google Shape;222;p8"/>
          <p:cNvGrpSpPr/>
          <p:nvPr/>
        </p:nvGrpSpPr>
        <p:grpSpPr>
          <a:xfrm>
            <a:off x="6445827" y="2117835"/>
            <a:ext cx="5714370" cy="251460"/>
            <a:chOff x="6445827" y="2117835"/>
            <a:chExt cx="5714370" cy="251460"/>
          </a:xfrm>
        </p:grpSpPr>
        <p:sp>
          <p:nvSpPr>
            <p:cNvPr id="223" name="Google Shape;223;p8"/>
            <p:cNvSpPr/>
            <p:nvPr/>
          </p:nvSpPr>
          <p:spPr>
            <a:xfrm>
              <a:off x="6445827" y="2243485"/>
              <a:ext cx="5494655" cy="0"/>
            </a:xfrm>
            <a:custGeom>
              <a:rect b="b" l="l" r="r" t="t"/>
              <a:pathLst>
                <a:path extrusionOk="0" h="120000" w="5494655">
                  <a:moveTo>
                    <a:pt x="0" y="0"/>
                  </a:moveTo>
                  <a:lnTo>
                    <a:pt x="5462910" y="0"/>
                  </a:lnTo>
                  <a:lnTo>
                    <a:pt x="5494322" y="0"/>
                  </a:lnTo>
                </a:path>
              </a:pathLst>
            </a:custGeom>
            <a:noFill/>
            <a:ln cap="flat" cmpd="sng" w="62825">
              <a:solidFill>
                <a:srgbClr val="44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11908737" y="2117835"/>
              <a:ext cx="251460" cy="251460"/>
            </a:xfrm>
            <a:custGeom>
              <a:rect b="b" l="l" r="r" t="t"/>
              <a:pathLst>
                <a:path extrusionOk="0" h="251460" w="251459">
                  <a:moveTo>
                    <a:pt x="0" y="0"/>
                  </a:moveTo>
                  <a:lnTo>
                    <a:pt x="0" y="251301"/>
                  </a:lnTo>
                  <a:lnTo>
                    <a:pt x="251301" y="1256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44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225" name="Google Shape;22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96314" y="286504"/>
            <a:ext cx="2385637" cy="78820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"/>
          <p:cNvSpPr txBox="1"/>
          <p:nvPr/>
        </p:nvSpPr>
        <p:spPr>
          <a:xfrm>
            <a:off x="2057552" y="3868425"/>
            <a:ext cx="241617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Search for recipes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2057552" y="5132261"/>
            <a:ext cx="4088129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Update the number of servings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2057552" y="6396097"/>
            <a:ext cx="23952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Bookmark recipes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2057552" y="7659933"/>
            <a:ext cx="301625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Create my own recipes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2057552" y="8849425"/>
            <a:ext cx="5461635" cy="878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2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See my bookmarks and own recipes when I leave the app and come back later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1" name="Google Shape;231;p8"/>
          <p:cNvGrpSpPr/>
          <p:nvPr/>
        </p:nvGrpSpPr>
        <p:grpSpPr>
          <a:xfrm>
            <a:off x="9491722" y="9547593"/>
            <a:ext cx="9491345" cy="1340485"/>
            <a:chOff x="9491722" y="9547593"/>
            <a:chExt cx="9491345" cy="1340485"/>
          </a:xfrm>
        </p:grpSpPr>
        <p:sp>
          <p:nvSpPr>
            <p:cNvPr id="232" name="Google Shape;232;p8"/>
            <p:cNvSpPr/>
            <p:nvPr/>
          </p:nvSpPr>
          <p:spPr>
            <a:xfrm>
              <a:off x="9491722" y="9547593"/>
              <a:ext cx="9491345" cy="1340485"/>
            </a:xfrm>
            <a:custGeom>
              <a:rect b="b" l="l" r="r" t="t"/>
              <a:pathLst>
                <a:path extrusionOk="0" h="1340484" w="9491344">
                  <a:moveTo>
                    <a:pt x="9490945" y="0"/>
                  </a:moveTo>
                  <a:lnTo>
                    <a:pt x="0" y="0"/>
                  </a:lnTo>
                  <a:lnTo>
                    <a:pt x="0" y="1340273"/>
                  </a:lnTo>
                  <a:lnTo>
                    <a:pt x="9490945" y="1340273"/>
                  </a:lnTo>
                  <a:lnTo>
                    <a:pt x="9490945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33" name="Google Shape;233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1139" y="9799876"/>
              <a:ext cx="251301" cy="251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1139" y="10365304"/>
              <a:ext cx="251301" cy="2513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5" name="Google Shape;235;p8"/>
          <p:cNvSpPr txBox="1"/>
          <p:nvPr/>
        </p:nvSpPr>
        <p:spPr>
          <a:xfrm>
            <a:off x="9491722" y="9547593"/>
            <a:ext cx="9491345" cy="1340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8425">
            <a:spAutoFit/>
          </a:bodyPr>
          <a:lstStyle/>
          <a:p>
            <a:pPr indent="0" lvl="0" marL="7327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Store bookmark data in the browser using local storage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732790" rtl="0" algn="l">
              <a:lnSpc>
                <a:spcPct val="100000"/>
              </a:lnSpc>
              <a:spcBef>
                <a:spcPts val="187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On page load, read saved bookmarks from local storage and display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" name="Google Shape;236;p8"/>
          <p:cNvGrpSpPr/>
          <p:nvPr/>
        </p:nvGrpSpPr>
        <p:grpSpPr>
          <a:xfrm>
            <a:off x="9491722" y="5352777"/>
            <a:ext cx="9491345" cy="1130935"/>
            <a:chOff x="9491722" y="5352777"/>
            <a:chExt cx="9491345" cy="1130935"/>
          </a:xfrm>
        </p:grpSpPr>
        <p:sp>
          <p:nvSpPr>
            <p:cNvPr id="237" name="Google Shape;237;p8"/>
            <p:cNvSpPr/>
            <p:nvPr/>
          </p:nvSpPr>
          <p:spPr>
            <a:xfrm>
              <a:off x="9491722" y="5352777"/>
              <a:ext cx="9491345" cy="1130935"/>
            </a:xfrm>
            <a:custGeom>
              <a:rect b="b" l="l" r="r" t="t"/>
              <a:pathLst>
                <a:path extrusionOk="0" h="1130935" w="9491344">
                  <a:moveTo>
                    <a:pt x="9490943" y="0"/>
                  </a:moveTo>
                  <a:lnTo>
                    <a:pt x="0" y="0"/>
                  </a:lnTo>
                  <a:lnTo>
                    <a:pt x="0" y="1130855"/>
                  </a:lnTo>
                  <a:lnTo>
                    <a:pt x="9490943" y="1130855"/>
                  </a:lnTo>
                  <a:lnTo>
                    <a:pt x="9490943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38" name="Google Shape;238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1139" y="5605059"/>
              <a:ext cx="251301" cy="2513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9" name="Google Shape;239;p8"/>
          <p:cNvSpPr txBox="1"/>
          <p:nvPr/>
        </p:nvSpPr>
        <p:spPr>
          <a:xfrm>
            <a:off x="9491722" y="5352777"/>
            <a:ext cx="9491345" cy="1130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9850">
            <a:spAutoFit/>
          </a:bodyPr>
          <a:lstStyle/>
          <a:p>
            <a:pPr indent="0" lvl="0" marL="732790" marR="746125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Change servings functionality: update all ingredients according to current number of servings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0" name="Google Shape;240;p8"/>
          <p:cNvGrpSpPr/>
          <p:nvPr/>
        </p:nvGrpSpPr>
        <p:grpSpPr>
          <a:xfrm>
            <a:off x="9491722" y="6611437"/>
            <a:ext cx="9491345" cy="775335"/>
            <a:chOff x="9491722" y="6611437"/>
            <a:chExt cx="9491345" cy="775335"/>
          </a:xfrm>
        </p:grpSpPr>
        <p:sp>
          <p:nvSpPr>
            <p:cNvPr id="241" name="Google Shape;241;p8"/>
            <p:cNvSpPr/>
            <p:nvPr/>
          </p:nvSpPr>
          <p:spPr>
            <a:xfrm>
              <a:off x="9491722" y="6611437"/>
              <a:ext cx="9491345" cy="775335"/>
            </a:xfrm>
            <a:custGeom>
              <a:rect b="b" l="l" r="r" t="t"/>
              <a:pathLst>
                <a:path extrusionOk="0" h="775334" w="9491344">
                  <a:moveTo>
                    <a:pt x="9490943" y="0"/>
                  </a:moveTo>
                  <a:lnTo>
                    <a:pt x="0" y="0"/>
                  </a:lnTo>
                  <a:lnTo>
                    <a:pt x="0" y="774845"/>
                  </a:lnTo>
                  <a:lnTo>
                    <a:pt x="9490943" y="774845"/>
                  </a:lnTo>
                  <a:lnTo>
                    <a:pt x="9490943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42" name="Google Shape;242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1139" y="6863719"/>
              <a:ext cx="251301" cy="2513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3" name="Google Shape;243;p8"/>
          <p:cNvSpPr txBox="1"/>
          <p:nvPr/>
        </p:nvSpPr>
        <p:spPr>
          <a:xfrm>
            <a:off x="9491722" y="6611437"/>
            <a:ext cx="9491345" cy="775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8425">
            <a:spAutoFit/>
          </a:bodyPr>
          <a:lstStyle/>
          <a:p>
            <a:pPr indent="0" lvl="0" marL="7327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Bookmarking functionality: display list of all bookmarked recipes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" name="Google Shape;244;p8"/>
          <p:cNvGrpSpPr/>
          <p:nvPr/>
        </p:nvGrpSpPr>
        <p:grpSpPr>
          <a:xfrm>
            <a:off x="9491722" y="7514088"/>
            <a:ext cx="9491345" cy="1906270"/>
            <a:chOff x="9491722" y="7514088"/>
            <a:chExt cx="9491345" cy="1906270"/>
          </a:xfrm>
        </p:grpSpPr>
        <p:sp>
          <p:nvSpPr>
            <p:cNvPr id="245" name="Google Shape;245;p8"/>
            <p:cNvSpPr/>
            <p:nvPr/>
          </p:nvSpPr>
          <p:spPr>
            <a:xfrm>
              <a:off x="9491722" y="7514088"/>
              <a:ext cx="9491345" cy="1906270"/>
            </a:xfrm>
            <a:custGeom>
              <a:rect b="b" l="l" r="r" t="t"/>
              <a:pathLst>
                <a:path extrusionOk="0" h="1906270" w="9491344">
                  <a:moveTo>
                    <a:pt x="9490943" y="0"/>
                  </a:moveTo>
                  <a:lnTo>
                    <a:pt x="0" y="0"/>
                  </a:lnTo>
                  <a:lnTo>
                    <a:pt x="0" y="1905701"/>
                  </a:lnTo>
                  <a:lnTo>
                    <a:pt x="9490943" y="1905701"/>
                  </a:lnTo>
                  <a:lnTo>
                    <a:pt x="9490943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46" name="Google Shape;246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1139" y="7766370"/>
              <a:ext cx="251301" cy="251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1139" y="8331798"/>
              <a:ext cx="251301" cy="251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1139" y="8897226"/>
              <a:ext cx="251301" cy="2513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8"/>
          <p:cNvSpPr txBox="1"/>
          <p:nvPr/>
        </p:nvSpPr>
        <p:spPr>
          <a:xfrm>
            <a:off x="9491722" y="7514088"/>
            <a:ext cx="9491345" cy="1906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18425">
            <a:spAutoFit/>
          </a:bodyPr>
          <a:lstStyle/>
          <a:p>
            <a:pPr indent="0" lvl="0" marL="7327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User can upload own recipes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732790" rtl="0" algn="l">
              <a:lnSpc>
                <a:spcPct val="100000"/>
              </a:lnSpc>
              <a:spcBef>
                <a:spcPts val="187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User recipes will automatically be bookmarked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732790" rtl="0" algn="l">
              <a:lnSpc>
                <a:spcPct val="100000"/>
              </a:lnSpc>
              <a:spcBef>
                <a:spcPts val="1875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User can only see their own recipes, not recipes from other users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9"/>
          <p:cNvGrpSpPr/>
          <p:nvPr/>
        </p:nvGrpSpPr>
        <p:grpSpPr>
          <a:xfrm>
            <a:off x="0" y="0"/>
            <a:ext cx="20104099" cy="11309125"/>
            <a:chOff x="0" y="0"/>
            <a:chExt cx="20104099" cy="11309125"/>
          </a:xfrm>
        </p:grpSpPr>
        <p:sp>
          <p:nvSpPr>
            <p:cNvPr id="255" name="Google Shape;255;p9"/>
            <p:cNvSpPr/>
            <p:nvPr/>
          </p:nvSpPr>
          <p:spPr>
            <a:xfrm>
              <a:off x="0" y="1361215"/>
              <a:ext cx="4758690" cy="9947910"/>
            </a:xfrm>
            <a:custGeom>
              <a:rect b="b" l="l" r="r" t="t"/>
              <a:pathLst>
                <a:path extrusionOk="0" h="9947910" w="4758690">
                  <a:moveTo>
                    <a:pt x="4758498" y="0"/>
                  </a:moveTo>
                  <a:lnTo>
                    <a:pt x="0" y="0"/>
                  </a:lnTo>
                  <a:lnTo>
                    <a:pt x="0" y="9947341"/>
                  </a:lnTo>
                  <a:lnTo>
                    <a:pt x="4758498" y="9947341"/>
                  </a:lnTo>
                  <a:lnTo>
                    <a:pt x="4758498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56" name="Google Shape;256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20104099" cy="13612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7" name="Google Shape;257;p9"/>
          <p:cNvSpPr txBox="1"/>
          <p:nvPr>
            <p:ph type="title"/>
          </p:nvPr>
        </p:nvSpPr>
        <p:spPr>
          <a:xfrm>
            <a:off x="603308" y="259543"/>
            <a:ext cx="89915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	FLOWCHART (PART 1)</a:t>
            </a:r>
            <a:endParaRPr/>
          </a:p>
        </p:txBody>
      </p:sp>
      <p:sp>
        <p:nvSpPr>
          <p:cNvPr id="258" name="Google Shape;258;p9"/>
          <p:cNvSpPr txBox="1"/>
          <p:nvPr/>
        </p:nvSpPr>
        <p:spPr>
          <a:xfrm>
            <a:off x="486571" y="1814287"/>
            <a:ext cx="3498215" cy="2665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0680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471804" lvl="0" marL="483869" marR="5080" rtl="0" algn="l">
              <a:lnSpc>
                <a:spcPct val="108700"/>
              </a:lnSpc>
              <a:spcBef>
                <a:spcPts val="1964"/>
              </a:spcBef>
              <a:spcAft>
                <a:spcPts val="0"/>
              </a:spcAft>
              <a:buClr>
                <a:srgbClr val="444444"/>
              </a:buClr>
              <a:buSzPts val="2150"/>
              <a:buFont typeface="Arial"/>
              <a:buAutoNum type="arabicPeriod"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Search functionality: API search request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-470534" lvl="0" marL="483234" rtl="0" algn="l">
              <a:lnSpc>
                <a:spcPct val="100000"/>
              </a:lnSpc>
              <a:spcBef>
                <a:spcPts val="2450"/>
              </a:spcBef>
              <a:spcAft>
                <a:spcPts val="0"/>
              </a:spcAft>
              <a:buClr>
                <a:srgbClr val="444444"/>
              </a:buClr>
              <a:buSzPts val="2150"/>
              <a:buFont typeface="Arial"/>
              <a:buAutoNum type="arabicPeriod"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Results with pagination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-470534" lvl="0" marL="483234" rtl="0" algn="l">
              <a:lnSpc>
                <a:spcPct val="100000"/>
              </a:lnSpc>
              <a:spcBef>
                <a:spcPts val="2450"/>
              </a:spcBef>
              <a:spcAft>
                <a:spcPts val="0"/>
              </a:spcAft>
              <a:buClr>
                <a:srgbClr val="444444"/>
              </a:buClr>
              <a:buSzPts val="2150"/>
              <a:buFont typeface="Arial"/>
              <a:buAutoNum type="arabicPeriod"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Display recipe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9" name="Google Shape;259;p9"/>
          <p:cNvGrpSpPr/>
          <p:nvPr/>
        </p:nvGrpSpPr>
        <p:grpSpPr>
          <a:xfrm>
            <a:off x="1293635" y="286504"/>
            <a:ext cx="18496338" cy="6860983"/>
            <a:chOff x="1293635" y="286504"/>
            <a:chExt cx="18496338" cy="6860983"/>
          </a:xfrm>
        </p:grpSpPr>
        <p:pic>
          <p:nvPicPr>
            <p:cNvPr id="260" name="Google Shape;260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196314" y="286504"/>
              <a:ext cx="2385637" cy="7882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88850" y="4566374"/>
              <a:ext cx="14701123" cy="25811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" name="Google Shape;262;p9"/>
            <p:cNvSpPr/>
            <p:nvPr/>
          </p:nvSpPr>
          <p:spPr>
            <a:xfrm>
              <a:off x="1373396" y="4962620"/>
              <a:ext cx="254635" cy="1132205"/>
            </a:xfrm>
            <a:custGeom>
              <a:rect b="b" l="l" r="r" t="t"/>
              <a:pathLst>
                <a:path extrusionOk="0" h="1132204" w="254635">
                  <a:moveTo>
                    <a:pt x="10034" y="0"/>
                  </a:moveTo>
                  <a:lnTo>
                    <a:pt x="7597" y="20799"/>
                  </a:lnTo>
                  <a:lnTo>
                    <a:pt x="3740" y="75716"/>
                  </a:lnTo>
                  <a:lnTo>
                    <a:pt x="1207" y="130032"/>
                  </a:lnTo>
                  <a:lnTo>
                    <a:pt x="0" y="183747"/>
                  </a:lnTo>
                  <a:lnTo>
                    <a:pt x="117" y="236861"/>
                  </a:lnTo>
                  <a:lnTo>
                    <a:pt x="1559" y="289373"/>
                  </a:lnTo>
                  <a:lnTo>
                    <a:pt x="4326" y="341285"/>
                  </a:lnTo>
                  <a:lnTo>
                    <a:pt x="8418" y="392595"/>
                  </a:lnTo>
                  <a:lnTo>
                    <a:pt x="13834" y="443304"/>
                  </a:lnTo>
                  <a:lnTo>
                    <a:pt x="20576" y="493411"/>
                  </a:lnTo>
                  <a:lnTo>
                    <a:pt x="28642" y="542918"/>
                  </a:lnTo>
                  <a:lnTo>
                    <a:pt x="38033" y="591823"/>
                  </a:lnTo>
                  <a:lnTo>
                    <a:pt x="48749" y="640127"/>
                  </a:lnTo>
                  <a:lnTo>
                    <a:pt x="60790" y="687830"/>
                  </a:lnTo>
                  <a:lnTo>
                    <a:pt x="74155" y="734932"/>
                  </a:lnTo>
                  <a:lnTo>
                    <a:pt x="88846" y="781433"/>
                  </a:lnTo>
                  <a:lnTo>
                    <a:pt x="104861" y="827332"/>
                  </a:lnTo>
                  <a:lnTo>
                    <a:pt x="122201" y="872631"/>
                  </a:lnTo>
                  <a:lnTo>
                    <a:pt x="140866" y="917328"/>
                  </a:lnTo>
                  <a:lnTo>
                    <a:pt x="160856" y="961424"/>
                  </a:lnTo>
                  <a:lnTo>
                    <a:pt x="182171" y="1004919"/>
                  </a:lnTo>
                  <a:lnTo>
                    <a:pt x="204810" y="1047812"/>
                  </a:lnTo>
                  <a:lnTo>
                    <a:pt x="228775" y="1090105"/>
                  </a:lnTo>
                  <a:lnTo>
                    <a:pt x="254064" y="1131796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3" name="Google Shape;263;p9"/>
            <p:cNvSpPr/>
            <p:nvPr/>
          </p:nvSpPr>
          <p:spPr>
            <a:xfrm>
              <a:off x="1293635" y="4808705"/>
              <a:ext cx="175260" cy="185420"/>
            </a:xfrm>
            <a:custGeom>
              <a:rect b="b" l="l" r="r" t="t"/>
              <a:pathLst>
                <a:path extrusionOk="0" h="185420" w="175259">
                  <a:moveTo>
                    <a:pt x="107833" y="0"/>
                  </a:moveTo>
                  <a:lnTo>
                    <a:pt x="0" y="164476"/>
                  </a:lnTo>
                  <a:lnTo>
                    <a:pt x="174715" y="184952"/>
                  </a:lnTo>
                  <a:lnTo>
                    <a:pt x="107833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4" name="Google Shape;264;p9"/>
            <p:cNvSpPr/>
            <p:nvPr/>
          </p:nvSpPr>
          <p:spPr>
            <a:xfrm>
              <a:off x="5711291" y="4472136"/>
              <a:ext cx="474345" cy="474345"/>
            </a:xfrm>
            <a:custGeom>
              <a:rect b="b" l="l" r="r" t="t"/>
              <a:pathLst>
                <a:path extrusionOk="0" h="474345" w="474345">
                  <a:moveTo>
                    <a:pt x="236904" y="0"/>
                  </a:moveTo>
                  <a:lnTo>
                    <a:pt x="191656" y="4336"/>
                  </a:lnTo>
                  <a:lnTo>
                    <a:pt x="147757" y="17346"/>
                  </a:lnTo>
                  <a:lnTo>
                    <a:pt x="106551" y="39030"/>
                  </a:lnTo>
                  <a:lnTo>
                    <a:pt x="69388" y="69387"/>
                  </a:lnTo>
                  <a:lnTo>
                    <a:pt x="39030" y="106551"/>
                  </a:lnTo>
                  <a:lnTo>
                    <a:pt x="17347" y="147756"/>
                  </a:lnTo>
                  <a:lnTo>
                    <a:pt x="4336" y="191656"/>
                  </a:lnTo>
                  <a:lnTo>
                    <a:pt x="0" y="236903"/>
                  </a:lnTo>
                  <a:lnTo>
                    <a:pt x="4336" y="282151"/>
                  </a:lnTo>
                  <a:lnTo>
                    <a:pt x="17347" y="326051"/>
                  </a:lnTo>
                  <a:lnTo>
                    <a:pt x="39030" y="367256"/>
                  </a:lnTo>
                  <a:lnTo>
                    <a:pt x="69388" y="404420"/>
                  </a:lnTo>
                  <a:lnTo>
                    <a:pt x="106551" y="434777"/>
                  </a:lnTo>
                  <a:lnTo>
                    <a:pt x="147757" y="456460"/>
                  </a:lnTo>
                  <a:lnTo>
                    <a:pt x="191656" y="469470"/>
                  </a:lnTo>
                  <a:lnTo>
                    <a:pt x="236904" y="473807"/>
                  </a:lnTo>
                  <a:lnTo>
                    <a:pt x="282151" y="469470"/>
                  </a:lnTo>
                  <a:lnTo>
                    <a:pt x="326050" y="456460"/>
                  </a:lnTo>
                  <a:lnTo>
                    <a:pt x="367256" y="434777"/>
                  </a:lnTo>
                  <a:lnTo>
                    <a:pt x="404419" y="404420"/>
                  </a:lnTo>
                  <a:lnTo>
                    <a:pt x="434776" y="367256"/>
                  </a:lnTo>
                  <a:lnTo>
                    <a:pt x="456460" y="326051"/>
                  </a:lnTo>
                  <a:lnTo>
                    <a:pt x="469470" y="282151"/>
                  </a:lnTo>
                  <a:lnTo>
                    <a:pt x="473807" y="236903"/>
                  </a:lnTo>
                  <a:lnTo>
                    <a:pt x="469470" y="191656"/>
                  </a:lnTo>
                  <a:lnTo>
                    <a:pt x="456460" y="147756"/>
                  </a:lnTo>
                  <a:lnTo>
                    <a:pt x="434776" y="106551"/>
                  </a:lnTo>
                  <a:lnTo>
                    <a:pt x="404419" y="69387"/>
                  </a:lnTo>
                  <a:lnTo>
                    <a:pt x="367256" y="39030"/>
                  </a:lnTo>
                  <a:lnTo>
                    <a:pt x="326050" y="17346"/>
                  </a:lnTo>
                  <a:lnTo>
                    <a:pt x="282151" y="4336"/>
                  </a:lnTo>
                  <a:lnTo>
                    <a:pt x="236904" y="0"/>
                  </a:lnTo>
                  <a:close/>
                </a:path>
              </a:pathLst>
            </a:custGeom>
            <a:solidFill>
              <a:srgbClr val="F4DB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65" name="Google Shape;265;p9"/>
          <p:cNvSpPr txBox="1"/>
          <p:nvPr/>
        </p:nvSpPr>
        <p:spPr>
          <a:xfrm>
            <a:off x="719919" y="6280079"/>
            <a:ext cx="240284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Tahoma"/>
                <a:ea typeface="Tahoma"/>
                <a:cs typeface="Tahoma"/>
                <a:sym typeface="Tahoma"/>
              </a:rPr>
              <a:t>Other features later</a:t>
            </a:r>
            <a:endParaRPr sz="215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5854394" y="4515671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5711291" y="7192853"/>
            <a:ext cx="474345" cy="474345"/>
          </a:xfrm>
          <a:custGeom>
            <a:rect b="b" l="l" r="r" t="t"/>
            <a:pathLst>
              <a:path extrusionOk="0" h="474345" w="474345">
                <a:moveTo>
                  <a:pt x="236904" y="0"/>
                </a:moveTo>
                <a:lnTo>
                  <a:pt x="191656" y="4336"/>
                </a:lnTo>
                <a:lnTo>
                  <a:pt x="147757" y="17346"/>
                </a:lnTo>
                <a:lnTo>
                  <a:pt x="106551" y="39030"/>
                </a:lnTo>
                <a:lnTo>
                  <a:pt x="69388" y="69387"/>
                </a:lnTo>
                <a:lnTo>
                  <a:pt x="39030" y="106551"/>
                </a:lnTo>
                <a:lnTo>
                  <a:pt x="17347" y="147756"/>
                </a:lnTo>
                <a:lnTo>
                  <a:pt x="4336" y="191656"/>
                </a:lnTo>
                <a:lnTo>
                  <a:pt x="0" y="236903"/>
                </a:lnTo>
                <a:lnTo>
                  <a:pt x="4336" y="282151"/>
                </a:lnTo>
                <a:lnTo>
                  <a:pt x="17347" y="326051"/>
                </a:lnTo>
                <a:lnTo>
                  <a:pt x="39030" y="367256"/>
                </a:lnTo>
                <a:lnTo>
                  <a:pt x="69388" y="404420"/>
                </a:lnTo>
                <a:lnTo>
                  <a:pt x="106551" y="434777"/>
                </a:lnTo>
                <a:lnTo>
                  <a:pt x="147757" y="456460"/>
                </a:lnTo>
                <a:lnTo>
                  <a:pt x="191656" y="469470"/>
                </a:lnTo>
                <a:lnTo>
                  <a:pt x="236904" y="473807"/>
                </a:lnTo>
                <a:lnTo>
                  <a:pt x="282151" y="469470"/>
                </a:lnTo>
                <a:lnTo>
                  <a:pt x="326050" y="456460"/>
                </a:lnTo>
                <a:lnTo>
                  <a:pt x="367256" y="434777"/>
                </a:lnTo>
                <a:lnTo>
                  <a:pt x="404419" y="404420"/>
                </a:lnTo>
                <a:lnTo>
                  <a:pt x="434776" y="367256"/>
                </a:lnTo>
                <a:lnTo>
                  <a:pt x="456460" y="326051"/>
                </a:lnTo>
                <a:lnTo>
                  <a:pt x="469470" y="282151"/>
                </a:lnTo>
                <a:lnTo>
                  <a:pt x="473807" y="236903"/>
                </a:lnTo>
                <a:lnTo>
                  <a:pt x="469470" y="191656"/>
                </a:lnTo>
                <a:lnTo>
                  <a:pt x="456460" y="147756"/>
                </a:lnTo>
                <a:lnTo>
                  <a:pt x="434776" y="106551"/>
                </a:lnTo>
                <a:lnTo>
                  <a:pt x="404419" y="69387"/>
                </a:lnTo>
                <a:lnTo>
                  <a:pt x="367256" y="39030"/>
                </a:lnTo>
                <a:lnTo>
                  <a:pt x="326050" y="17346"/>
                </a:lnTo>
                <a:lnTo>
                  <a:pt x="282151" y="4336"/>
                </a:lnTo>
                <a:lnTo>
                  <a:pt x="236904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8" name="Google Shape;268;p9"/>
          <p:cNvSpPr txBox="1"/>
          <p:nvPr/>
        </p:nvSpPr>
        <p:spPr>
          <a:xfrm>
            <a:off x="5854394" y="7236389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4150530" y="5829439"/>
            <a:ext cx="474345" cy="474345"/>
          </a:xfrm>
          <a:custGeom>
            <a:rect b="b" l="l" r="r" t="t"/>
            <a:pathLst>
              <a:path extrusionOk="0" h="474345" w="474344">
                <a:moveTo>
                  <a:pt x="236901" y="0"/>
                </a:moveTo>
                <a:lnTo>
                  <a:pt x="191653" y="4336"/>
                </a:lnTo>
                <a:lnTo>
                  <a:pt x="147753" y="17346"/>
                </a:lnTo>
                <a:lnTo>
                  <a:pt x="106547" y="39030"/>
                </a:lnTo>
                <a:lnTo>
                  <a:pt x="69382" y="69387"/>
                </a:lnTo>
                <a:lnTo>
                  <a:pt x="39027" y="106551"/>
                </a:lnTo>
                <a:lnTo>
                  <a:pt x="17345" y="147756"/>
                </a:lnTo>
                <a:lnTo>
                  <a:pt x="4336" y="191656"/>
                </a:lnTo>
                <a:lnTo>
                  <a:pt x="0" y="236903"/>
                </a:lnTo>
                <a:lnTo>
                  <a:pt x="4336" y="282151"/>
                </a:lnTo>
                <a:lnTo>
                  <a:pt x="17345" y="326051"/>
                </a:lnTo>
                <a:lnTo>
                  <a:pt x="39027" y="367256"/>
                </a:lnTo>
                <a:lnTo>
                  <a:pt x="69382" y="404420"/>
                </a:lnTo>
                <a:lnTo>
                  <a:pt x="106547" y="434777"/>
                </a:lnTo>
                <a:lnTo>
                  <a:pt x="147753" y="456460"/>
                </a:lnTo>
                <a:lnTo>
                  <a:pt x="191653" y="469470"/>
                </a:lnTo>
                <a:lnTo>
                  <a:pt x="236901" y="473807"/>
                </a:lnTo>
                <a:lnTo>
                  <a:pt x="282148" y="469470"/>
                </a:lnTo>
                <a:lnTo>
                  <a:pt x="326048" y="456460"/>
                </a:lnTo>
                <a:lnTo>
                  <a:pt x="367254" y="434777"/>
                </a:lnTo>
                <a:lnTo>
                  <a:pt x="404419" y="404420"/>
                </a:lnTo>
                <a:lnTo>
                  <a:pt x="434777" y="367256"/>
                </a:lnTo>
                <a:lnTo>
                  <a:pt x="456462" y="326051"/>
                </a:lnTo>
                <a:lnTo>
                  <a:pt x="469473" y="282151"/>
                </a:lnTo>
                <a:lnTo>
                  <a:pt x="473810" y="236903"/>
                </a:lnTo>
                <a:lnTo>
                  <a:pt x="469473" y="191656"/>
                </a:lnTo>
                <a:lnTo>
                  <a:pt x="456462" y="147756"/>
                </a:lnTo>
                <a:lnTo>
                  <a:pt x="434777" y="106551"/>
                </a:lnTo>
                <a:lnTo>
                  <a:pt x="404419" y="69387"/>
                </a:lnTo>
                <a:lnTo>
                  <a:pt x="367254" y="39030"/>
                </a:lnTo>
                <a:lnTo>
                  <a:pt x="326048" y="17346"/>
                </a:lnTo>
                <a:lnTo>
                  <a:pt x="282148" y="4336"/>
                </a:lnTo>
                <a:lnTo>
                  <a:pt x="236901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0" name="Google Shape;270;p9"/>
          <p:cNvSpPr txBox="1"/>
          <p:nvPr/>
        </p:nvSpPr>
        <p:spPr>
          <a:xfrm>
            <a:off x="14293628" y="5872974"/>
            <a:ext cx="1879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2023-08-06T03:03:20Z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2023-08-06T00:00:00Z</vt:filetime>
  </property>
  <property fmtid="{D5CDD505-2E9C-101B-9397-08002B2CF9AE}" pid="3" name="Creator">
    <vt:lpwstr>Keynote</vt:lpwstr>
  </property>
  <property fmtid="{D5CDD505-2E9C-101B-9397-08002B2CF9AE}" pid="4" name="LastSaved">
    <vt:filetime>2023-08-06T00:00:00Z</vt:filetime>
  </property>
  <property fmtid="{D5CDD505-2E9C-101B-9397-08002B2CF9AE}" pid="5" name="Producer">
    <vt:lpwstr>macOS Version 11.0.1 (Build 20B29) Quartz PDFContext</vt:lpwstr>
  </property>
</Properties>
</file>