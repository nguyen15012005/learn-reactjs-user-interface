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1309350" cx="20104100"/>
  <p:notesSz cx="20104100" cy="11309350"/>
  <p:embeddedFontLst>
    <p:embeddedFont>
      <p:font typeface="Tahoma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jqHL37jWyUcSvhMvw775aUhSwi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Tahoma-bold.fntdata"/><Relationship Id="rId6" Type="http://schemas.openxmlformats.org/officeDocument/2006/relationships/slide" Target="slides/slide1.xml"/><Relationship Id="rId18" Type="http://schemas.openxmlformats.org/officeDocument/2006/relationships/font" Target="fonts/Tahoma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9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0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1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1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2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/>
          <p:nvPr/>
        </p:nvSpPr>
        <p:spPr>
          <a:xfrm>
            <a:off x="0" y="0"/>
            <a:ext cx="20104100" cy="11308715"/>
          </a:xfrm>
          <a:custGeom>
            <a:rect b="b" l="l" r="r" t="t"/>
            <a:pathLst>
              <a:path extrusionOk="0" h="11308715" w="20104100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8" name="Google Shape;1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20104099" cy="136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5"/>
          <p:cNvSpPr txBox="1"/>
          <p:nvPr>
            <p:ph type="title"/>
          </p:nvPr>
        </p:nvSpPr>
        <p:spPr>
          <a:xfrm>
            <a:off x="603309" y="259543"/>
            <a:ext cx="11144885" cy="813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5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" type="body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6"/>
          <p:cNvSpPr txBox="1"/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5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" type="subTitle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 txBox="1"/>
          <p:nvPr>
            <p:ph type="title"/>
          </p:nvPr>
        </p:nvSpPr>
        <p:spPr>
          <a:xfrm>
            <a:off x="603309" y="259543"/>
            <a:ext cx="11144885" cy="813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5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" type="body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2" type="body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/>
          <p:nvPr>
            <p:ph type="title"/>
          </p:nvPr>
        </p:nvSpPr>
        <p:spPr>
          <a:xfrm>
            <a:off x="603309" y="259543"/>
            <a:ext cx="11144885" cy="813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5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8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/>
          <p:nvPr/>
        </p:nvSpPr>
        <p:spPr>
          <a:xfrm>
            <a:off x="0" y="0"/>
            <a:ext cx="20104100" cy="11308715"/>
          </a:xfrm>
          <a:custGeom>
            <a:rect b="b" l="l" r="r" t="t"/>
            <a:pathLst>
              <a:path extrusionOk="0" h="11308715" w="20104100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" name="Google Shape;7;p13"/>
          <p:cNvSpPr txBox="1"/>
          <p:nvPr>
            <p:ph type="title"/>
          </p:nvPr>
        </p:nvSpPr>
        <p:spPr>
          <a:xfrm>
            <a:off x="603309" y="259543"/>
            <a:ext cx="11144885" cy="813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950" u="none" cap="none" strike="noStrike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3"/>
          <p:cNvSpPr txBox="1"/>
          <p:nvPr>
            <p:ph idx="1" type="body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3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3.jpg"/><Relationship Id="rId5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4.png"/><Relationship Id="rId7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3.jp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jp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27.jpg"/><Relationship Id="rId7" Type="http://schemas.openxmlformats.org/officeDocument/2006/relationships/image" Target="../media/image28.png"/><Relationship Id="rId8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jpg"/><Relationship Id="rId4" Type="http://schemas.openxmlformats.org/officeDocument/2006/relationships/image" Target="../media/image7.png"/><Relationship Id="rId5" Type="http://schemas.openxmlformats.org/officeDocument/2006/relationships/image" Target="../media/image20.png"/><Relationship Id="rId6" Type="http://schemas.openxmlformats.org/officeDocument/2006/relationships/image" Target="../media/image33.png"/><Relationship Id="rId7" Type="http://schemas.openxmlformats.org/officeDocument/2006/relationships/image" Target="../media/image22.jpg"/><Relationship Id="rId8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7.png"/><Relationship Id="rId6" Type="http://schemas.openxmlformats.org/officeDocument/2006/relationships/image" Target="../media/image20.png"/><Relationship Id="rId7" Type="http://schemas.openxmlformats.org/officeDocument/2006/relationships/image" Target="../media/image3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9" Type="http://schemas.openxmlformats.org/officeDocument/2006/relationships/image" Target="../media/image37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Relationship Id="rId7" Type="http://schemas.openxmlformats.org/officeDocument/2006/relationships/image" Target="../media/image50.png"/><Relationship Id="rId8" Type="http://schemas.openxmlformats.org/officeDocument/2006/relationships/image" Target="../media/image48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31.png"/><Relationship Id="rId10" Type="http://schemas.openxmlformats.org/officeDocument/2006/relationships/image" Target="../media/image40.png"/><Relationship Id="rId13" Type="http://schemas.openxmlformats.org/officeDocument/2006/relationships/image" Target="../media/image49.png"/><Relationship Id="rId1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30.png"/><Relationship Id="rId9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45.png"/><Relationship Id="rId7" Type="http://schemas.openxmlformats.org/officeDocument/2006/relationships/image" Target="../media/image43.png"/><Relationship Id="rId8" Type="http://schemas.openxmlformats.org/officeDocument/2006/relationships/image" Target="../media/image1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3.jpg"/><Relationship Id="rId5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www.google.com/" TargetMode="External"/><Relationship Id="rId4" Type="http://schemas.openxmlformats.org/officeDocument/2006/relationships/image" Target="../media/image42.png"/><Relationship Id="rId5" Type="http://schemas.openxmlformats.org/officeDocument/2006/relationships/image" Target="../media/image19.png"/><Relationship Id="rId6" Type="http://schemas.openxmlformats.org/officeDocument/2006/relationships/image" Target="../media/image47.png"/><Relationship Id="rId7" Type="http://schemas.openxmlformats.org/officeDocument/2006/relationships/image" Target="../media/image17.png"/><Relationship Id="rId8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7481" y="0"/>
            <a:ext cx="11936618" cy="11308556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"/>
          <p:cNvSpPr txBox="1"/>
          <p:nvPr/>
        </p:nvSpPr>
        <p:spPr>
          <a:xfrm>
            <a:off x="10509250" y="2517449"/>
            <a:ext cx="9067800" cy="5568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9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SECTION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9050" marR="5080" rtl="0" algn="l">
              <a:lnSpc>
                <a:spcPct val="103529"/>
              </a:lnSpc>
              <a:spcBef>
                <a:spcPts val="1755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MAPTY APP: OOP, GEOLOCATION, EXTERNAL LIBRARIES, AND MORE!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3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LECTURE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7780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FINAL CONSIDERATIONS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19351" y="9716310"/>
            <a:ext cx="1159328" cy="1159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4079" y="3896837"/>
            <a:ext cx="6558797" cy="3347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 txBox="1"/>
          <p:nvPr>
            <p:ph type="title"/>
          </p:nvPr>
        </p:nvSpPr>
        <p:spPr>
          <a:xfrm>
            <a:off x="603308" y="293573"/>
            <a:ext cx="161543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	ADDITIONAL FEATURE IDEAS: CHALLENGES</a:t>
            </a:r>
            <a:endParaRPr/>
          </a:p>
        </p:txBody>
      </p:sp>
      <p:grpSp>
        <p:nvGrpSpPr>
          <p:cNvPr id="55" name="Google Shape;55;p2"/>
          <p:cNvGrpSpPr/>
          <p:nvPr/>
        </p:nvGrpSpPr>
        <p:grpSpPr>
          <a:xfrm>
            <a:off x="13363508" y="283696"/>
            <a:ext cx="6223477" cy="793822"/>
            <a:chOff x="13363508" y="283696"/>
            <a:chExt cx="6223477" cy="793822"/>
          </a:xfrm>
        </p:grpSpPr>
        <p:pic>
          <p:nvPicPr>
            <p:cNvPr id="56" name="Google Shape;56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363508" y="439250"/>
              <a:ext cx="628253" cy="6282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650059" y="283696"/>
              <a:ext cx="1936926" cy="79382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8" name="Google Shape;58;p2"/>
          <p:cNvGrpSpPr/>
          <p:nvPr/>
        </p:nvGrpSpPr>
        <p:grpSpPr>
          <a:xfrm>
            <a:off x="12712628" y="4530453"/>
            <a:ext cx="7059012" cy="4204714"/>
            <a:chOff x="12712628" y="4530453"/>
            <a:chExt cx="7059012" cy="4204714"/>
          </a:xfrm>
        </p:grpSpPr>
        <p:pic>
          <p:nvPicPr>
            <p:cNvPr id="59" name="Google Shape;59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712628" y="4530453"/>
              <a:ext cx="7059012" cy="420471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0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3340881" y="4844580"/>
              <a:ext cx="5802425" cy="294808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1" name="Google Shape;61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49016" y="2147278"/>
            <a:ext cx="282713" cy="282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49016" y="2930500"/>
            <a:ext cx="282713" cy="282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49016" y="3713722"/>
            <a:ext cx="282713" cy="282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49016" y="4496944"/>
            <a:ext cx="282713" cy="282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49016" y="5280481"/>
            <a:ext cx="282713" cy="282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49016" y="6064144"/>
            <a:ext cx="282713" cy="282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49016" y="6847366"/>
            <a:ext cx="282713" cy="282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49016" y="7630588"/>
            <a:ext cx="282713" cy="282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49016" y="8413811"/>
            <a:ext cx="282713" cy="282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49016" y="9687070"/>
            <a:ext cx="282713" cy="282713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 txBox="1"/>
          <p:nvPr/>
        </p:nvSpPr>
        <p:spPr>
          <a:xfrm>
            <a:off x="2045317" y="2095915"/>
            <a:ext cx="10497185" cy="84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Ability to </a:t>
            </a: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edit </a:t>
            </a: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 workout;</a:t>
            </a:r>
            <a:endParaRPr sz="245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6390640" rtl="0" algn="l">
              <a:lnSpc>
                <a:spcPct val="251836"/>
              </a:lnSpc>
              <a:spcBef>
                <a:spcPts val="745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Ability to </a:t>
            </a: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delete </a:t>
            </a: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 workout; Ability to </a:t>
            </a: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delete all </a:t>
            </a: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workouts;</a:t>
            </a:r>
            <a:endParaRPr sz="245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48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Ability to </a:t>
            </a: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sort </a:t>
            </a: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workouts by a certain field (e.g. distance);</a:t>
            </a:r>
            <a:endParaRPr sz="245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765175" rtl="0" algn="l">
              <a:lnSpc>
                <a:spcPct val="251836"/>
              </a:lnSpc>
              <a:spcBef>
                <a:spcPts val="74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Re-build </a:t>
            </a:r>
            <a:r>
              <a:rPr lang="en-US" sz="245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Running </a:t>
            </a: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245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Cycling </a:t>
            </a: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objects coming from Local Storage; More realistic error and confirmation </a:t>
            </a: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messages</a:t>
            </a: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245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316990" rtl="0" algn="l">
              <a:lnSpc>
                <a:spcPct val="2518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Ability to position the map to </a:t>
            </a: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show all workouts </a:t>
            </a:r>
            <a:r>
              <a:rPr lang="en-US" sz="2450">
                <a:solidFill>
                  <a:srgbClr val="C82506"/>
                </a:solidFill>
                <a:latin typeface="Arial"/>
                <a:ea typeface="Arial"/>
                <a:cs typeface="Arial"/>
                <a:sym typeface="Arial"/>
              </a:rPr>
              <a:t>[very hard]; </a:t>
            </a: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Ability to </a:t>
            </a: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draw lines and shapes </a:t>
            </a: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instead of just points </a:t>
            </a:r>
            <a:r>
              <a:rPr lang="en-US" sz="2450">
                <a:solidFill>
                  <a:srgbClr val="C82506"/>
                </a:solidFill>
                <a:latin typeface="Arial"/>
                <a:ea typeface="Arial"/>
                <a:cs typeface="Arial"/>
                <a:sym typeface="Arial"/>
              </a:rPr>
              <a:t>[very hard];</a:t>
            </a:r>
            <a:endParaRPr sz="245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47370" rtl="0" algn="l">
              <a:lnSpc>
                <a:spcPct val="131200"/>
              </a:lnSpc>
              <a:spcBef>
                <a:spcPts val="156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Geocode location </a:t>
            </a: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from coordinates (“Run in Faro, Portugal”) </a:t>
            </a:r>
            <a:r>
              <a:rPr lang="en-US" sz="2450">
                <a:solidFill>
                  <a:srgbClr val="C82506"/>
                </a:solidFill>
                <a:latin typeface="Arial"/>
                <a:ea typeface="Arial"/>
                <a:cs typeface="Arial"/>
                <a:sym typeface="Arial"/>
              </a:rPr>
              <a:t>[only after asynchronous JavaScript section];</a:t>
            </a:r>
            <a:endParaRPr sz="245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31200"/>
              </a:lnSpc>
              <a:spcBef>
                <a:spcPts val="231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Display weather </a:t>
            </a: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data for workout time and place	</a:t>
            </a:r>
            <a:r>
              <a:rPr lang="en-US" sz="2450">
                <a:solidFill>
                  <a:srgbClr val="C82506"/>
                </a:solidFill>
                <a:latin typeface="Arial"/>
                <a:ea typeface="Arial"/>
                <a:cs typeface="Arial"/>
                <a:sym typeface="Arial"/>
              </a:rPr>
              <a:t>[only after asynchronous JavaScript section].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 txBox="1"/>
          <p:nvPr/>
        </p:nvSpPr>
        <p:spPr>
          <a:xfrm>
            <a:off x="1774549" y="1103920"/>
            <a:ext cx="16474440" cy="886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089025" marR="1083945" rtl="0" algn="ctr">
              <a:lnSpc>
                <a:spcPct val="10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ASYNCHRONOUS JAVASCRIPT:</a:t>
            </a:r>
            <a:endParaRPr sz="13200">
              <a:latin typeface="Arial"/>
              <a:ea typeface="Arial"/>
              <a:cs typeface="Arial"/>
              <a:sym typeface="Arial"/>
            </a:endParaRPr>
          </a:p>
          <a:p>
            <a:pPr indent="0" lvl="0" marL="12065" marR="5080" rtl="0" algn="ctr">
              <a:lnSpc>
                <a:spcPct val="1098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32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PROMISES, ASYNC/ AWAIT AND AJAX</a:t>
            </a:r>
            <a:endParaRPr sz="13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7481" y="0"/>
            <a:ext cx="11936618" cy="1130855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"/>
          <p:cNvSpPr txBox="1"/>
          <p:nvPr/>
        </p:nvSpPr>
        <p:spPr>
          <a:xfrm>
            <a:off x="10052050" y="2517449"/>
            <a:ext cx="9296400" cy="6973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9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SECTION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9050" rtl="0" algn="l">
              <a:lnSpc>
                <a:spcPct val="111764"/>
              </a:lnSpc>
              <a:spcBef>
                <a:spcPts val="88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ASYNCHRONOUS JAVASCRIPT: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9050" rtl="0" algn="l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PROMISES, ASYNC/AWAIT AND AJAX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t/>
            </a:r>
            <a:endParaRPr sz="385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LECTURE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7780" marR="177165" rtl="0" algn="l">
              <a:lnSpc>
                <a:spcPct val="103529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ASYNCHRONOUS JAVASCRIPT, AJAX AND APIS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19351" y="9716310"/>
            <a:ext cx="1159328" cy="1159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4079" y="3896837"/>
            <a:ext cx="6558797" cy="3347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/>
          <p:nvPr>
            <p:ph type="title"/>
          </p:nvPr>
        </p:nvSpPr>
        <p:spPr>
          <a:xfrm>
            <a:off x="603308" y="259543"/>
            <a:ext cx="91439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SYNCHRONOUS	CODE</a:t>
            </a:r>
            <a:endParaRPr/>
          </a:p>
        </p:txBody>
      </p:sp>
      <p:pic>
        <p:nvPicPr>
          <p:cNvPr id="90" name="Google Shape;9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0415" y="8263158"/>
            <a:ext cx="4286357" cy="101041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"/>
          <p:cNvSpPr txBox="1"/>
          <p:nvPr/>
        </p:nvSpPr>
        <p:spPr>
          <a:xfrm>
            <a:off x="1923263" y="8409076"/>
            <a:ext cx="343240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SYNCHRONOUS</a:t>
            </a:r>
            <a:endParaRPr sz="4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15206521" y="2404902"/>
            <a:ext cx="2513330" cy="4911725"/>
          </a:xfrm>
          <a:custGeom>
            <a:rect b="b" l="l" r="r" t="t"/>
            <a:pathLst>
              <a:path extrusionOk="0" h="4911725" w="2513330">
                <a:moveTo>
                  <a:pt x="2513012" y="0"/>
                </a:moveTo>
                <a:lnTo>
                  <a:pt x="0" y="0"/>
                </a:lnTo>
                <a:lnTo>
                  <a:pt x="0" y="4911180"/>
                </a:lnTo>
                <a:lnTo>
                  <a:pt x="2513012" y="4911180"/>
                </a:lnTo>
                <a:lnTo>
                  <a:pt x="2513012" y="0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3" name="Google Shape;93;p5"/>
          <p:cNvSpPr txBox="1"/>
          <p:nvPr/>
        </p:nvSpPr>
        <p:spPr>
          <a:xfrm>
            <a:off x="15206521" y="2404902"/>
            <a:ext cx="2513330" cy="4911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86375">
            <a:spAutoFit/>
          </a:bodyPr>
          <a:lstStyle/>
          <a:p>
            <a:pPr indent="5714" lvl="0" marL="511809" marR="588010" rtl="0" algn="l">
              <a:lnSpc>
                <a:spcPct val="110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THREAD OF EXECUTION</a:t>
            </a:r>
            <a:endParaRPr sz="2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16161512" y="3592505"/>
            <a:ext cx="519430" cy="3395345"/>
          </a:xfrm>
          <a:custGeom>
            <a:rect b="b" l="l" r="r" t="t"/>
            <a:pathLst>
              <a:path extrusionOk="0" h="3395345" w="519430">
                <a:moveTo>
                  <a:pt x="519252" y="2586012"/>
                </a:moveTo>
                <a:lnTo>
                  <a:pt x="0" y="2586012"/>
                </a:lnTo>
                <a:lnTo>
                  <a:pt x="0" y="3394887"/>
                </a:lnTo>
                <a:lnTo>
                  <a:pt x="519252" y="3394887"/>
                </a:lnTo>
                <a:lnTo>
                  <a:pt x="519252" y="2586012"/>
                </a:lnTo>
                <a:close/>
              </a:path>
              <a:path extrusionOk="0" h="3395345" w="519430">
                <a:moveTo>
                  <a:pt x="519252" y="1724787"/>
                </a:moveTo>
                <a:lnTo>
                  <a:pt x="0" y="1724787"/>
                </a:lnTo>
                <a:lnTo>
                  <a:pt x="0" y="2533662"/>
                </a:lnTo>
                <a:lnTo>
                  <a:pt x="519252" y="2533662"/>
                </a:lnTo>
                <a:lnTo>
                  <a:pt x="519252" y="1724787"/>
                </a:lnTo>
                <a:close/>
              </a:path>
              <a:path extrusionOk="0" h="3395345" w="519430">
                <a:moveTo>
                  <a:pt x="519252" y="863549"/>
                </a:moveTo>
                <a:lnTo>
                  <a:pt x="0" y="863549"/>
                </a:lnTo>
                <a:lnTo>
                  <a:pt x="0" y="1672424"/>
                </a:lnTo>
                <a:lnTo>
                  <a:pt x="519252" y="1672424"/>
                </a:lnTo>
                <a:lnTo>
                  <a:pt x="519252" y="863549"/>
                </a:lnTo>
                <a:close/>
              </a:path>
              <a:path extrusionOk="0" h="3395345" w="519430">
                <a:moveTo>
                  <a:pt x="519252" y="0"/>
                </a:moveTo>
                <a:lnTo>
                  <a:pt x="0" y="0"/>
                </a:lnTo>
                <a:lnTo>
                  <a:pt x="0" y="808875"/>
                </a:lnTo>
                <a:lnTo>
                  <a:pt x="519252" y="808875"/>
                </a:lnTo>
                <a:lnTo>
                  <a:pt x="519252" y="0"/>
                </a:lnTo>
                <a:close/>
              </a:path>
            </a:pathLst>
          </a:cu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95" name="Google Shape;9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9856" y="7463497"/>
            <a:ext cx="293184" cy="293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9856" y="8238342"/>
            <a:ext cx="293184" cy="293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9856" y="9013188"/>
            <a:ext cx="293184" cy="293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9856" y="9819774"/>
            <a:ext cx="324597" cy="32459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5"/>
          <p:cNvSpPr txBox="1"/>
          <p:nvPr/>
        </p:nvSpPr>
        <p:spPr>
          <a:xfrm>
            <a:off x="7180701" y="7407006"/>
            <a:ext cx="7153909" cy="274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Most code is </a:t>
            </a:r>
            <a:r>
              <a:rPr b="1" lang="en-US" sz="25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synchronous</a:t>
            </a:r>
            <a:r>
              <a:rPr lang="en-US" sz="25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25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Synchronous code is </a:t>
            </a:r>
            <a:r>
              <a:rPr b="1" lang="en-US" sz="25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executed line by line</a:t>
            </a:r>
            <a:r>
              <a:rPr lang="en-US" sz="25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255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99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Each line of code </a:t>
            </a:r>
            <a:r>
              <a:rPr b="1" lang="en-US" sz="25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waits </a:t>
            </a:r>
            <a:r>
              <a:rPr lang="en-US" sz="25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for previous line to finish; </a:t>
            </a:r>
            <a:r>
              <a:rPr lang="en-US" sz="2550">
                <a:solidFill>
                  <a:srgbClr val="F0435C"/>
                </a:solidFill>
                <a:latin typeface="Arial"/>
                <a:ea typeface="Arial"/>
                <a:cs typeface="Arial"/>
                <a:sym typeface="Arial"/>
              </a:rPr>
              <a:t>Long-running operations </a:t>
            </a:r>
            <a:r>
              <a:rPr b="1" lang="en-US" sz="2550">
                <a:solidFill>
                  <a:srgbClr val="F0435C"/>
                </a:solidFill>
                <a:latin typeface="Arial"/>
                <a:ea typeface="Arial"/>
                <a:cs typeface="Arial"/>
                <a:sym typeface="Arial"/>
              </a:rPr>
              <a:t>block </a:t>
            </a:r>
            <a:r>
              <a:rPr lang="en-US" sz="2550">
                <a:solidFill>
                  <a:srgbClr val="F0435C"/>
                </a:solidFill>
                <a:latin typeface="Arial"/>
                <a:ea typeface="Arial"/>
                <a:cs typeface="Arial"/>
                <a:sym typeface="Arial"/>
              </a:rPr>
              <a:t>code execution.</a:t>
            </a:r>
            <a:endParaRPr sz="25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" name="Google Shape;100;p5"/>
          <p:cNvGrpSpPr/>
          <p:nvPr/>
        </p:nvGrpSpPr>
        <p:grpSpPr>
          <a:xfrm>
            <a:off x="4594026" y="2404902"/>
            <a:ext cx="9376500" cy="3358298"/>
            <a:chOff x="4594026" y="2404902"/>
            <a:chExt cx="9376500" cy="3358298"/>
          </a:xfrm>
        </p:grpSpPr>
        <p:pic>
          <p:nvPicPr>
            <p:cNvPr id="101" name="Google Shape;101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594026" y="2404902"/>
              <a:ext cx="7853164" cy="22418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010835" y="3766493"/>
              <a:ext cx="4959691" cy="19967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492496" y="4118018"/>
              <a:ext cx="3996370" cy="103338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4" name="Google Shape;104;p5"/>
          <p:cNvSpPr txBox="1"/>
          <p:nvPr/>
        </p:nvSpPr>
        <p:spPr>
          <a:xfrm>
            <a:off x="2553571" y="3529172"/>
            <a:ext cx="1430020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BLOCKING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" name="Google Shape;105;p5"/>
          <p:cNvGrpSpPr/>
          <p:nvPr/>
        </p:nvGrpSpPr>
        <p:grpSpPr>
          <a:xfrm>
            <a:off x="4223274" y="2170534"/>
            <a:ext cx="257375" cy="2169951"/>
            <a:chOff x="4223274" y="2170534"/>
            <a:chExt cx="257375" cy="2169951"/>
          </a:xfrm>
        </p:grpSpPr>
        <p:sp>
          <p:nvSpPr>
            <p:cNvPr id="106" name="Google Shape;106;p5"/>
            <p:cNvSpPr/>
            <p:nvPr/>
          </p:nvSpPr>
          <p:spPr>
            <a:xfrm>
              <a:off x="4223274" y="2736015"/>
              <a:ext cx="252729" cy="429895"/>
            </a:xfrm>
            <a:custGeom>
              <a:rect b="b" l="l" r="r" t="t"/>
              <a:pathLst>
                <a:path extrusionOk="0" h="429894" w="252729">
                  <a:moveTo>
                    <a:pt x="252327" y="0"/>
                  </a:moveTo>
                  <a:lnTo>
                    <a:pt x="192391" y="32778"/>
                  </a:lnTo>
                  <a:lnTo>
                    <a:pt x="140568" y="65459"/>
                  </a:lnTo>
                  <a:lnTo>
                    <a:pt x="96858" y="98045"/>
                  </a:lnTo>
                  <a:lnTo>
                    <a:pt x="61260" y="130534"/>
                  </a:lnTo>
                  <a:lnTo>
                    <a:pt x="33776" y="162927"/>
                  </a:lnTo>
                  <a:lnTo>
                    <a:pt x="3145" y="227425"/>
                  </a:lnTo>
                  <a:lnTo>
                    <a:pt x="0" y="259529"/>
                  </a:lnTo>
                  <a:lnTo>
                    <a:pt x="4966" y="291537"/>
                  </a:lnTo>
                  <a:lnTo>
                    <a:pt x="18046" y="323449"/>
                  </a:lnTo>
                  <a:lnTo>
                    <a:pt x="39239" y="355264"/>
                  </a:lnTo>
                  <a:lnTo>
                    <a:pt x="68544" y="386984"/>
                  </a:lnTo>
                  <a:lnTo>
                    <a:pt x="105962" y="418607"/>
                  </a:lnTo>
                  <a:lnTo>
                    <a:pt x="124016" y="429306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4284434" y="3078977"/>
              <a:ext cx="196215" cy="165735"/>
            </a:xfrm>
            <a:custGeom>
              <a:rect b="b" l="l" r="r" t="t"/>
              <a:pathLst>
                <a:path extrusionOk="0" h="165735" w="196214">
                  <a:moveTo>
                    <a:pt x="89682" y="0"/>
                  </a:moveTo>
                  <a:lnTo>
                    <a:pt x="0" y="151333"/>
                  </a:lnTo>
                  <a:lnTo>
                    <a:pt x="196174" y="165348"/>
                  </a:lnTo>
                  <a:lnTo>
                    <a:pt x="89682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4223274" y="3283901"/>
              <a:ext cx="252729" cy="429895"/>
            </a:xfrm>
            <a:custGeom>
              <a:rect b="b" l="l" r="r" t="t"/>
              <a:pathLst>
                <a:path extrusionOk="0" h="429895" w="252729">
                  <a:moveTo>
                    <a:pt x="252327" y="0"/>
                  </a:moveTo>
                  <a:lnTo>
                    <a:pt x="192391" y="32778"/>
                  </a:lnTo>
                  <a:lnTo>
                    <a:pt x="140568" y="65459"/>
                  </a:lnTo>
                  <a:lnTo>
                    <a:pt x="96858" y="98045"/>
                  </a:lnTo>
                  <a:lnTo>
                    <a:pt x="61260" y="130534"/>
                  </a:lnTo>
                  <a:lnTo>
                    <a:pt x="33776" y="162927"/>
                  </a:lnTo>
                  <a:lnTo>
                    <a:pt x="3145" y="227425"/>
                  </a:lnTo>
                  <a:lnTo>
                    <a:pt x="0" y="259529"/>
                  </a:lnTo>
                  <a:lnTo>
                    <a:pt x="4966" y="291537"/>
                  </a:lnTo>
                  <a:lnTo>
                    <a:pt x="18046" y="323449"/>
                  </a:lnTo>
                  <a:lnTo>
                    <a:pt x="39239" y="355264"/>
                  </a:lnTo>
                  <a:lnTo>
                    <a:pt x="68544" y="386984"/>
                  </a:lnTo>
                  <a:lnTo>
                    <a:pt x="105962" y="418607"/>
                  </a:lnTo>
                  <a:lnTo>
                    <a:pt x="124016" y="429306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4284434" y="3626864"/>
              <a:ext cx="196215" cy="165735"/>
            </a:xfrm>
            <a:custGeom>
              <a:rect b="b" l="l" r="r" t="t"/>
              <a:pathLst>
                <a:path extrusionOk="0" h="165735" w="196214">
                  <a:moveTo>
                    <a:pt x="89682" y="0"/>
                  </a:moveTo>
                  <a:lnTo>
                    <a:pt x="0" y="151333"/>
                  </a:lnTo>
                  <a:lnTo>
                    <a:pt x="196174" y="165348"/>
                  </a:lnTo>
                  <a:lnTo>
                    <a:pt x="89682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4223274" y="3831788"/>
              <a:ext cx="252729" cy="429895"/>
            </a:xfrm>
            <a:custGeom>
              <a:rect b="b" l="l" r="r" t="t"/>
              <a:pathLst>
                <a:path extrusionOk="0" h="429895" w="252729">
                  <a:moveTo>
                    <a:pt x="252327" y="0"/>
                  </a:moveTo>
                  <a:lnTo>
                    <a:pt x="192391" y="32778"/>
                  </a:lnTo>
                  <a:lnTo>
                    <a:pt x="140568" y="65459"/>
                  </a:lnTo>
                  <a:lnTo>
                    <a:pt x="96858" y="98045"/>
                  </a:lnTo>
                  <a:lnTo>
                    <a:pt x="61260" y="130534"/>
                  </a:lnTo>
                  <a:lnTo>
                    <a:pt x="33776" y="162927"/>
                  </a:lnTo>
                  <a:lnTo>
                    <a:pt x="3145" y="227425"/>
                  </a:lnTo>
                  <a:lnTo>
                    <a:pt x="0" y="259529"/>
                  </a:lnTo>
                  <a:lnTo>
                    <a:pt x="4966" y="291537"/>
                  </a:lnTo>
                  <a:lnTo>
                    <a:pt x="18046" y="323449"/>
                  </a:lnTo>
                  <a:lnTo>
                    <a:pt x="39239" y="355264"/>
                  </a:lnTo>
                  <a:lnTo>
                    <a:pt x="68544" y="386984"/>
                  </a:lnTo>
                  <a:lnTo>
                    <a:pt x="105962" y="418607"/>
                  </a:lnTo>
                  <a:lnTo>
                    <a:pt x="124016" y="429306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4284434" y="4174750"/>
              <a:ext cx="196215" cy="165735"/>
            </a:xfrm>
            <a:custGeom>
              <a:rect b="b" l="l" r="r" t="t"/>
              <a:pathLst>
                <a:path extrusionOk="0" h="165735" w="196214">
                  <a:moveTo>
                    <a:pt x="89682" y="0"/>
                  </a:moveTo>
                  <a:lnTo>
                    <a:pt x="0" y="151333"/>
                  </a:lnTo>
                  <a:lnTo>
                    <a:pt x="196174" y="165348"/>
                  </a:lnTo>
                  <a:lnTo>
                    <a:pt x="89682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4223274" y="2170534"/>
              <a:ext cx="252729" cy="429895"/>
            </a:xfrm>
            <a:custGeom>
              <a:rect b="b" l="l" r="r" t="t"/>
              <a:pathLst>
                <a:path extrusionOk="0" h="429894" w="252729">
                  <a:moveTo>
                    <a:pt x="252327" y="0"/>
                  </a:moveTo>
                  <a:lnTo>
                    <a:pt x="192391" y="32778"/>
                  </a:lnTo>
                  <a:lnTo>
                    <a:pt x="140568" y="65459"/>
                  </a:lnTo>
                  <a:lnTo>
                    <a:pt x="96858" y="98045"/>
                  </a:lnTo>
                  <a:lnTo>
                    <a:pt x="61260" y="130534"/>
                  </a:lnTo>
                  <a:lnTo>
                    <a:pt x="33776" y="162927"/>
                  </a:lnTo>
                  <a:lnTo>
                    <a:pt x="3145" y="227425"/>
                  </a:lnTo>
                  <a:lnTo>
                    <a:pt x="0" y="259529"/>
                  </a:lnTo>
                  <a:lnTo>
                    <a:pt x="4966" y="291537"/>
                  </a:lnTo>
                  <a:lnTo>
                    <a:pt x="18046" y="323449"/>
                  </a:lnTo>
                  <a:lnTo>
                    <a:pt x="39239" y="355264"/>
                  </a:lnTo>
                  <a:lnTo>
                    <a:pt x="68544" y="386984"/>
                  </a:lnTo>
                  <a:lnTo>
                    <a:pt x="105962" y="418607"/>
                  </a:lnTo>
                  <a:lnTo>
                    <a:pt x="124016" y="429306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4284434" y="2513497"/>
              <a:ext cx="196215" cy="165735"/>
            </a:xfrm>
            <a:custGeom>
              <a:rect b="b" l="l" r="r" t="t"/>
              <a:pathLst>
                <a:path extrusionOk="0" h="165735" w="196214">
                  <a:moveTo>
                    <a:pt x="89682" y="0"/>
                  </a:moveTo>
                  <a:lnTo>
                    <a:pt x="0" y="151332"/>
                  </a:lnTo>
                  <a:lnTo>
                    <a:pt x="196174" y="165347"/>
                  </a:lnTo>
                  <a:lnTo>
                    <a:pt x="89682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114" name="Google Shape;114;p5"/>
          <p:cNvGrpSpPr/>
          <p:nvPr/>
        </p:nvGrpSpPr>
        <p:grpSpPr>
          <a:xfrm>
            <a:off x="15745604" y="7445202"/>
            <a:ext cx="1002996" cy="581852"/>
            <a:chOff x="15745604" y="7445202"/>
            <a:chExt cx="1002996" cy="581852"/>
          </a:xfrm>
        </p:grpSpPr>
        <p:sp>
          <p:nvSpPr>
            <p:cNvPr id="115" name="Google Shape;115;p5"/>
            <p:cNvSpPr/>
            <p:nvPr/>
          </p:nvSpPr>
          <p:spPr>
            <a:xfrm>
              <a:off x="15831660" y="7599699"/>
              <a:ext cx="916940" cy="427355"/>
            </a:xfrm>
            <a:custGeom>
              <a:rect b="b" l="l" r="r" t="t"/>
              <a:pathLst>
                <a:path extrusionOk="0" h="427354" w="916940">
                  <a:moveTo>
                    <a:pt x="0" y="0"/>
                  </a:moveTo>
                  <a:lnTo>
                    <a:pt x="11922" y="57238"/>
                  </a:lnTo>
                  <a:lnTo>
                    <a:pt x="40542" y="124847"/>
                  </a:lnTo>
                  <a:lnTo>
                    <a:pt x="79883" y="185639"/>
                  </a:lnTo>
                  <a:lnTo>
                    <a:pt x="129947" y="239615"/>
                  </a:lnTo>
                  <a:lnTo>
                    <a:pt x="190732" y="286775"/>
                  </a:lnTo>
                  <a:lnTo>
                    <a:pt x="225146" y="307799"/>
                  </a:lnTo>
                  <a:lnTo>
                    <a:pt x="262240" y="327118"/>
                  </a:lnTo>
                  <a:lnTo>
                    <a:pt x="302015" y="344734"/>
                  </a:lnTo>
                  <a:lnTo>
                    <a:pt x="344470" y="360645"/>
                  </a:lnTo>
                  <a:lnTo>
                    <a:pt x="389605" y="374853"/>
                  </a:lnTo>
                  <a:lnTo>
                    <a:pt x="437421" y="387356"/>
                  </a:lnTo>
                  <a:lnTo>
                    <a:pt x="487918" y="398156"/>
                  </a:lnTo>
                  <a:lnTo>
                    <a:pt x="541095" y="407251"/>
                  </a:lnTo>
                  <a:lnTo>
                    <a:pt x="596952" y="414643"/>
                  </a:lnTo>
                  <a:lnTo>
                    <a:pt x="655490" y="420330"/>
                  </a:lnTo>
                  <a:lnTo>
                    <a:pt x="716709" y="424313"/>
                  </a:lnTo>
                  <a:lnTo>
                    <a:pt x="780608" y="426592"/>
                  </a:lnTo>
                  <a:lnTo>
                    <a:pt x="847188" y="427168"/>
                  </a:lnTo>
                  <a:lnTo>
                    <a:pt x="916448" y="426039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15745604" y="7445202"/>
              <a:ext cx="175895" cy="182245"/>
            </a:xfrm>
            <a:custGeom>
              <a:rect b="b" l="l" r="r" t="t"/>
              <a:pathLst>
                <a:path extrusionOk="0" h="182245" w="175894">
                  <a:moveTo>
                    <a:pt x="73966" y="0"/>
                  </a:moveTo>
                  <a:lnTo>
                    <a:pt x="0" y="182235"/>
                  </a:lnTo>
                  <a:lnTo>
                    <a:pt x="175376" y="168515"/>
                  </a:lnTo>
                  <a:lnTo>
                    <a:pt x="73966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7" name="Google Shape;117;p5"/>
          <p:cNvSpPr txBox="1"/>
          <p:nvPr/>
        </p:nvSpPr>
        <p:spPr>
          <a:xfrm>
            <a:off x="16932302" y="7820576"/>
            <a:ext cx="2446020" cy="1407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10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Part of execution context that actually executes the code in computer’s CPU</a:t>
            </a:r>
            <a:endParaRPr sz="20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>
            <p:ph type="title"/>
          </p:nvPr>
        </p:nvSpPr>
        <p:spPr>
          <a:xfrm>
            <a:off x="603308" y="259543"/>
            <a:ext cx="70103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ASYNCHRONOUS	CODE</a:t>
            </a:r>
            <a:endParaRPr/>
          </a:p>
        </p:txBody>
      </p:sp>
      <p:pic>
        <p:nvPicPr>
          <p:cNvPr id="123" name="Google Shape;12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7519" y="8637782"/>
            <a:ext cx="4286357" cy="101041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6"/>
          <p:cNvSpPr txBox="1"/>
          <p:nvPr/>
        </p:nvSpPr>
        <p:spPr>
          <a:xfrm>
            <a:off x="2140344" y="8815185"/>
            <a:ext cx="2811780" cy="654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ASYNCHRONOUS</a:t>
            </a:r>
            <a:endParaRPr sz="4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13531180" y="2195484"/>
            <a:ext cx="2513330" cy="4911725"/>
          </a:xfrm>
          <a:custGeom>
            <a:rect b="b" l="l" r="r" t="t"/>
            <a:pathLst>
              <a:path extrusionOk="0" h="4911725" w="2513330">
                <a:moveTo>
                  <a:pt x="2513012" y="0"/>
                </a:moveTo>
                <a:lnTo>
                  <a:pt x="0" y="0"/>
                </a:lnTo>
                <a:lnTo>
                  <a:pt x="0" y="4911180"/>
                </a:lnTo>
                <a:lnTo>
                  <a:pt x="2513012" y="4911180"/>
                </a:lnTo>
                <a:lnTo>
                  <a:pt x="2513012" y="0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6" name="Google Shape;126;p6"/>
          <p:cNvSpPr txBox="1"/>
          <p:nvPr/>
        </p:nvSpPr>
        <p:spPr>
          <a:xfrm>
            <a:off x="14030735" y="2469402"/>
            <a:ext cx="1430655" cy="716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5715" lvl="0" marL="12700" marR="5080" rtl="0" algn="l">
              <a:lnSpc>
                <a:spcPct val="110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THREAD OF EXECUTION</a:t>
            </a:r>
            <a:endParaRPr sz="2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7" name="Google Shape;127;p6"/>
          <p:cNvGrpSpPr/>
          <p:nvPr/>
        </p:nvGrpSpPr>
        <p:grpSpPr>
          <a:xfrm>
            <a:off x="12977374" y="3383082"/>
            <a:ext cx="2028232" cy="3389345"/>
            <a:chOff x="12977374" y="3383082"/>
            <a:chExt cx="2028232" cy="3389345"/>
          </a:xfrm>
        </p:grpSpPr>
        <p:sp>
          <p:nvSpPr>
            <p:cNvPr id="128" name="Google Shape;128;p6"/>
            <p:cNvSpPr/>
            <p:nvPr/>
          </p:nvSpPr>
          <p:spPr>
            <a:xfrm>
              <a:off x="14486166" y="3383082"/>
              <a:ext cx="519430" cy="2534285"/>
            </a:xfrm>
            <a:custGeom>
              <a:rect b="b" l="l" r="r" t="t"/>
              <a:pathLst>
                <a:path extrusionOk="0" h="2534285" w="519430">
                  <a:moveTo>
                    <a:pt x="519252" y="1724787"/>
                  </a:moveTo>
                  <a:lnTo>
                    <a:pt x="0" y="1724787"/>
                  </a:lnTo>
                  <a:lnTo>
                    <a:pt x="0" y="2533662"/>
                  </a:lnTo>
                  <a:lnTo>
                    <a:pt x="519252" y="2533662"/>
                  </a:lnTo>
                  <a:lnTo>
                    <a:pt x="519252" y="1724787"/>
                  </a:lnTo>
                  <a:close/>
                </a:path>
                <a:path extrusionOk="0" h="2534285" w="519430">
                  <a:moveTo>
                    <a:pt x="519252" y="863561"/>
                  </a:moveTo>
                  <a:lnTo>
                    <a:pt x="0" y="863561"/>
                  </a:lnTo>
                  <a:lnTo>
                    <a:pt x="0" y="1672437"/>
                  </a:lnTo>
                  <a:lnTo>
                    <a:pt x="519252" y="1672437"/>
                  </a:lnTo>
                  <a:lnTo>
                    <a:pt x="519252" y="863561"/>
                  </a:lnTo>
                  <a:close/>
                </a:path>
                <a:path extrusionOk="0" h="2534285" w="519430">
                  <a:moveTo>
                    <a:pt x="519252" y="0"/>
                  </a:moveTo>
                  <a:lnTo>
                    <a:pt x="0" y="0"/>
                  </a:lnTo>
                  <a:lnTo>
                    <a:pt x="0" y="808875"/>
                  </a:lnTo>
                  <a:lnTo>
                    <a:pt x="519252" y="808875"/>
                  </a:lnTo>
                  <a:lnTo>
                    <a:pt x="519252" y="0"/>
                  </a:lnTo>
                  <a:close/>
                </a:path>
              </a:pathLst>
            </a:custGeom>
            <a:solidFill>
              <a:srgbClr val="3846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" name="Google Shape;129;p6"/>
            <p:cNvSpPr/>
            <p:nvPr/>
          </p:nvSpPr>
          <p:spPr>
            <a:xfrm>
              <a:off x="14486176" y="5963437"/>
              <a:ext cx="519430" cy="808990"/>
            </a:xfrm>
            <a:custGeom>
              <a:rect b="b" l="l" r="r" t="t"/>
              <a:pathLst>
                <a:path extrusionOk="0" h="808990" w="519430">
                  <a:moveTo>
                    <a:pt x="519252" y="0"/>
                  </a:moveTo>
                  <a:lnTo>
                    <a:pt x="0" y="0"/>
                  </a:lnTo>
                  <a:lnTo>
                    <a:pt x="0" y="808875"/>
                  </a:lnTo>
                  <a:lnTo>
                    <a:pt x="519252" y="808875"/>
                  </a:lnTo>
                  <a:lnTo>
                    <a:pt x="519252" y="0"/>
                  </a:lnTo>
                  <a:close/>
                </a:path>
              </a:pathLst>
            </a:custGeom>
            <a:solidFill>
              <a:srgbClr val="F4DB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12977374" y="6409269"/>
              <a:ext cx="1181100" cy="144780"/>
            </a:xfrm>
            <a:custGeom>
              <a:rect b="b" l="l" r="r" t="t"/>
              <a:pathLst>
                <a:path extrusionOk="0" h="144779" w="1181100">
                  <a:moveTo>
                    <a:pt x="1180637" y="0"/>
                  </a:moveTo>
                  <a:lnTo>
                    <a:pt x="1106460" y="29614"/>
                  </a:lnTo>
                  <a:lnTo>
                    <a:pt x="1052032" y="49018"/>
                  </a:lnTo>
                  <a:lnTo>
                    <a:pt x="998178" y="66636"/>
                  </a:lnTo>
                  <a:lnTo>
                    <a:pt x="944899" y="82466"/>
                  </a:lnTo>
                  <a:lnTo>
                    <a:pt x="892195" y="96510"/>
                  </a:lnTo>
                  <a:lnTo>
                    <a:pt x="840066" y="108766"/>
                  </a:lnTo>
                  <a:lnTo>
                    <a:pt x="788511" y="119236"/>
                  </a:lnTo>
                  <a:lnTo>
                    <a:pt x="737531" y="127918"/>
                  </a:lnTo>
                  <a:lnTo>
                    <a:pt x="687126" y="134814"/>
                  </a:lnTo>
                  <a:lnTo>
                    <a:pt x="637296" y="139922"/>
                  </a:lnTo>
                  <a:lnTo>
                    <a:pt x="588040" y="143244"/>
                  </a:lnTo>
                  <a:lnTo>
                    <a:pt x="539359" y="144779"/>
                  </a:lnTo>
                  <a:lnTo>
                    <a:pt x="491252" y="144526"/>
                  </a:lnTo>
                  <a:lnTo>
                    <a:pt x="443720" y="142487"/>
                  </a:lnTo>
                  <a:lnTo>
                    <a:pt x="396763" y="138661"/>
                  </a:lnTo>
                  <a:lnTo>
                    <a:pt x="350380" y="133047"/>
                  </a:lnTo>
                  <a:lnTo>
                    <a:pt x="304572" y="125647"/>
                  </a:lnTo>
                  <a:lnTo>
                    <a:pt x="259338" y="116460"/>
                  </a:lnTo>
                  <a:lnTo>
                    <a:pt x="214679" y="105486"/>
                  </a:lnTo>
                  <a:lnTo>
                    <a:pt x="170594" y="92725"/>
                  </a:lnTo>
                  <a:lnTo>
                    <a:pt x="127084" y="78177"/>
                  </a:lnTo>
                  <a:lnTo>
                    <a:pt x="84148" y="61843"/>
                  </a:lnTo>
                  <a:lnTo>
                    <a:pt x="41786" y="43721"/>
                  </a:lnTo>
                  <a:lnTo>
                    <a:pt x="0" y="23813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" name="Google Shape;131;p6"/>
            <p:cNvSpPr/>
            <p:nvPr/>
          </p:nvSpPr>
          <p:spPr>
            <a:xfrm>
              <a:off x="14103465" y="6337163"/>
              <a:ext cx="196850" cy="161290"/>
            </a:xfrm>
            <a:custGeom>
              <a:rect b="b" l="l" r="r" t="t"/>
              <a:pathLst>
                <a:path extrusionOk="0" h="161289" w="196850">
                  <a:moveTo>
                    <a:pt x="0" y="0"/>
                  </a:moveTo>
                  <a:lnTo>
                    <a:pt x="70751" y="161056"/>
                  </a:lnTo>
                  <a:lnTo>
                    <a:pt x="196433" y="97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32" name="Google Shape;132;p6"/>
          <p:cNvSpPr txBox="1"/>
          <p:nvPr/>
        </p:nvSpPr>
        <p:spPr>
          <a:xfrm>
            <a:off x="1557651" y="3346078"/>
            <a:ext cx="2356485" cy="808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304800" lvl="0" marL="12700" marR="5080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CALLBACK WILL RUN AFTER TIMER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3" name="Google Shape;133;p6"/>
          <p:cNvGrpSpPr/>
          <p:nvPr/>
        </p:nvGrpSpPr>
        <p:grpSpPr>
          <a:xfrm>
            <a:off x="4198476" y="2610364"/>
            <a:ext cx="282173" cy="1914828"/>
            <a:chOff x="4198476" y="2610364"/>
            <a:chExt cx="282173" cy="1914828"/>
          </a:xfrm>
        </p:grpSpPr>
        <p:sp>
          <p:nvSpPr>
            <p:cNvPr id="134" name="Google Shape;134;p6"/>
            <p:cNvSpPr/>
            <p:nvPr/>
          </p:nvSpPr>
          <p:spPr>
            <a:xfrm>
              <a:off x="4223274" y="2610364"/>
              <a:ext cx="252729" cy="429895"/>
            </a:xfrm>
            <a:custGeom>
              <a:rect b="b" l="l" r="r" t="t"/>
              <a:pathLst>
                <a:path extrusionOk="0" h="429894" w="252729">
                  <a:moveTo>
                    <a:pt x="252327" y="0"/>
                  </a:moveTo>
                  <a:lnTo>
                    <a:pt x="192391" y="32778"/>
                  </a:lnTo>
                  <a:lnTo>
                    <a:pt x="140568" y="65459"/>
                  </a:lnTo>
                  <a:lnTo>
                    <a:pt x="96858" y="98045"/>
                  </a:lnTo>
                  <a:lnTo>
                    <a:pt x="61260" y="130534"/>
                  </a:lnTo>
                  <a:lnTo>
                    <a:pt x="33776" y="162927"/>
                  </a:lnTo>
                  <a:lnTo>
                    <a:pt x="3145" y="227425"/>
                  </a:lnTo>
                  <a:lnTo>
                    <a:pt x="0" y="259529"/>
                  </a:lnTo>
                  <a:lnTo>
                    <a:pt x="4966" y="291537"/>
                  </a:lnTo>
                  <a:lnTo>
                    <a:pt x="18046" y="323449"/>
                  </a:lnTo>
                  <a:lnTo>
                    <a:pt x="39239" y="355264"/>
                  </a:lnTo>
                  <a:lnTo>
                    <a:pt x="68544" y="386984"/>
                  </a:lnTo>
                  <a:lnTo>
                    <a:pt x="105962" y="418607"/>
                  </a:lnTo>
                  <a:lnTo>
                    <a:pt x="124016" y="429306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4284434" y="2953326"/>
              <a:ext cx="196215" cy="165735"/>
            </a:xfrm>
            <a:custGeom>
              <a:rect b="b" l="l" r="r" t="t"/>
              <a:pathLst>
                <a:path extrusionOk="0" h="165735" w="196214">
                  <a:moveTo>
                    <a:pt x="89682" y="0"/>
                  </a:moveTo>
                  <a:lnTo>
                    <a:pt x="0" y="151333"/>
                  </a:lnTo>
                  <a:lnTo>
                    <a:pt x="196174" y="165348"/>
                  </a:lnTo>
                  <a:lnTo>
                    <a:pt x="89682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4198476" y="3158250"/>
              <a:ext cx="277495" cy="1242695"/>
            </a:xfrm>
            <a:custGeom>
              <a:rect b="b" l="l" r="r" t="t"/>
              <a:pathLst>
                <a:path extrusionOk="0" h="1242695" w="277495">
                  <a:moveTo>
                    <a:pt x="277125" y="0"/>
                  </a:moveTo>
                  <a:lnTo>
                    <a:pt x="242684" y="44303"/>
                  </a:lnTo>
                  <a:lnTo>
                    <a:pt x="210524" y="88567"/>
                  </a:lnTo>
                  <a:lnTo>
                    <a:pt x="180648" y="132792"/>
                  </a:lnTo>
                  <a:lnTo>
                    <a:pt x="153055" y="176978"/>
                  </a:lnTo>
                  <a:lnTo>
                    <a:pt x="127745" y="221125"/>
                  </a:lnTo>
                  <a:lnTo>
                    <a:pt x="104717" y="265232"/>
                  </a:lnTo>
                  <a:lnTo>
                    <a:pt x="83972" y="309301"/>
                  </a:lnTo>
                  <a:lnTo>
                    <a:pt x="65511" y="353330"/>
                  </a:lnTo>
                  <a:lnTo>
                    <a:pt x="49332" y="397321"/>
                  </a:lnTo>
                  <a:lnTo>
                    <a:pt x="35436" y="441272"/>
                  </a:lnTo>
                  <a:lnTo>
                    <a:pt x="23822" y="485184"/>
                  </a:lnTo>
                  <a:lnTo>
                    <a:pt x="14492" y="529057"/>
                  </a:lnTo>
                  <a:lnTo>
                    <a:pt x="7445" y="572891"/>
                  </a:lnTo>
                  <a:lnTo>
                    <a:pt x="2680" y="616686"/>
                  </a:lnTo>
                  <a:lnTo>
                    <a:pt x="198" y="660441"/>
                  </a:lnTo>
                  <a:lnTo>
                    <a:pt x="0" y="704158"/>
                  </a:lnTo>
                  <a:lnTo>
                    <a:pt x="2084" y="747835"/>
                  </a:lnTo>
                  <a:lnTo>
                    <a:pt x="6450" y="791473"/>
                  </a:lnTo>
                  <a:lnTo>
                    <a:pt x="13100" y="835073"/>
                  </a:lnTo>
                  <a:lnTo>
                    <a:pt x="22033" y="878633"/>
                  </a:lnTo>
                  <a:lnTo>
                    <a:pt x="33248" y="922153"/>
                  </a:lnTo>
                  <a:lnTo>
                    <a:pt x="46747" y="965635"/>
                  </a:lnTo>
                  <a:lnTo>
                    <a:pt x="62528" y="1009078"/>
                  </a:lnTo>
                  <a:lnTo>
                    <a:pt x="80592" y="1052482"/>
                  </a:lnTo>
                  <a:lnTo>
                    <a:pt x="100939" y="1095846"/>
                  </a:lnTo>
                  <a:lnTo>
                    <a:pt x="123569" y="1139171"/>
                  </a:lnTo>
                  <a:lnTo>
                    <a:pt x="148482" y="1182458"/>
                  </a:lnTo>
                  <a:lnTo>
                    <a:pt x="175678" y="1225705"/>
                  </a:lnTo>
                  <a:lnTo>
                    <a:pt x="188181" y="1242533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4303567" y="4331517"/>
              <a:ext cx="175895" cy="193675"/>
            </a:xfrm>
            <a:custGeom>
              <a:rect b="b" l="l" r="r" t="t"/>
              <a:pathLst>
                <a:path extrusionOk="0" h="193675" w="175895">
                  <a:moveTo>
                    <a:pt x="141200" y="0"/>
                  </a:moveTo>
                  <a:lnTo>
                    <a:pt x="0" y="104915"/>
                  </a:lnTo>
                  <a:lnTo>
                    <a:pt x="175515" y="193657"/>
                  </a:lnTo>
                  <a:lnTo>
                    <a:pt x="14120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138" name="Google Shape;13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9856" y="7843880"/>
            <a:ext cx="293184" cy="293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9856" y="8608581"/>
            <a:ext cx="324597" cy="324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9856" y="9393571"/>
            <a:ext cx="293184" cy="293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9856" y="10168417"/>
            <a:ext cx="293184" cy="29318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 txBox="1"/>
          <p:nvPr/>
        </p:nvSpPr>
        <p:spPr>
          <a:xfrm>
            <a:off x="7180701" y="7787390"/>
            <a:ext cx="12058015" cy="274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Asynchronous code is executed </a:t>
            </a:r>
            <a:r>
              <a:rPr b="1" lang="en-US" sz="25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after a task that runs in the “background” finishes</a:t>
            </a:r>
            <a:r>
              <a:rPr lang="en-US" sz="25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25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Asynchronous code is </a:t>
            </a:r>
            <a:r>
              <a:rPr b="1" lang="en-US" sz="2550">
                <a:solidFill>
                  <a:srgbClr val="00882B"/>
                </a:solidFill>
                <a:latin typeface="Arial"/>
                <a:ea typeface="Arial"/>
                <a:cs typeface="Arial"/>
                <a:sym typeface="Arial"/>
              </a:rPr>
              <a:t>non-blocking</a:t>
            </a:r>
            <a:r>
              <a:rPr lang="en-US" sz="25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255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2368550" rtl="0" algn="l">
              <a:lnSpc>
                <a:spcPct val="199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Execution doesn’t wait for an asynchronous task to finish its work; Callback functions alone do </a:t>
            </a:r>
            <a:r>
              <a:rPr b="1" lang="en-US" sz="25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NOT </a:t>
            </a:r>
            <a:r>
              <a:rPr lang="en-US" sz="25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make code asynchronous!</a:t>
            </a:r>
            <a:endParaRPr sz="25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3" name="Google Shape;143;p6"/>
          <p:cNvGrpSpPr/>
          <p:nvPr/>
        </p:nvGrpSpPr>
        <p:grpSpPr>
          <a:xfrm>
            <a:off x="16358319" y="2195484"/>
            <a:ext cx="2513330" cy="4911725"/>
            <a:chOff x="16358319" y="2195484"/>
            <a:chExt cx="2513330" cy="4911725"/>
          </a:xfrm>
        </p:grpSpPr>
        <p:sp>
          <p:nvSpPr>
            <p:cNvPr id="144" name="Google Shape;144;p6"/>
            <p:cNvSpPr/>
            <p:nvPr/>
          </p:nvSpPr>
          <p:spPr>
            <a:xfrm>
              <a:off x="16358319" y="2195484"/>
              <a:ext cx="2513330" cy="4911725"/>
            </a:xfrm>
            <a:custGeom>
              <a:rect b="b" l="l" r="r" t="t"/>
              <a:pathLst>
                <a:path extrusionOk="0" h="4911725" w="2513330">
                  <a:moveTo>
                    <a:pt x="2513012" y="0"/>
                  </a:moveTo>
                  <a:lnTo>
                    <a:pt x="0" y="0"/>
                  </a:lnTo>
                  <a:lnTo>
                    <a:pt x="0" y="4911180"/>
                  </a:lnTo>
                  <a:lnTo>
                    <a:pt x="2513012" y="4911180"/>
                  </a:lnTo>
                  <a:lnTo>
                    <a:pt x="2513012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45" name="Google Shape;145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7193194" y="4743311"/>
              <a:ext cx="837670" cy="83767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6" name="Google Shape;14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2925" y="5209630"/>
            <a:ext cx="251301" cy="2513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" name="Google Shape;147;p6"/>
          <p:cNvGrpSpPr/>
          <p:nvPr/>
        </p:nvGrpSpPr>
        <p:grpSpPr>
          <a:xfrm>
            <a:off x="4594026" y="1804539"/>
            <a:ext cx="7828152" cy="3229276"/>
            <a:chOff x="4594026" y="1804539"/>
            <a:chExt cx="7828152" cy="3229276"/>
          </a:xfrm>
        </p:grpSpPr>
        <p:pic>
          <p:nvPicPr>
            <p:cNvPr id="148" name="Google Shape;148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594026" y="2195943"/>
              <a:ext cx="7828152" cy="28378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" name="Google Shape;149;p6"/>
            <p:cNvSpPr/>
            <p:nvPr/>
          </p:nvSpPr>
          <p:spPr>
            <a:xfrm>
              <a:off x="5808453" y="1804539"/>
              <a:ext cx="1247140" cy="1014730"/>
            </a:xfrm>
            <a:custGeom>
              <a:rect b="b" l="l" r="r" t="t"/>
              <a:pathLst>
                <a:path extrusionOk="0" h="1014730" w="1247140">
                  <a:moveTo>
                    <a:pt x="0" y="1014210"/>
                  </a:moveTo>
                  <a:lnTo>
                    <a:pt x="10643" y="944992"/>
                  </a:lnTo>
                  <a:lnTo>
                    <a:pt x="20499" y="897798"/>
                  </a:lnTo>
                  <a:lnTo>
                    <a:pt x="31755" y="851800"/>
                  </a:lnTo>
                  <a:lnTo>
                    <a:pt x="44409" y="807000"/>
                  </a:lnTo>
                  <a:lnTo>
                    <a:pt x="58463" y="763396"/>
                  </a:lnTo>
                  <a:lnTo>
                    <a:pt x="73917" y="720989"/>
                  </a:lnTo>
                  <a:lnTo>
                    <a:pt x="90769" y="679779"/>
                  </a:lnTo>
                  <a:lnTo>
                    <a:pt x="109021" y="639766"/>
                  </a:lnTo>
                  <a:lnTo>
                    <a:pt x="128673" y="600950"/>
                  </a:lnTo>
                  <a:lnTo>
                    <a:pt x="149723" y="563330"/>
                  </a:lnTo>
                  <a:lnTo>
                    <a:pt x="172173" y="526908"/>
                  </a:lnTo>
                  <a:lnTo>
                    <a:pt x="196023" y="491682"/>
                  </a:lnTo>
                  <a:lnTo>
                    <a:pt x="221271" y="457653"/>
                  </a:lnTo>
                  <a:lnTo>
                    <a:pt x="247919" y="424820"/>
                  </a:lnTo>
                  <a:lnTo>
                    <a:pt x="275967" y="393185"/>
                  </a:lnTo>
                  <a:lnTo>
                    <a:pt x="305413" y="362746"/>
                  </a:lnTo>
                  <a:lnTo>
                    <a:pt x="336259" y="333505"/>
                  </a:lnTo>
                  <a:lnTo>
                    <a:pt x="368504" y="305460"/>
                  </a:lnTo>
                  <a:lnTo>
                    <a:pt x="402149" y="278611"/>
                  </a:lnTo>
                  <a:lnTo>
                    <a:pt x="437193" y="252960"/>
                  </a:lnTo>
                  <a:lnTo>
                    <a:pt x="473636" y="228506"/>
                  </a:lnTo>
                  <a:lnTo>
                    <a:pt x="511478" y="205248"/>
                  </a:lnTo>
                  <a:lnTo>
                    <a:pt x="550720" y="183187"/>
                  </a:lnTo>
                  <a:lnTo>
                    <a:pt x="591361" y="162323"/>
                  </a:lnTo>
                  <a:lnTo>
                    <a:pt x="633402" y="142656"/>
                  </a:lnTo>
                  <a:lnTo>
                    <a:pt x="676841" y="124185"/>
                  </a:lnTo>
                  <a:lnTo>
                    <a:pt x="721680" y="106911"/>
                  </a:lnTo>
                  <a:lnTo>
                    <a:pt x="767919" y="90835"/>
                  </a:lnTo>
                  <a:lnTo>
                    <a:pt x="815557" y="75955"/>
                  </a:lnTo>
                  <a:lnTo>
                    <a:pt x="864594" y="62271"/>
                  </a:lnTo>
                  <a:lnTo>
                    <a:pt x="915030" y="49785"/>
                  </a:lnTo>
                  <a:lnTo>
                    <a:pt x="966866" y="38495"/>
                  </a:lnTo>
                  <a:lnTo>
                    <a:pt x="1020101" y="28403"/>
                  </a:lnTo>
                  <a:lnTo>
                    <a:pt x="1074735" y="19507"/>
                  </a:lnTo>
                  <a:lnTo>
                    <a:pt x="1130769" y="11807"/>
                  </a:lnTo>
                  <a:lnTo>
                    <a:pt x="1188202" y="5305"/>
                  </a:lnTo>
                  <a:lnTo>
                    <a:pt x="1247034" y="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" name="Google Shape;150;p6"/>
            <p:cNvSpPr/>
            <p:nvPr/>
          </p:nvSpPr>
          <p:spPr>
            <a:xfrm>
              <a:off x="5723164" y="2788739"/>
              <a:ext cx="175260" cy="184150"/>
            </a:xfrm>
            <a:custGeom>
              <a:rect b="b" l="l" r="r" t="t"/>
              <a:pathLst>
                <a:path extrusionOk="0" h="184150" w="175260">
                  <a:moveTo>
                    <a:pt x="0" y="0"/>
                  </a:moveTo>
                  <a:lnTo>
                    <a:pt x="69106" y="184133"/>
                  </a:lnTo>
                  <a:lnTo>
                    <a:pt x="174949" y="183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51" name="Google Shape;151;p6"/>
          <p:cNvSpPr txBox="1"/>
          <p:nvPr/>
        </p:nvSpPr>
        <p:spPr>
          <a:xfrm>
            <a:off x="5059060" y="5164056"/>
            <a:ext cx="36004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Timer with callback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" name="Google Shape;152;p6"/>
          <p:cNvGrpSpPr/>
          <p:nvPr/>
        </p:nvGrpSpPr>
        <p:grpSpPr>
          <a:xfrm>
            <a:off x="4594026" y="5997727"/>
            <a:ext cx="4555991" cy="1297364"/>
            <a:chOff x="4594026" y="5997727"/>
            <a:chExt cx="4555991" cy="1297364"/>
          </a:xfrm>
        </p:grpSpPr>
        <p:pic>
          <p:nvPicPr>
            <p:cNvPr id="153" name="Google Shape;153;p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594026" y="5997727"/>
              <a:ext cx="4555991" cy="6917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6"/>
            <p:cNvSpPr/>
            <p:nvPr/>
          </p:nvSpPr>
          <p:spPr>
            <a:xfrm>
              <a:off x="6125739" y="6617546"/>
              <a:ext cx="1327150" cy="677545"/>
            </a:xfrm>
            <a:custGeom>
              <a:rect b="b" l="l" r="r" t="t"/>
              <a:pathLst>
                <a:path extrusionOk="0" h="677545" w="1327150">
                  <a:moveTo>
                    <a:pt x="1326685" y="0"/>
                  </a:moveTo>
                  <a:lnTo>
                    <a:pt x="1293706" y="62945"/>
                  </a:lnTo>
                  <a:lnTo>
                    <a:pt x="1268572" y="105384"/>
                  </a:lnTo>
                  <a:lnTo>
                    <a:pt x="1242451" y="146304"/>
                  </a:lnTo>
                  <a:lnTo>
                    <a:pt x="1215343" y="185705"/>
                  </a:lnTo>
                  <a:lnTo>
                    <a:pt x="1187249" y="223587"/>
                  </a:lnTo>
                  <a:lnTo>
                    <a:pt x="1158168" y="259950"/>
                  </a:lnTo>
                  <a:lnTo>
                    <a:pt x="1128100" y="294794"/>
                  </a:lnTo>
                  <a:lnTo>
                    <a:pt x="1097046" y="328120"/>
                  </a:lnTo>
                  <a:lnTo>
                    <a:pt x="1065004" y="359926"/>
                  </a:lnTo>
                  <a:lnTo>
                    <a:pt x="1031977" y="390214"/>
                  </a:lnTo>
                  <a:lnTo>
                    <a:pt x="997962" y="418983"/>
                  </a:lnTo>
                  <a:lnTo>
                    <a:pt x="962961" y="446233"/>
                  </a:lnTo>
                  <a:lnTo>
                    <a:pt x="926973" y="471965"/>
                  </a:lnTo>
                  <a:lnTo>
                    <a:pt x="889998" y="496178"/>
                  </a:lnTo>
                  <a:lnTo>
                    <a:pt x="852037" y="518872"/>
                  </a:lnTo>
                  <a:lnTo>
                    <a:pt x="813089" y="540047"/>
                  </a:lnTo>
                  <a:lnTo>
                    <a:pt x="773154" y="559703"/>
                  </a:lnTo>
                  <a:lnTo>
                    <a:pt x="732233" y="577841"/>
                  </a:lnTo>
                  <a:lnTo>
                    <a:pt x="690324" y="594460"/>
                  </a:lnTo>
                  <a:lnTo>
                    <a:pt x="647429" y="609560"/>
                  </a:lnTo>
                  <a:lnTo>
                    <a:pt x="603548" y="623142"/>
                  </a:lnTo>
                  <a:lnTo>
                    <a:pt x="558679" y="635204"/>
                  </a:lnTo>
                  <a:lnTo>
                    <a:pt x="512824" y="645749"/>
                  </a:lnTo>
                  <a:lnTo>
                    <a:pt x="465982" y="654774"/>
                  </a:lnTo>
                  <a:lnTo>
                    <a:pt x="418153" y="662281"/>
                  </a:lnTo>
                  <a:lnTo>
                    <a:pt x="369338" y="668268"/>
                  </a:lnTo>
                  <a:lnTo>
                    <a:pt x="319535" y="672738"/>
                  </a:lnTo>
                  <a:lnTo>
                    <a:pt x="268746" y="675688"/>
                  </a:lnTo>
                  <a:lnTo>
                    <a:pt x="216970" y="677120"/>
                  </a:lnTo>
                  <a:lnTo>
                    <a:pt x="164208" y="677034"/>
                  </a:lnTo>
                  <a:lnTo>
                    <a:pt x="110459" y="675428"/>
                  </a:lnTo>
                  <a:lnTo>
                    <a:pt x="55722" y="672304"/>
                  </a:lnTo>
                  <a:lnTo>
                    <a:pt x="0" y="667661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" name="Google Shape;155;p6"/>
            <p:cNvSpPr/>
            <p:nvPr/>
          </p:nvSpPr>
          <p:spPr>
            <a:xfrm>
              <a:off x="7363840" y="6477031"/>
              <a:ext cx="160020" cy="196850"/>
            </a:xfrm>
            <a:custGeom>
              <a:rect b="b" l="l" r="r" t="t"/>
              <a:pathLst>
                <a:path extrusionOk="0" h="196850" w="160020">
                  <a:moveTo>
                    <a:pt x="153935" y="0"/>
                  </a:moveTo>
                  <a:lnTo>
                    <a:pt x="0" y="122413"/>
                  </a:lnTo>
                  <a:lnTo>
                    <a:pt x="159504" y="196596"/>
                  </a:lnTo>
                  <a:lnTo>
                    <a:pt x="153935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56" name="Google Shape;156;p6"/>
          <p:cNvSpPr txBox="1"/>
          <p:nvPr/>
        </p:nvSpPr>
        <p:spPr>
          <a:xfrm>
            <a:off x="2078726" y="6883447"/>
            <a:ext cx="3921760" cy="716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10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Callback does NOT automatically make code asynchronous!</a:t>
            </a:r>
            <a:endParaRPr sz="2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16358319" y="2195484"/>
            <a:ext cx="2513330" cy="4911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“BACKGROUND”</a:t>
            </a:r>
            <a:endParaRPr sz="20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t/>
            </a:r>
            <a:endParaRPr sz="3350">
              <a:latin typeface="Arial"/>
              <a:ea typeface="Arial"/>
              <a:cs typeface="Arial"/>
              <a:sym typeface="Arial"/>
            </a:endParaRPr>
          </a:p>
          <a:p>
            <a:pPr indent="0" lvl="0" marL="788035" marR="781050" rtl="0" algn="ctr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Timer running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358140" marR="350520" rtl="0" algn="ctr">
              <a:lnSpc>
                <a:spcPct val="1250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(More on this in the lecture on Event Loop)</a:t>
            </a:r>
            <a:endParaRPr sz="14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8" name="Google Shape;158;p6"/>
          <p:cNvGrpSpPr/>
          <p:nvPr/>
        </p:nvGrpSpPr>
        <p:grpSpPr>
          <a:xfrm>
            <a:off x="4223274" y="2029280"/>
            <a:ext cx="257375" cy="508697"/>
            <a:chOff x="4223274" y="2029280"/>
            <a:chExt cx="257375" cy="508697"/>
          </a:xfrm>
        </p:grpSpPr>
        <p:sp>
          <p:nvSpPr>
            <p:cNvPr id="159" name="Google Shape;159;p6"/>
            <p:cNvSpPr/>
            <p:nvPr/>
          </p:nvSpPr>
          <p:spPr>
            <a:xfrm>
              <a:off x="4223274" y="2029280"/>
              <a:ext cx="252729" cy="429895"/>
            </a:xfrm>
            <a:custGeom>
              <a:rect b="b" l="l" r="r" t="t"/>
              <a:pathLst>
                <a:path extrusionOk="0" h="429894" w="252729">
                  <a:moveTo>
                    <a:pt x="252327" y="0"/>
                  </a:moveTo>
                  <a:lnTo>
                    <a:pt x="192391" y="32778"/>
                  </a:lnTo>
                  <a:lnTo>
                    <a:pt x="140568" y="65459"/>
                  </a:lnTo>
                  <a:lnTo>
                    <a:pt x="96858" y="98045"/>
                  </a:lnTo>
                  <a:lnTo>
                    <a:pt x="61260" y="130534"/>
                  </a:lnTo>
                  <a:lnTo>
                    <a:pt x="33776" y="162927"/>
                  </a:lnTo>
                  <a:lnTo>
                    <a:pt x="3145" y="227425"/>
                  </a:lnTo>
                  <a:lnTo>
                    <a:pt x="0" y="259529"/>
                  </a:lnTo>
                  <a:lnTo>
                    <a:pt x="4966" y="291537"/>
                  </a:lnTo>
                  <a:lnTo>
                    <a:pt x="18046" y="323449"/>
                  </a:lnTo>
                  <a:lnTo>
                    <a:pt x="39239" y="355264"/>
                  </a:lnTo>
                  <a:lnTo>
                    <a:pt x="68544" y="386984"/>
                  </a:lnTo>
                  <a:lnTo>
                    <a:pt x="105962" y="418607"/>
                  </a:lnTo>
                  <a:lnTo>
                    <a:pt x="124016" y="429306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" name="Google Shape;160;p6"/>
            <p:cNvSpPr/>
            <p:nvPr/>
          </p:nvSpPr>
          <p:spPr>
            <a:xfrm>
              <a:off x="4284434" y="2372242"/>
              <a:ext cx="196215" cy="165735"/>
            </a:xfrm>
            <a:custGeom>
              <a:rect b="b" l="l" r="r" t="t"/>
              <a:pathLst>
                <a:path extrusionOk="0" h="165735" w="196214">
                  <a:moveTo>
                    <a:pt x="89682" y="0"/>
                  </a:moveTo>
                  <a:lnTo>
                    <a:pt x="0" y="151333"/>
                  </a:lnTo>
                  <a:lnTo>
                    <a:pt x="196174" y="165348"/>
                  </a:lnTo>
                  <a:lnTo>
                    <a:pt x="89682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61" name="Google Shape;161;p6"/>
          <p:cNvSpPr txBox="1"/>
          <p:nvPr/>
        </p:nvSpPr>
        <p:spPr>
          <a:xfrm>
            <a:off x="11105422" y="5970119"/>
            <a:ext cx="1729105" cy="716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10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Executed after all other code</a:t>
            </a:r>
            <a:endParaRPr sz="2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7208592" y="1599935"/>
            <a:ext cx="177927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Asynchronous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3" name="Google Shape;163;p6"/>
          <p:cNvGrpSpPr/>
          <p:nvPr/>
        </p:nvGrpSpPr>
        <p:grpSpPr>
          <a:xfrm>
            <a:off x="4215458" y="9765484"/>
            <a:ext cx="1174400" cy="594737"/>
            <a:chOff x="4215458" y="9765484"/>
            <a:chExt cx="1174400" cy="594737"/>
          </a:xfrm>
        </p:grpSpPr>
        <p:sp>
          <p:nvSpPr>
            <p:cNvPr id="164" name="Google Shape;164;p6"/>
            <p:cNvSpPr/>
            <p:nvPr/>
          </p:nvSpPr>
          <p:spPr>
            <a:xfrm>
              <a:off x="4215458" y="9906196"/>
              <a:ext cx="1103630" cy="454025"/>
            </a:xfrm>
            <a:custGeom>
              <a:rect b="b" l="l" r="r" t="t"/>
              <a:pathLst>
                <a:path extrusionOk="0" h="454025" w="1103629">
                  <a:moveTo>
                    <a:pt x="1103017" y="0"/>
                  </a:moveTo>
                  <a:lnTo>
                    <a:pt x="1070142" y="59648"/>
                  </a:lnTo>
                  <a:lnTo>
                    <a:pt x="1044603" y="98288"/>
                  </a:lnTo>
                  <a:lnTo>
                    <a:pt x="1017624" y="134935"/>
                  </a:lnTo>
                  <a:lnTo>
                    <a:pt x="989206" y="169589"/>
                  </a:lnTo>
                  <a:lnTo>
                    <a:pt x="959350" y="202250"/>
                  </a:lnTo>
                  <a:lnTo>
                    <a:pt x="928055" y="232918"/>
                  </a:lnTo>
                  <a:lnTo>
                    <a:pt x="895321" y="261593"/>
                  </a:lnTo>
                  <a:lnTo>
                    <a:pt x="861149" y="288275"/>
                  </a:lnTo>
                  <a:lnTo>
                    <a:pt x="825537" y="312964"/>
                  </a:lnTo>
                  <a:lnTo>
                    <a:pt x="788487" y="335660"/>
                  </a:lnTo>
                  <a:lnTo>
                    <a:pt x="749998" y="356363"/>
                  </a:lnTo>
                  <a:lnTo>
                    <a:pt x="710070" y="375073"/>
                  </a:lnTo>
                  <a:lnTo>
                    <a:pt x="668703" y="391791"/>
                  </a:lnTo>
                  <a:lnTo>
                    <a:pt x="625898" y="406515"/>
                  </a:lnTo>
                  <a:lnTo>
                    <a:pt x="581653" y="419247"/>
                  </a:lnTo>
                  <a:lnTo>
                    <a:pt x="535970" y="429985"/>
                  </a:lnTo>
                  <a:lnTo>
                    <a:pt x="488848" y="438731"/>
                  </a:lnTo>
                  <a:lnTo>
                    <a:pt x="440287" y="445484"/>
                  </a:lnTo>
                  <a:lnTo>
                    <a:pt x="390287" y="450244"/>
                  </a:lnTo>
                  <a:lnTo>
                    <a:pt x="338849" y="453011"/>
                  </a:lnTo>
                  <a:lnTo>
                    <a:pt x="285971" y="453786"/>
                  </a:lnTo>
                  <a:lnTo>
                    <a:pt x="231655" y="452568"/>
                  </a:lnTo>
                  <a:lnTo>
                    <a:pt x="175899" y="449357"/>
                  </a:lnTo>
                  <a:lnTo>
                    <a:pt x="118705" y="444153"/>
                  </a:lnTo>
                  <a:lnTo>
                    <a:pt x="60072" y="436956"/>
                  </a:lnTo>
                  <a:lnTo>
                    <a:pt x="0" y="427767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" name="Google Shape;165;p6"/>
            <p:cNvSpPr/>
            <p:nvPr/>
          </p:nvSpPr>
          <p:spPr>
            <a:xfrm>
              <a:off x="5229838" y="9765484"/>
              <a:ext cx="160020" cy="196850"/>
            </a:xfrm>
            <a:custGeom>
              <a:rect b="b" l="l" r="r" t="t"/>
              <a:pathLst>
                <a:path extrusionOk="0" h="196850" w="160020">
                  <a:moveTo>
                    <a:pt x="153564" y="0"/>
                  </a:moveTo>
                  <a:lnTo>
                    <a:pt x="0" y="122875"/>
                  </a:lnTo>
                  <a:lnTo>
                    <a:pt x="159727" y="196577"/>
                  </a:lnTo>
                  <a:lnTo>
                    <a:pt x="153564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66" name="Google Shape;166;p6"/>
          <p:cNvSpPr txBox="1"/>
          <p:nvPr/>
        </p:nvSpPr>
        <p:spPr>
          <a:xfrm>
            <a:off x="577377" y="10028303"/>
            <a:ext cx="3642360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Coordinating behavior of a program over a period of time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"/>
          <p:cNvSpPr/>
          <p:nvPr/>
        </p:nvSpPr>
        <p:spPr>
          <a:xfrm>
            <a:off x="0" y="0"/>
            <a:ext cx="20104100" cy="11308715"/>
          </a:xfrm>
          <a:custGeom>
            <a:rect b="b" l="l" r="r" t="t"/>
            <a:pathLst>
              <a:path extrusionOk="0" h="11308715" w="20104100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72" name="Google Shape;17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94026" y="2195484"/>
            <a:ext cx="8062581" cy="3026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0104099" cy="136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 txBox="1"/>
          <p:nvPr>
            <p:ph type="title"/>
          </p:nvPr>
        </p:nvSpPr>
        <p:spPr>
          <a:xfrm>
            <a:off x="603308" y="259543"/>
            <a:ext cx="77723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ASYNCHRONOUS	CODE</a:t>
            </a:r>
            <a:endParaRPr/>
          </a:p>
        </p:txBody>
      </p:sp>
      <p:pic>
        <p:nvPicPr>
          <p:cNvPr id="175" name="Google Shape;17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7519" y="8637782"/>
            <a:ext cx="4286357" cy="1010416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7"/>
          <p:cNvSpPr txBox="1"/>
          <p:nvPr/>
        </p:nvSpPr>
        <p:spPr>
          <a:xfrm>
            <a:off x="1670050" y="8815185"/>
            <a:ext cx="389821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ASYNCHRONOUS</a:t>
            </a:r>
            <a:endParaRPr sz="4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13531180" y="2195484"/>
            <a:ext cx="2513330" cy="4911725"/>
          </a:xfrm>
          <a:custGeom>
            <a:rect b="b" l="l" r="r" t="t"/>
            <a:pathLst>
              <a:path extrusionOk="0" h="4911725" w="2513330">
                <a:moveTo>
                  <a:pt x="2513012" y="0"/>
                </a:moveTo>
                <a:lnTo>
                  <a:pt x="0" y="0"/>
                </a:lnTo>
                <a:lnTo>
                  <a:pt x="0" y="4911180"/>
                </a:lnTo>
                <a:lnTo>
                  <a:pt x="2513012" y="4911180"/>
                </a:lnTo>
                <a:lnTo>
                  <a:pt x="2513012" y="0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8" name="Google Shape;178;p7"/>
          <p:cNvSpPr txBox="1"/>
          <p:nvPr/>
        </p:nvSpPr>
        <p:spPr>
          <a:xfrm>
            <a:off x="13531180" y="2195484"/>
            <a:ext cx="2513330" cy="4911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86375">
            <a:spAutoFit/>
          </a:bodyPr>
          <a:lstStyle/>
          <a:p>
            <a:pPr indent="5714" lvl="0" marL="511809" marR="588010" rtl="0" algn="l">
              <a:lnSpc>
                <a:spcPct val="110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THREAD OF EXECUTION</a:t>
            </a:r>
            <a:endParaRPr sz="2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9" name="Google Shape;179;p7"/>
          <p:cNvGrpSpPr/>
          <p:nvPr/>
        </p:nvGrpSpPr>
        <p:grpSpPr>
          <a:xfrm>
            <a:off x="14486166" y="3383082"/>
            <a:ext cx="519440" cy="3341331"/>
            <a:chOff x="14486166" y="3383082"/>
            <a:chExt cx="519440" cy="3341331"/>
          </a:xfrm>
        </p:grpSpPr>
        <p:sp>
          <p:nvSpPr>
            <p:cNvPr id="180" name="Google Shape;180;p7"/>
            <p:cNvSpPr/>
            <p:nvPr/>
          </p:nvSpPr>
          <p:spPr>
            <a:xfrm>
              <a:off x="14486166" y="3383082"/>
              <a:ext cx="519430" cy="1979930"/>
            </a:xfrm>
            <a:custGeom>
              <a:rect b="b" l="l" r="r" t="t"/>
              <a:pathLst>
                <a:path extrusionOk="0" h="1979929" w="519430">
                  <a:moveTo>
                    <a:pt x="519252" y="1361744"/>
                  </a:moveTo>
                  <a:lnTo>
                    <a:pt x="0" y="1361744"/>
                  </a:lnTo>
                  <a:lnTo>
                    <a:pt x="0" y="1979523"/>
                  </a:lnTo>
                  <a:lnTo>
                    <a:pt x="519252" y="1979523"/>
                  </a:lnTo>
                  <a:lnTo>
                    <a:pt x="519252" y="1361744"/>
                  </a:lnTo>
                  <a:close/>
                </a:path>
                <a:path extrusionOk="0" h="1979929" w="519430">
                  <a:moveTo>
                    <a:pt x="519252" y="680872"/>
                  </a:moveTo>
                  <a:lnTo>
                    <a:pt x="0" y="680872"/>
                  </a:lnTo>
                  <a:lnTo>
                    <a:pt x="0" y="1298651"/>
                  </a:lnTo>
                  <a:lnTo>
                    <a:pt x="519252" y="1298651"/>
                  </a:lnTo>
                  <a:lnTo>
                    <a:pt x="519252" y="680872"/>
                  </a:lnTo>
                  <a:close/>
                </a:path>
                <a:path extrusionOk="0" h="1979929" w="519430">
                  <a:moveTo>
                    <a:pt x="519252" y="0"/>
                  </a:moveTo>
                  <a:lnTo>
                    <a:pt x="0" y="0"/>
                  </a:lnTo>
                  <a:lnTo>
                    <a:pt x="0" y="617791"/>
                  </a:lnTo>
                  <a:lnTo>
                    <a:pt x="519252" y="617791"/>
                  </a:lnTo>
                  <a:lnTo>
                    <a:pt x="519252" y="0"/>
                  </a:lnTo>
                  <a:close/>
                </a:path>
              </a:pathLst>
            </a:custGeom>
            <a:solidFill>
              <a:srgbClr val="3846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14486176" y="6106558"/>
              <a:ext cx="519430" cy="617855"/>
            </a:xfrm>
            <a:custGeom>
              <a:rect b="b" l="l" r="r" t="t"/>
              <a:pathLst>
                <a:path extrusionOk="0" h="617854" w="519430">
                  <a:moveTo>
                    <a:pt x="519252" y="0"/>
                  </a:moveTo>
                  <a:lnTo>
                    <a:pt x="0" y="0"/>
                  </a:lnTo>
                  <a:lnTo>
                    <a:pt x="0" y="617782"/>
                  </a:lnTo>
                  <a:lnTo>
                    <a:pt x="519252" y="617782"/>
                  </a:lnTo>
                  <a:lnTo>
                    <a:pt x="519252" y="0"/>
                  </a:lnTo>
                  <a:close/>
                </a:path>
              </a:pathLst>
            </a:custGeom>
            <a:solidFill>
              <a:srgbClr val="F4DB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14486176" y="5425689"/>
              <a:ext cx="519430" cy="617855"/>
            </a:xfrm>
            <a:custGeom>
              <a:rect b="b" l="l" r="r" t="t"/>
              <a:pathLst>
                <a:path extrusionOk="0" h="617854" w="519430">
                  <a:moveTo>
                    <a:pt x="519252" y="0"/>
                  </a:moveTo>
                  <a:lnTo>
                    <a:pt x="0" y="0"/>
                  </a:lnTo>
                  <a:lnTo>
                    <a:pt x="0" y="617782"/>
                  </a:lnTo>
                  <a:lnTo>
                    <a:pt x="519252" y="617782"/>
                  </a:lnTo>
                  <a:lnTo>
                    <a:pt x="519252" y="0"/>
                  </a:lnTo>
                  <a:close/>
                </a:path>
              </a:pathLst>
            </a:custGeom>
            <a:solidFill>
              <a:srgbClr val="3846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3" name="Google Shape;183;p7"/>
          <p:cNvSpPr txBox="1"/>
          <p:nvPr/>
        </p:nvSpPr>
        <p:spPr>
          <a:xfrm>
            <a:off x="1235160" y="3691592"/>
            <a:ext cx="2678430" cy="808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3970" lvl="0" marL="26034" marR="5080" rtl="0" algn="l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CALLBACK WILL RUN AFTER IMAGE LOADS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9856" y="7843880"/>
            <a:ext cx="293184" cy="293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9856" y="8608581"/>
            <a:ext cx="324597" cy="324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9856" y="9393571"/>
            <a:ext cx="293184" cy="293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9856" y="10168417"/>
            <a:ext cx="293184" cy="2931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8" name="Google Shape;188;p7"/>
          <p:cNvGrpSpPr/>
          <p:nvPr/>
        </p:nvGrpSpPr>
        <p:grpSpPr>
          <a:xfrm>
            <a:off x="4198288" y="2547539"/>
            <a:ext cx="705938" cy="3122810"/>
            <a:chOff x="4198288" y="2547539"/>
            <a:chExt cx="705938" cy="3122810"/>
          </a:xfrm>
        </p:grpSpPr>
        <p:sp>
          <p:nvSpPr>
            <p:cNvPr id="189" name="Google Shape;189;p7"/>
            <p:cNvSpPr/>
            <p:nvPr/>
          </p:nvSpPr>
          <p:spPr>
            <a:xfrm>
              <a:off x="4223231" y="2547539"/>
              <a:ext cx="252729" cy="365125"/>
            </a:xfrm>
            <a:custGeom>
              <a:rect b="b" l="l" r="r" t="t"/>
              <a:pathLst>
                <a:path extrusionOk="0" h="365125" w="252729">
                  <a:moveTo>
                    <a:pt x="252370" y="0"/>
                  </a:moveTo>
                  <a:lnTo>
                    <a:pt x="193005" y="27949"/>
                  </a:lnTo>
                  <a:lnTo>
                    <a:pt x="141588" y="55794"/>
                  </a:lnTo>
                  <a:lnTo>
                    <a:pt x="98120" y="83534"/>
                  </a:lnTo>
                  <a:lnTo>
                    <a:pt x="62600" y="111168"/>
                  </a:lnTo>
                  <a:lnTo>
                    <a:pt x="35027" y="138697"/>
                  </a:lnTo>
                  <a:lnTo>
                    <a:pt x="3727" y="193440"/>
                  </a:lnTo>
                  <a:lnTo>
                    <a:pt x="0" y="220653"/>
                  </a:lnTo>
                  <a:lnTo>
                    <a:pt x="4220" y="247762"/>
                  </a:lnTo>
                  <a:lnTo>
                    <a:pt x="16388" y="274765"/>
                  </a:lnTo>
                  <a:lnTo>
                    <a:pt x="36505" y="301663"/>
                  </a:lnTo>
                  <a:lnTo>
                    <a:pt x="64570" y="328456"/>
                  </a:lnTo>
                  <a:lnTo>
                    <a:pt x="100583" y="355144"/>
                  </a:lnTo>
                  <a:lnTo>
                    <a:pt x="119291" y="364674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0" name="Google Shape;190;p7"/>
            <p:cNvSpPr/>
            <p:nvPr/>
          </p:nvSpPr>
          <p:spPr>
            <a:xfrm>
              <a:off x="4283939" y="2824334"/>
              <a:ext cx="196850" cy="158750"/>
            </a:xfrm>
            <a:custGeom>
              <a:rect b="b" l="l" r="r" t="t"/>
              <a:pathLst>
                <a:path extrusionOk="0" h="158750" w="196850">
                  <a:moveTo>
                    <a:pt x="79845" y="0"/>
                  </a:moveTo>
                  <a:lnTo>
                    <a:pt x="0" y="156744"/>
                  </a:lnTo>
                  <a:lnTo>
                    <a:pt x="196668" y="158219"/>
                  </a:lnTo>
                  <a:lnTo>
                    <a:pt x="79845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1" name="Google Shape;191;p7"/>
            <p:cNvSpPr/>
            <p:nvPr/>
          </p:nvSpPr>
          <p:spPr>
            <a:xfrm>
              <a:off x="4198288" y="3545673"/>
              <a:ext cx="277495" cy="1070610"/>
            </a:xfrm>
            <a:custGeom>
              <a:rect b="b" l="l" r="r" t="t"/>
              <a:pathLst>
                <a:path extrusionOk="0" h="1070610" w="277495">
                  <a:moveTo>
                    <a:pt x="277313" y="0"/>
                  </a:moveTo>
                  <a:lnTo>
                    <a:pt x="239299" y="42707"/>
                  </a:lnTo>
                  <a:lnTo>
                    <a:pt x="204086" y="85371"/>
                  </a:lnTo>
                  <a:lnTo>
                    <a:pt x="171674" y="127991"/>
                  </a:lnTo>
                  <a:lnTo>
                    <a:pt x="142063" y="170567"/>
                  </a:lnTo>
                  <a:lnTo>
                    <a:pt x="115253" y="213100"/>
                  </a:lnTo>
                  <a:lnTo>
                    <a:pt x="91244" y="255588"/>
                  </a:lnTo>
                  <a:lnTo>
                    <a:pt x="70035" y="298033"/>
                  </a:lnTo>
                  <a:lnTo>
                    <a:pt x="51627" y="340435"/>
                  </a:lnTo>
                  <a:lnTo>
                    <a:pt x="36021" y="382792"/>
                  </a:lnTo>
                  <a:lnTo>
                    <a:pt x="23215" y="425106"/>
                  </a:lnTo>
                  <a:lnTo>
                    <a:pt x="13210" y="467376"/>
                  </a:lnTo>
                  <a:lnTo>
                    <a:pt x="6005" y="509603"/>
                  </a:lnTo>
                  <a:lnTo>
                    <a:pt x="1602" y="551785"/>
                  </a:lnTo>
                  <a:lnTo>
                    <a:pt x="0" y="593924"/>
                  </a:lnTo>
                  <a:lnTo>
                    <a:pt x="1198" y="636019"/>
                  </a:lnTo>
                  <a:lnTo>
                    <a:pt x="5197" y="678071"/>
                  </a:lnTo>
                  <a:lnTo>
                    <a:pt x="11997" y="720078"/>
                  </a:lnTo>
                  <a:lnTo>
                    <a:pt x="21598" y="762042"/>
                  </a:lnTo>
                  <a:lnTo>
                    <a:pt x="34000" y="803963"/>
                  </a:lnTo>
                  <a:lnTo>
                    <a:pt x="49202" y="845839"/>
                  </a:lnTo>
                  <a:lnTo>
                    <a:pt x="67206" y="887672"/>
                  </a:lnTo>
                  <a:lnTo>
                    <a:pt x="88010" y="929461"/>
                  </a:lnTo>
                  <a:lnTo>
                    <a:pt x="111615" y="971206"/>
                  </a:lnTo>
                  <a:lnTo>
                    <a:pt x="138021" y="1012908"/>
                  </a:lnTo>
                  <a:lnTo>
                    <a:pt x="167228" y="1054565"/>
                  </a:lnTo>
                  <a:lnTo>
                    <a:pt x="180753" y="1070566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2" name="Google Shape;192;p7"/>
            <p:cNvSpPr/>
            <p:nvPr/>
          </p:nvSpPr>
          <p:spPr>
            <a:xfrm>
              <a:off x="4298350" y="4543466"/>
              <a:ext cx="180975" cy="191135"/>
            </a:xfrm>
            <a:custGeom>
              <a:rect b="b" l="l" r="r" t="t"/>
              <a:pathLst>
                <a:path extrusionOk="0" h="191135" w="180975">
                  <a:moveTo>
                    <a:pt x="134345" y="0"/>
                  </a:moveTo>
                  <a:lnTo>
                    <a:pt x="0" y="113558"/>
                  </a:lnTo>
                  <a:lnTo>
                    <a:pt x="180731" y="191126"/>
                  </a:lnTo>
                  <a:lnTo>
                    <a:pt x="134345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93" name="Google Shape;193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52925" y="5419048"/>
              <a:ext cx="251301" cy="2513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4" name="Google Shape;194;p7"/>
          <p:cNvSpPr txBox="1"/>
          <p:nvPr/>
        </p:nvSpPr>
        <p:spPr>
          <a:xfrm>
            <a:off x="7180701" y="7787390"/>
            <a:ext cx="12058015" cy="274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Asynchronous code is executed </a:t>
            </a:r>
            <a:r>
              <a:rPr b="1" lang="en-US" sz="25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after a task that runs in the “background” finishes</a:t>
            </a:r>
            <a:r>
              <a:rPr lang="en-US" sz="25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25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Asynchronous code is </a:t>
            </a:r>
            <a:r>
              <a:rPr b="1" lang="en-US" sz="2550">
                <a:solidFill>
                  <a:srgbClr val="00882B"/>
                </a:solidFill>
                <a:latin typeface="Arial"/>
                <a:ea typeface="Arial"/>
                <a:cs typeface="Arial"/>
                <a:sym typeface="Arial"/>
              </a:rPr>
              <a:t>non-blocking</a:t>
            </a:r>
            <a:r>
              <a:rPr lang="en-US" sz="25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255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2368550" rtl="0" algn="l">
              <a:lnSpc>
                <a:spcPct val="199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Execution doesn’t wait for an asynchronous task to finish its work; Callback functions alone do </a:t>
            </a:r>
            <a:r>
              <a:rPr b="1" lang="en-US" sz="25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NOT </a:t>
            </a:r>
            <a:r>
              <a:rPr lang="en-US" sz="25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make code asynchronous!</a:t>
            </a:r>
            <a:endParaRPr sz="25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5" name="Google Shape;195;p7"/>
          <p:cNvGrpSpPr/>
          <p:nvPr/>
        </p:nvGrpSpPr>
        <p:grpSpPr>
          <a:xfrm>
            <a:off x="16358319" y="2195484"/>
            <a:ext cx="2513330" cy="4911725"/>
            <a:chOff x="16358319" y="2195484"/>
            <a:chExt cx="2513330" cy="4911725"/>
          </a:xfrm>
        </p:grpSpPr>
        <p:sp>
          <p:nvSpPr>
            <p:cNvPr id="196" name="Google Shape;196;p7"/>
            <p:cNvSpPr/>
            <p:nvPr/>
          </p:nvSpPr>
          <p:spPr>
            <a:xfrm>
              <a:off x="16358319" y="2195484"/>
              <a:ext cx="2513330" cy="4911725"/>
            </a:xfrm>
            <a:custGeom>
              <a:rect b="b" l="l" r="r" t="t"/>
              <a:pathLst>
                <a:path extrusionOk="0" h="4911725" w="2513330">
                  <a:moveTo>
                    <a:pt x="2513012" y="0"/>
                  </a:moveTo>
                  <a:lnTo>
                    <a:pt x="0" y="0"/>
                  </a:lnTo>
                  <a:lnTo>
                    <a:pt x="0" y="4911180"/>
                  </a:lnTo>
                  <a:lnTo>
                    <a:pt x="2513012" y="4911180"/>
                  </a:lnTo>
                  <a:lnTo>
                    <a:pt x="2513012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97" name="Google Shape;197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7193194" y="4743311"/>
              <a:ext cx="837670" cy="83767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7"/>
          <p:cNvSpPr txBox="1"/>
          <p:nvPr/>
        </p:nvSpPr>
        <p:spPr>
          <a:xfrm>
            <a:off x="5059060" y="5373474"/>
            <a:ext cx="7719059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Asynchronous image loading with event and callback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 txBox="1"/>
          <p:nvPr/>
        </p:nvSpPr>
        <p:spPr>
          <a:xfrm>
            <a:off x="16358319" y="2195484"/>
            <a:ext cx="2513330" cy="4911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“BACKGROUND”</a:t>
            </a:r>
            <a:endParaRPr sz="20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t/>
            </a:r>
            <a:endParaRPr sz="3300">
              <a:latin typeface="Arial"/>
              <a:ea typeface="Arial"/>
              <a:cs typeface="Arial"/>
              <a:sym typeface="Arial"/>
            </a:endParaRPr>
          </a:p>
          <a:p>
            <a:pPr indent="634" lvl="0" marL="803275" marR="796290" rtl="0" algn="ctr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Image loading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t/>
            </a:r>
            <a:endParaRPr sz="3250">
              <a:latin typeface="Arial"/>
              <a:ea typeface="Arial"/>
              <a:cs typeface="Arial"/>
              <a:sym typeface="Arial"/>
            </a:endParaRPr>
          </a:p>
          <a:p>
            <a:pPr indent="0" lvl="0" marL="358140" marR="350520" rtl="0" algn="ctr">
              <a:lnSpc>
                <a:spcPct val="1250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(More on this in the lecture on Event Loop)</a:t>
            </a:r>
            <a:endParaRPr sz="14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0" name="Google Shape;200;p7"/>
          <p:cNvGrpSpPr/>
          <p:nvPr/>
        </p:nvGrpSpPr>
        <p:grpSpPr>
          <a:xfrm>
            <a:off x="5488621" y="1796933"/>
            <a:ext cx="1561098" cy="1120919"/>
            <a:chOff x="5488621" y="1796933"/>
            <a:chExt cx="1561098" cy="1120919"/>
          </a:xfrm>
        </p:grpSpPr>
        <p:sp>
          <p:nvSpPr>
            <p:cNvPr id="201" name="Google Shape;201;p7"/>
            <p:cNvSpPr/>
            <p:nvPr/>
          </p:nvSpPr>
          <p:spPr>
            <a:xfrm>
              <a:off x="5568264" y="1796933"/>
              <a:ext cx="1481455" cy="970915"/>
            </a:xfrm>
            <a:custGeom>
              <a:rect b="b" l="l" r="r" t="t"/>
              <a:pathLst>
                <a:path extrusionOk="0" h="970914" w="1481454">
                  <a:moveTo>
                    <a:pt x="0" y="970676"/>
                  </a:moveTo>
                  <a:lnTo>
                    <a:pt x="20789" y="904211"/>
                  </a:lnTo>
                  <a:lnTo>
                    <a:pt x="37309" y="859140"/>
                  </a:lnTo>
                  <a:lnTo>
                    <a:pt x="54931" y="815221"/>
                  </a:lnTo>
                  <a:lnTo>
                    <a:pt x="73655" y="772453"/>
                  </a:lnTo>
                  <a:lnTo>
                    <a:pt x="93480" y="730838"/>
                  </a:lnTo>
                  <a:lnTo>
                    <a:pt x="114406" y="690374"/>
                  </a:lnTo>
                  <a:lnTo>
                    <a:pt x="136434" y="651063"/>
                  </a:lnTo>
                  <a:lnTo>
                    <a:pt x="159564" y="612903"/>
                  </a:lnTo>
                  <a:lnTo>
                    <a:pt x="183795" y="575896"/>
                  </a:lnTo>
                  <a:lnTo>
                    <a:pt x="209127" y="540040"/>
                  </a:lnTo>
                  <a:lnTo>
                    <a:pt x="235561" y="505336"/>
                  </a:lnTo>
                  <a:lnTo>
                    <a:pt x="263096" y="471784"/>
                  </a:lnTo>
                  <a:lnTo>
                    <a:pt x="291733" y="439384"/>
                  </a:lnTo>
                  <a:lnTo>
                    <a:pt x="321472" y="408136"/>
                  </a:lnTo>
                  <a:lnTo>
                    <a:pt x="352312" y="378040"/>
                  </a:lnTo>
                  <a:lnTo>
                    <a:pt x="384253" y="349096"/>
                  </a:lnTo>
                  <a:lnTo>
                    <a:pt x="417296" y="321303"/>
                  </a:lnTo>
                  <a:lnTo>
                    <a:pt x="451441" y="294663"/>
                  </a:lnTo>
                  <a:lnTo>
                    <a:pt x="486687" y="269175"/>
                  </a:lnTo>
                  <a:lnTo>
                    <a:pt x="523034" y="244838"/>
                  </a:lnTo>
                  <a:lnTo>
                    <a:pt x="560484" y="221653"/>
                  </a:lnTo>
                  <a:lnTo>
                    <a:pt x="599034" y="199620"/>
                  </a:lnTo>
                  <a:lnTo>
                    <a:pt x="638686" y="178739"/>
                  </a:lnTo>
                  <a:lnTo>
                    <a:pt x="679440" y="159010"/>
                  </a:lnTo>
                  <a:lnTo>
                    <a:pt x="721295" y="140433"/>
                  </a:lnTo>
                  <a:lnTo>
                    <a:pt x="764251" y="123008"/>
                  </a:lnTo>
                  <a:lnTo>
                    <a:pt x="808310" y="106734"/>
                  </a:lnTo>
                  <a:lnTo>
                    <a:pt x="853469" y="91613"/>
                  </a:lnTo>
                  <a:lnTo>
                    <a:pt x="899730" y="77643"/>
                  </a:lnTo>
                  <a:lnTo>
                    <a:pt x="947093" y="64825"/>
                  </a:lnTo>
                  <a:lnTo>
                    <a:pt x="995557" y="53159"/>
                  </a:lnTo>
                  <a:lnTo>
                    <a:pt x="1045123" y="42645"/>
                  </a:lnTo>
                  <a:lnTo>
                    <a:pt x="1095790" y="33283"/>
                  </a:lnTo>
                  <a:lnTo>
                    <a:pt x="1147559" y="25073"/>
                  </a:lnTo>
                  <a:lnTo>
                    <a:pt x="1200429" y="18014"/>
                  </a:lnTo>
                  <a:lnTo>
                    <a:pt x="1254401" y="12108"/>
                  </a:lnTo>
                  <a:lnTo>
                    <a:pt x="1309474" y="7353"/>
                  </a:lnTo>
                  <a:lnTo>
                    <a:pt x="1365649" y="3750"/>
                  </a:lnTo>
                  <a:lnTo>
                    <a:pt x="1422925" y="1299"/>
                  </a:lnTo>
                  <a:lnTo>
                    <a:pt x="1481303" y="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2" name="Google Shape;202;p7"/>
            <p:cNvSpPr/>
            <p:nvPr/>
          </p:nvSpPr>
          <p:spPr>
            <a:xfrm>
              <a:off x="5488621" y="2724812"/>
              <a:ext cx="170180" cy="193040"/>
            </a:xfrm>
            <a:custGeom>
              <a:rect b="b" l="l" r="r" t="t"/>
              <a:pathLst>
                <a:path extrusionOk="0" h="193039" w="170179">
                  <a:moveTo>
                    <a:pt x="0" y="0"/>
                  </a:moveTo>
                  <a:lnTo>
                    <a:pt x="39902" y="192584"/>
                  </a:lnTo>
                  <a:lnTo>
                    <a:pt x="170028" y="45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203" name="Google Shape;203;p7"/>
          <p:cNvGrpSpPr/>
          <p:nvPr/>
        </p:nvGrpSpPr>
        <p:grpSpPr>
          <a:xfrm>
            <a:off x="4223233" y="2050222"/>
            <a:ext cx="680993" cy="4544197"/>
            <a:chOff x="4223233" y="2050222"/>
            <a:chExt cx="680993" cy="4544197"/>
          </a:xfrm>
        </p:grpSpPr>
        <p:sp>
          <p:nvSpPr>
            <p:cNvPr id="204" name="Google Shape;204;p7"/>
            <p:cNvSpPr/>
            <p:nvPr/>
          </p:nvSpPr>
          <p:spPr>
            <a:xfrm>
              <a:off x="4223233" y="2050222"/>
              <a:ext cx="252729" cy="374015"/>
            </a:xfrm>
            <a:custGeom>
              <a:rect b="b" l="l" r="r" t="t"/>
              <a:pathLst>
                <a:path extrusionOk="0" h="374014" w="252729">
                  <a:moveTo>
                    <a:pt x="252367" y="0"/>
                  </a:moveTo>
                  <a:lnTo>
                    <a:pt x="192921" y="28632"/>
                  </a:lnTo>
                  <a:lnTo>
                    <a:pt x="141446" y="57160"/>
                  </a:lnTo>
                  <a:lnTo>
                    <a:pt x="97942" y="85585"/>
                  </a:lnTo>
                  <a:lnTo>
                    <a:pt x="62410" y="113906"/>
                  </a:lnTo>
                  <a:lnTo>
                    <a:pt x="34850" y="142123"/>
                  </a:lnTo>
                  <a:lnTo>
                    <a:pt x="3645" y="198247"/>
                  </a:lnTo>
                  <a:lnTo>
                    <a:pt x="0" y="226153"/>
                  </a:lnTo>
                  <a:lnTo>
                    <a:pt x="4326" y="253956"/>
                  </a:lnTo>
                  <a:lnTo>
                    <a:pt x="16624" y="281655"/>
                  </a:lnTo>
                  <a:lnTo>
                    <a:pt x="36893" y="309250"/>
                  </a:lnTo>
                  <a:lnTo>
                    <a:pt x="65134" y="336742"/>
                  </a:lnTo>
                  <a:lnTo>
                    <a:pt x="101347" y="364130"/>
                  </a:lnTo>
                  <a:lnTo>
                    <a:pt x="119963" y="373836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4283962" y="2336386"/>
              <a:ext cx="196850" cy="159385"/>
            </a:xfrm>
            <a:custGeom>
              <a:rect b="b" l="l" r="r" t="t"/>
              <a:pathLst>
                <a:path extrusionOk="0" h="159385" w="196850">
                  <a:moveTo>
                    <a:pt x="81331" y="0"/>
                  </a:moveTo>
                  <a:lnTo>
                    <a:pt x="0" y="155980"/>
                  </a:lnTo>
                  <a:lnTo>
                    <a:pt x="196645" y="159321"/>
                  </a:lnTo>
                  <a:lnTo>
                    <a:pt x="81331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6" name="Google Shape;206;p7"/>
            <p:cNvSpPr/>
            <p:nvPr/>
          </p:nvSpPr>
          <p:spPr>
            <a:xfrm>
              <a:off x="4223233" y="3042303"/>
              <a:ext cx="252729" cy="374015"/>
            </a:xfrm>
            <a:custGeom>
              <a:rect b="b" l="l" r="r" t="t"/>
              <a:pathLst>
                <a:path extrusionOk="0" h="374014" w="252729">
                  <a:moveTo>
                    <a:pt x="252367" y="0"/>
                  </a:moveTo>
                  <a:lnTo>
                    <a:pt x="192921" y="28632"/>
                  </a:lnTo>
                  <a:lnTo>
                    <a:pt x="141446" y="57160"/>
                  </a:lnTo>
                  <a:lnTo>
                    <a:pt x="97942" y="85585"/>
                  </a:lnTo>
                  <a:lnTo>
                    <a:pt x="62410" y="113906"/>
                  </a:lnTo>
                  <a:lnTo>
                    <a:pt x="34850" y="142123"/>
                  </a:lnTo>
                  <a:lnTo>
                    <a:pt x="3645" y="198247"/>
                  </a:lnTo>
                  <a:lnTo>
                    <a:pt x="0" y="226153"/>
                  </a:lnTo>
                  <a:lnTo>
                    <a:pt x="4326" y="253956"/>
                  </a:lnTo>
                  <a:lnTo>
                    <a:pt x="16624" y="281655"/>
                  </a:lnTo>
                  <a:lnTo>
                    <a:pt x="36893" y="309250"/>
                  </a:lnTo>
                  <a:lnTo>
                    <a:pt x="65134" y="336742"/>
                  </a:lnTo>
                  <a:lnTo>
                    <a:pt x="101347" y="364130"/>
                  </a:lnTo>
                  <a:lnTo>
                    <a:pt x="119963" y="373836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7" name="Google Shape;207;p7"/>
            <p:cNvSpPr/>
            <p:nvPr/>
          </p:nvSpPr>
          <p:spPr>
            <a:xfrm>
              <a:off x="4283962" y="3328467"/>
              <a:ext cx="196850" cy="159385"/>
            </a:xfrm>
            <a:custGeom>
              <a:rect b="b" l="l" r="r" t="t"/>
              <a:pathLst>
                <a:path extrusionOk="0" h="159385" w="196850">
                  <a:moveTo>
                    <a:pt x="81331" y="0"/>
                  </a:moveTo>
                  <a:lnTo>
                    <a:pt x="0" y="155980"/>
                  </a:lnTo>
                  <a:lnTo>
                    <a:pt x="196645" y="159321"/>
                  </a:lnTo>
                  <a:lnTo>
                    <a:pt x="81331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08" name="Google Shape;208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52925" y="6343118"/>
              <a:ext cx="251301" cy="2513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9" name="Google Shape;209;p7"/>
          <p:cNvSpPr txBox="1"/>
          <p:nvPr/>
        </p:nvSpPr>
        <p:spPr>
          <a:xfrm>
            <a:off x="7202672" y="1592330"/>
            <a:ext cx="177927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Asynchronous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7"/>
          <p:cNvSpPr txBox="1"/>
          <p:nvPr/>
        </p:nvSpPr>
        <p:spPr>
          <a:xfrm>
            <a:off x="5059060" y="6297542"/>
            <a:ext cx="575564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Other examples: </a:t>
            </a: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Geolocation API or </a:t>
            </a:r>
            <a:r>
              <a:rPr b="1"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AJAX calls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1" name="Google Shape;211;p7"/>
          <p:cNvGrpSpPr/>
          <p:nvPr/>
        </p:nvGrpSpPr>
        <p:grpSpPr>
          <a:xfrm>
            <a:off x="2929259" y="3606826"/>
            <a:ext cx="2958231" cy="3128203"/>
            <a:chOff x="2929259" y="3606826"/>
            <a:chExt cx="2958231" cy="3128203"/>
          </a:xfrm>
        </p:grpSpPr>
        <p:sp>
          <p:nvSpPr>
            <p:cNvPr id="212" name="Google Shape;212;p7"/>
            <p:cNvSpPr/>
            <p:nvPr/>
          </p:nvSpPr>
          <p:spPr>
            <a:xfrm>
              <a:off x="2929259" y="3719414"/>
              <a:ext cx="2851785" cy="3015615"/>
            </a:xfrm>
            <a:custGeom>
              <a:rect b="b" l="l" r="r" t="t"/>
              <a:pathLst>
                <a:path extrusionOk="0" h="3015615" w="2851785">
                  <a:moveTo>
                    <a:pt x="2851736" y="0"/>
                  </a:moveTo>
                  <a:lnTo>
                    <a:pt x="2837346" y="15214"/>
                  </a:lnTo>
                  <a:lnTo>
                    <a:pt x="0" y="3015125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5702705" y="3606826"/>
              <a:ext cx="184785" cy="188595"/>
            </a:xfrm>
            <a:custGeom>
              <a:rect b="b" l="l" r="r" t="t"/>
              <a:pathLst>
                <a:path extrusionOk="0" h="188595" w="184785">
                  <a:moveTo>
                    <a:pt x="184777" y="0"/>
                  </a:moveTo>
                  <a:lnTo>
                    <a:pt x="0" y="67364"/>
                  </a:lnTo>
                  <a:lnTo>
                    <a:pt x="127802" y="188241"/>
                  </a:lnTo>
                  <a:lnTo>
                    <a:pt x="184777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14" name="Google Shape;214;p7"/>
          <p:cNvSpPr txBox="1"/>
          <p:nvPr/>
        </p:nvSpPr>
        <p:spPr>
          <a:xfrm>
            <a:off x="1284254" y="6869031"/>
            <a:ext cx="3175000" cy="106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F2425D"/>
                </a:solidFill>
                <a:latin typeface="Courier New"/>
                <a:ea typeface="Courier New"/>
                <a:cs typeface="Courier New"/>
                <a:sym typeface="Courier New"/>
              </a:rPr>
              <a:t>addEventListener </a:t>
            </a:r>
            <a:r>
              <a:rPr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does NOT automatically make code asynchronous!</a:t>
            </a:r>
            <a:endParaRPr sz="20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5" name="Google Shape;215;p7"/>
          <p:cNvGrpSpPr/>
          <p:nvPr/>
        </p:nvGrpSpPr>
        <p:grpSpPr>
          <a:xfrm>
            <a:off x="4215458" y="9765484"/>
            <a:ext cx="1174400" cy="594737"/>
            <a:chOff x="4215458" y="9765484"/>
            <a:chExt cx="1174400" cy="594737"/>
          </a:xfrm>
        </p:grpSpPr>
        <p:sp>
          <p:nvSpPr>
            <p:cNvPr id="216" name="Google Shape;216;p7"/>
            <p:cNvSpPr/>
            <p:nvPr/>
          </p:nvSpPr>
          <p:spPr>
            <a:xfrm>
              <a:off x="4215458" y="9906196"/>
              <a:ext cx="1103630" cy="454025"/>
            </a:xfrm>
            <a:custGeom>
              <a:rect b="b" l="l" r="r" t="t"/>
              <a:pathLst>
                <a:path extrusionOk="0" h="454025" w="1103629">
                  <a:moveTo>
                    <a:pt x="1103017" y="0"/>
                  </a:moveTo>
                  <a:lnTo>
                    <a:pt x="1070142" y="59648"/>
                  </a:lnTo>
                  <a:lnTo>
                    <a:pt x="1044603" y="98288"/>
                  </a:lnTo>
                  <a:lnTo>
                    <a:pt x="1017624" y="134935"/>
                  </a:lnTo>
                  <a:lnTo>
                    <a:pt x="989206" y="169589"/>
                  </a:lnTo>
                  <a:lnTo>
                    <a:pt x="959350" y="202250"/>
                  </a:lnTo>
                  <a:lnTo>
                    <a:pt x="928055" y="232918"/>
                  </a:lnTo>
                  <a:lnTo>
                    <a:pt x="895321" y="261593"/>
                  </a:lnTo>
                  <a:lnTo>
                    <a:pt x="861149" y="288275"/>
                  </a:lnTo>
                  <a:lnTo>
                    <a:pt x="825537" y="312964"/>
                  </a:lnTo>
                  <a:lnTo>
                    <a:pt x="788487" y="335660"/>
                  </a:lnTo>
                  <a:lnTo>
                    <a:pt x="749998" y="356363"/>
                  </a:lnTo>
                  <a:lnTo>
                    <a:pt x="710070" y="375073"/>
                  </a:lnTo>
                  <a:lnTo>
                    <a:pt x="668703" y="391791"/>
                  </a:lnTo>
                  <a:lnTo>
                    <a:pt x="625898" y="406515"/>
                  </a:lnTo>
                  <a:lnTo>
                    <a:pt x="581653" y="419247"/>
                  </a:lnTo>
                  <a:lnTo>
                    <a:pt x="535970" y="429985"/>
                  </a:lnTo>
                  <a:lnTo>
                    <a:pt x="488848" y="438731"/>
                  </a:lnTo>
                  <a:lnTo>
                    <a:pt x="440287" y="445484"/>
                  </a:lnTo>
                  <a:lnTo>
                    <a:pt x="390287" y="450244"/>
                  </a:lnTo>
                  <a:lnTo>
                    <a:pt x="338849" y="453011"/>
                  </a:lnTo>
                  <a:lnTo>
                    <a:pt x="285971" y="453786"/>
                  </a:lnTo>
                  <a:lnTo>
                    <a:pt x="231655" y="452568"/>
                  </a:lnTo>
                  <a:lnTo>
                    <a:pt x="175899" y="449357"/>
                  </a:lnTo>
                  <a:lnTo>
                    <a:pt x="118705" y="444153"/>
                  </a:lnTo>
                  <a:lnTo>
                    <a:pt x="60072" y="436956"/>
                  </a:lnTo>
                  <a:lnTo>
                    <a:pt x="0" y="427767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7" name="Google Shape;217;p7"/>
            <p:cNvSpPr/>
            <p:nvPr/>
          </p:nvSpPr>
          <p:spPr>
            <a:xfrm>
              <a:off x="5229838" y="9765484"/>
              <a:ext cx="160020" cy="196850"/>
            </a:xfrm>
            <a:custGeom>
              <a:rect b="b" l="l" r="r" t="t"/>
              <a:pathLst>
                <a:path extrusionOk="0" h="196850" w="160020">
                  <a:moveTo>
                    <a:pt x="153564" y="0"/>
                  </a:moveTo>
                  <a:lnTo>
                    <a:pt x="0" y="122875"/>
                  </a:lnTo>
                  <a:lnTo>
                    <a:pt x="159727" y="196577"/>
                  </a:lnTo>
                  <a:lnTo>
                    <a:pt x="153564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18" name="Google Shape;218;p7"/>
          <p:cNvSpPr txBox="1"/>
          <p:nvPr/>
        </p:nvSpPr>
        <p:spPr>
          <a:xfrm>
            <a:off x="577377" y="10028303"/>
            <a:ext cx="3642360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8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Coordinating behavior of a program over a period of time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"/>
          <p:cNvSpPr txBox="1"/>
          <p:nvPr>
            <p:ph type="title"/>
          </p:nvPr>
        </p:nvSpPr>
        <p:spPr>
          <a:xfrm>
            <a:off x="603308" y="259543"/>
            <a:ext cx="75437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ARE AJAX	CALLS?</a:t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3121181" y="6924016"/>
            <a:ext cx="2630170" cy="2630170"/>
          </a:xfrm>
          <a:custGeom>
            <a:rect b="b" l="l" r="r" t="t"/>
            <a:pathLst>
              <a:path extrusionOk="0" h="2630170" w="2630170">
                <a:moveTo>
                  <a:pt x="1337338" y="0"/>
                </a:moveTo>
                <a:lnTo>
                  <a:pt x="1292465" y="0"/>
                </a:lnTo>
                <a:lnTo>
                  <a:pt x="1247613" y="1521"/>
                </a:lnTo>
                <a:lnTo>
                  <a:pt x="1202824" y="4565"/>
                </a:lnTo>
                <a:lnTo>
                  <a:pt x="1158140" y="9130"/>
                </a:lnTo>
                <a:lnTo>
                  <a:pt x="1113603" y="15217"/>
                </a:lnTo>
                <a:lnTo>
                  <a:pt x="1069255" y="22825"/>
                </a:lnTo>
                <a:lnTo>
                  <a:pt x="1025138" y="31955"/>
                </a:lnTo>
                <a:lnTo>
                  <a:pt x="981294" y="42607"/>
                </a:lnTo>
                <a:lnTo>
                  <a:pt x="937766" y="54781"/>
                </a:lnTo>
                <a:lnTo>
                  <a:pt x="894595" y="68476"/>
                </a:lnTo>
                <a:lnTo>
                  <a:pt x="851823" y="83693"/>
                </a:lnTo>
                <a:lnTo>
                  <a:pt x="809492" y="100432"/>
                </a:lnTo>
                <a:lnTo>
                  <a:pt x="767644" y="118692"/>
                </a:lnTo>
                <a:lnTo>
                  <a:pt x="726322" y="138475"/>
                </a:lnTo>
                <a:lnTo>
                  <a:pt x="685567" y="159778"/>
                </a:lnTo>
                <a:lnTo>
                  <a:pt x="645421" y="182604"/>
                </a:lnTo>
                <a:lnTo>
                  <a:pt x="605926" y="206951"/>
                </a:lnTo>
                <a:lnTo>
                  <a:pt x="567125" y="232820"/>
                </a:lnTo>
                <a:lnTo>
                  <a:pt x="529060" y="260211"/>
                </a:lnTo>
                <a:lnTo>
                  <a:pt x="491771" y="289123"/>
                </a:lnTo>
                <a:lnTo>
                  <a:pt x="455302" y="319557"/>
                </a:lnTo>
                <a:lnTo>
                  <a:pt x="419695" y="351513"/>
                </a:lnTo>
                <a:lnTo>
                  <a:pt x="384990" y="384990"/>
                </a:lnTo>
                <a:lnTo>
                  <a:pt x="351513" y="419695"/>
                </a:lnTo>
                <a:lnTo>
                  <a:pt x="319557" y="455302"/>
                </a:lnTo>
                <a:lnTo>
                  <a:pt x="289123" y="491771"/>
                </a:lnTo>
                <a:lnTo>
                  <a:pt x="260211" y="529060"/>
                </a:lnTo>
                <a:lnTo>
                  <a:pt x="232820" y="567125"/>
                </a:lnTo>
                <a:lnTo>
                  <a:pt x="206951" y="605926"/>
                </a:lnTo>
                <a:lnTo>
                  <a:pt x="182604" y="645421"/>
                </a:lnTo>
                <a:lnTo>
                  <a:pt x="159778" y="685567"/>
                </a:lnTo>
                <a:lnTo>
                  <a:pt x="138475" y="726322"/>
                </a:lnTo>
                <a:lnTo>
                  <a:pt x="118692" y="767644"/>
                </a:lnTo>
                <a:lnTo>
                  <a:pt x="100432" y="809492"/>
                </a:lnTo>
                <a:lnTo>
                  <a:pt x="83693" y="851823"/>
                </a:lnTo>
                <a:lnTo>
                  <a:pt x="68476" y="894595"/>
                </a:lnTo>
                <a:lnTo>
                  <a:pt x="54781" y="937766"/>
                </a:lnTo>
                <a:lnTo>
                  <a:pt x="42607" y="981294"/>
                </a:lnTo>
                <a:lnTo>
                  <a:pt x="31955" y="1025138"/>
                </a:lnTo>
                <a:lnTo>
                  <a:pt x="22825" y="1069255"/>
                </a:lnTo>
                <a:lnTo>
                  <a:pt x="15217" y="1113603"/>
                </a:lnTo>
                <a:lnTo>
                  <a:pt x="9130" y="1158140"/>
                </a:lnTo>
                <a:lnTo>
                  <a:pt x="4565" y="1202824"/>
                </a:lnTo>
                <a:lnTo>
                  <a:pt x="1521" y="1247613"/>
                </a:lnTo>
                <a:lnTo>
                  <a:pt x="0" y="1292465"/>
                </a:lnTo>
                <a:lnTo>
                  <a:pt x="0" y="1337338"/>
                </a:lnTo>
                <a:lnTo>
                  <a:pt x="1521" y="1382190"/>
                </a:lnTo>
                <a:lnTo>
                  <a:pt x="4565" y="1426979"/>
                </a:lnTo>
                <a:lnTo>
                  <a:pt x="9130" y="1471663"/>
                </a:lnTo>
                <a:lnTo>
                  <a:pt x="15217" y="1516200"/>
                </a:lnTo>
                <a:lnTo>
                  <a:pt x="22825" y="1560548"/>
                </a:lnTo>
                <a:lnTo>
                  <a:pt x="31955" y="1604664"/>
                </a:lnTo>
                <a:lnTo>
                  <a:pt x="42607" y="1648508"/>
                </a:lnTo>
                <a:lnTo>
                  <a:pt x="54781" y="1692036"/>
                </a:lnTo>
                <a:lnTo>
                  <a:pt x="68476" y="1735208"/>
                </a:lnTo>
                <a:lnTo>
                  <a:pt x="83693" y="1777980"/>
                </a:lnTo>
                <a:lnTo>
                  <a:pt x="100432" y="1820311"/>
                </a:lnTo>
                <a:lnTo>
                  <a:pt x="118692" y="1862158"/>
                </a:lnTo>
                <a:lnTo>
                  <a:pt x="138475" y="1903480"/>
                </a:lnTo>
                <a:lnTo>
                  <a:pt x="159778" y="1944236"/>
                </a:lnTo>
                <a:lnTo>
                  <a:pt x="182604" y="1984381"/>
                </a:lnTo>
                <a:lnTo>
                  <a:pt x="206951" y="2023876"/>
                </a:lnTo>
                <a:lnTo>
                  <a:pt x="232820" y="2062677"/>
                </a:lnTo>
                <a:lnTo>
                  <a:pt x="260211" y="2100743"/>
                </a:lnTo>
                <a:lnTo>
                  <a:pt x="289123" y="2138031"/>
                </a:lnTo>
                <a:lnTo>
                  <a:pt x="319557" y="2174500"/>
                </a:lnTo>
                <a:lnTo>
                  <a:pt x="351513" y="2210107"/>
                </a:lnTo>
                <a:lnTo>
                  <a:pt x="384990" y="2244811"/>
                </a:lnTo>
                <a:lnTo>
                  <a:pt x="419695" y="2278289"/>
                </a:lnTo>
                <a:lnTo>
                  <a:pt x="455302" y="2310245"/>
                </a:lnTo>
                <a:lnTo>
                  <a:pt x="491771" y="2340679"/>
                </a:lnTo>
                <a:lnTo>
                  <a:pt x="529060" y="2369591"/>
                </a:lnTo>
                <a:lnTo>
                  <a:pt x="567125" y="2396982"/>
                </a:lnTo>
                <a:lnTo>
                  <a:pt x="605926" y="2422851"/>
                </a:lnTo>
                <a:lnTo>
                  <a:pt x="645421" y="2447198"/>
                </a:lnTo>
                <a:lnTo>
                  <a:pt x="685567" y="2470024"/>
                </a:lnTo>
                <a:lnTo>
                  <a:pt x="726322" y="2491328"/>
                </a:lnTo>
                <a:lnTo>
                  <a:pt x="767644" y="2511110"/>
                </a:lnTo>
                <a:lnTo>
                  <a:pt x="809492" y="2529370"/>
                </a:lnTo>
                <a:lnTo>
                  <a:pt x="851823" y="2546109"/>
                </a:lnTo>
                <a:lnTo>
                  <a:pt x="894595" y="2561326"/>
                </a:lnTo>
                <a:lnTo>
                  <a:pt x="937766" y="2575022"/>
                </a:lnTo>
                <a:lnTo>
                  <a:pt x="981294" y="2587195"/>
                </a:lnTo>
                <a:lnTo>
                  <a:pt x="1025138" y="2597847"/>
                </a:lnTo>
                <a:lnTo>
                  <a:pt x="1069255" y="2606978"/>
                </a:lnTo>
                <a:lnTo>
                  <a:pt x="1113603" y="2614586"/>
                </a:lnTo>
                <a:lnTo>
                  <a:pt x="1158140" y="2620673"/>
                </a:lnTo>
                <a:lnTo>
                  <a:pt x="1202824" y="2625238"/>
                </a:lnTo>
                <a:lnTo>
                  <a:pt x="1247613" y="2628281"/>
                </a:lnTo>
                <a:lnTo>
                  <a:pt x="1292465" y="2629803"/>
                </a:lnTo>
                <a:lnTo>
                  <a:pt x="1337338" y="2629803"/>
                </a:lnTo>
                <a:lnTo>
                  <a:pt x="1382190" y="2628281"/>
                </a:lnTo>
                <a:lnTo>
                  <a:pt x="1426979" y="2625238"/>
                </a:lnTo>
                <a:lnTo>
                  <a:pt x="1471663" y="2620673"/>
                </a:lnTo>
                <a:lnTo>
                  <a:pt x="1516200" y="2614586"/>
                </a:lnTo>
                <a:lnTo>
                  <a:pt x="1560548" y="2606978"/>
                </a:lnTo>
                <a:lnTo>
                  <a:pt x="1604664" y="2597847"/>
                </a:lnTo>
                <a:lnTo>
                  <a:pt x="1648508" y="2587195"/>
                </a:lnTo>
                <a:lnTo>
                  <a:pt x="1692036" y="2575022"/>
                </a:lnTo>
                <a:lnTo>
                  <a:pt x="1735208" y="2561326"/>
                </a:lnTo>
                <a:lnTo>
                  <a:pt x="1777980" y="2546109"/>
                </a:lnTo>
                <a:lnTo>
                  <a:pt x="1820311" y="2529370"/>
                </a:lnTo>
                <a:lnTo>
                  <a:pt x="1862158" y="2511110"/>
                </a:lnTo>
                <a:lnTo>
                  <a:pt x="1903480" y="2491328"/>
                </a:lnTo>
                <a:lnTo>
                  <a:pt x="1944236" y="2470024"/>
                </a:lnTo>
                <a:lnTo>
                  <a:pt x="1984381" y="2447198"/>
                </a:lnTo>
                <a:lnTo>
                  <a:pt x="2023876" y="2422851"/>
                </a:lnTo>
                <a:lnTo>
                  <a:pt x="2062677" y="2396982"/>
                </a:lnTo>
                <a:lnTo>
                  <a:pt x="2100743" y="2369591"/>
                </a:lnTo>
                <a:lnTo>
                  <a:pt x="2138031" y="2340679"/>
                </a:lnTo>
                <a:lnTo>
                  <a:pt x="2174500" y="2310245"/>
                </a:lnTo>
                <a:lnTo>
                  <a:pt x="2210107" y="2278289"/>
                </a:lnTo>
                <a:lnTo>
                  <a:pt x="2244811" y="2244811"/>
                </a:lnTo>
                <a:lnTo>
                  <a:pt x="2278289" y="2210107"/>
                </a:lnTo>
                <a:lnTo>
                  <a:pt x="2310245" y="2174500"/>
                </a:lnTo>
                <a:lnTo>
                  <a:pt x="2340679" y="2138031"/>
                </a:lnTo>
                <a:lnTo>
                  <a:pt x="2369591" y="2100743"/>
                </a:lnTo>
                <a:lnTo>
                  <a:pt x="2396982" y="2062677"/>
                </a:lnTo>
                <a:lnTo>
                  <a:pt x="2422851" y="2023876"/>
                </a:lnTo>
                <a:lnTo>
                  <a:pt x="2447198" y="1984381"/>
                </a:lnTo>
                <a:lnTo>
                  <a:pt x="2470024" y="1944236"/>
                </a:lnTo>
                <a:lnTo>
                  <a:pt x="2491328" y="1903480"/>
                </a:lnTo>
                <a:lnTo>
                  <a:pt x="2511110" y="1862158"/>
                </a:lnTo>
                <a:lnTo>
                  <a:pt x="2529370" y="1820311"/>
                </a:lnTo>
                <a:lnTo>
                  <a:pt x="2546109" y="1777980"/>
                </a:lnTo>
                <a:lnTo>
                  <a:pt x="2561326" y="1735208"/>
                </a:lnTo>
                <a:lnTo>
                  <a:pt x="2575022" y="1692036"/>
                </a:lnTo>
                <a:lnTo>
                  <a:pt x="2587195" y="1648508"/>
                </a:lnTo>
                <a:lnTo>
                  <a:pt x="2597847" y="1604664"/>
                </a:lnTo>
                <a:lnTo>
                  <a:pt x="2606978" y="1560548"/>
                </a:lnTo>
                <a:lnTo>
                  <a:pt x="2614586" y="1516200"/>
                </a:lnTo>
                <a:lnTo>
                  <a:pt x="2620673" y="1471663"/>
                </a:lnTo>
                <a:lnTo>
                  <a:pt x="2625238" y="1426979"/>
                </a:lnTo>
                <a:lnTo>
                  <a:pt x="2628281" y="1382190"/>
                </a:lnTo>
                <a:lnTo>
                  <a:pt x="2629803" y="1337338"/>
                </a:lnTo>
                <a:lnTo>
                  <a:pt x="2629803" y="1292465"/>
                </a:lnTo>
                <a:lnTo>
                  <a:pt x="2628281" y="1247613"/>
                </a:lnTo>
                <a:lnTo>
                  <a:pt x="2625238" y="1202824"/>
                </a:lnTo>
                <a:lnTo>
                  <a:pt x="2620673" y="1158140"/>
                </a:lnTo>
                <a:lnTo>
                  <a:pt x="2614586" y="1113603"/>
                </a:lnTo>
                <a:lnTo>
                  <a:pt x="2606978" y="1069255"/>
                </a:lnTo>
                <a:lnTo>
                  <a:pt x="2597847" y="1025138"/>
                </a:lnTo>
                <a:lnTo>
                  <a:pt x="2587195" y="981294"/>
                </a:lnTo>
                <a:lnTo>
                  <a:pt x="2575022" y="937766"/>
                </a:lnTo>
                <a:lnTo>
                  <a:pt x="2561326" y="894595"/>
                </a:lnTo>
                <a:lnTo>
                  <a:pt x="2546109" y="851823"/>
                </a:lnTo>
                <a:lnTo>
                  <a:pt x="2529370" y="809492"/>
                </a:lnTo>
                <a:lnTo>
                  <a:pt x="2511110" y="767644"/>
                </a:lnTo>
                <a:lnTo>
                  <a:pt x="2491328" y="726322"/>
                </a:lnTo>
                <a:lnTo>
                  <a:pt x="2470024" y="685567"/>
                </a:lnTo>
                <a:lnTo>
                  <a:pt x="2447198" y="645421"/>
                </a:lnTo>
                <a:lnTo>
                  <a:pt x="2422851" y="605926"/>
                </a:lnTo>
                <a:lnTo>
                  <a:pt x="2396982" y="567125"/>
                </a:lnTo>
                <a:lnTo>
                  <a:pt x="2369591" y="529060"/>
                </a:lnTo>
                <a:lnTo>
                  <a:pt x="2340679" y="491771"/>
                </a:lnTo>
                <a:lnTo>
                  <a:pt x="2310245" y="455302"/>
                </a:lnTo>
                <a:lnTo>
                  <a:pt x="2278289" y="419695"/>
                </a:lnTo>
                <a:lnTo>
                  <a:pt x="2244811" y="384990"/>
                </a:lnTo>
                <a:lnTo>
                  <a:pt x="2210107" y="351513"/>
                </a:lnTo>
                <a:lnTo>
                  <a:pt x="2174500" y="319557"/>
                </a:lnTo>
                <a:lnTo>
                  <a:pt x="2138031" y="289123"/>
                </a:lnTo>
                <a:lnTo>
                  <a:pt x="2100743" y="260211"/>
                </a:lnTo>
                <a:lnTo>
                  <a:pt x="2062677" y="232820"/>
                </a:lnTo>
                <a:lnTo>
                  <a:pt x="2023876" y="206951"/>
                </a:lnTo>
                <a:lnTo>
                  <a:pt x="1984381" y="182604"/>
                </a:lnTo>
                <a:lnTo>
                  <a:pt x="1944236" y="159778"/>
                </a:lnTo>
                <a:lnTo>
                  <a:pt x="1903480" y="138475"/>
                </a:lnTo>
                <a:lnTo>
                  <a:pt x="1862158" y="118692"/>
                </a:lnTo>
                <a:lnTo>
                  <a:pt x="1820311" y="100432"/>
                </a:lnTo>
                <a:lnTo>
                  <a:pt x="1777980" y="83693"/>
                </a:lnTo>
                <a:lnTo>
                  <a:pt x="1735208" y="68476"/>
                </a:lnTo>
                <a:lnTo>
                  <a:pt x="1692036" y="54781"/>
                </a:lnTo>
                <a:lnTo>
                  <a:pt x="1648508" y="42607"/>
                </a:lnTo>
                <a:lnTo>
                  <a:pt x="1604664" y="31955"/>
                </a:lnTo>
                <a:lnTo>
                  <a:pt x="1560548" y="22825"/>
                </a:lnTo>
                <a:lnTo>
                  <a:pt x="1516200" y="15217"/>
                </a:lnTo>
                <a:lnTo>
                  <a:pt x="1471663" y="9130"/>
                </a:lnTo>
                <a:lnTo>
                  <a:pt x="1426979" y="4565"/>
                </a:lnTo>
                <a:lnTo>
                  <a:pt x="1382190" y="1521"/>
                </a:lnTo>
                <a:lnTo>
                  <a:pt x="1337338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5" name="Google Shape;225;p8"/>
          <p:cNvSpPr txBox="1"/>
          <p:nvPr/>
        </p:nvSpPr>
        <p:spPr>
          <a:xfrm>
            <a:off x="3510101" y="7159579"/>
            <a:ext cx="1852295" cy="986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23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(e.g. browser)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9588" y="8353832"/>
            <a:ext cx="732961" cy="732961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8"/>
          <p:cNvSpPr/>
          <p:nvPr/>
        </p:nvSpPr>
        <p:spPr>
          <a:xfrm>
            <a:off x="14353114" y="6924016"/>
            <a:ext cx="2630170" cy="2630170"/>
          </a:xfrm>
          <a:custGeom>
            <a:rect b="b" l="l" r="r" t="t"/>
            <a:pathLst>
              <a:path extrusionOk="0" h="2630170" w="2630169">
                <a:moveTo>
                  <a:pt x="1337337" y="0"/>
                </a:moveTo>
                <a:lnTo>
                  <a:pt x="1292464" y="0"/>
                </a:lnTo>
                <a:lnTo>
                  <a:pt x="1247612" y="1521"/>
                </a:lnTo>
                <a:lnTo>
                  <a:pt x="1202823" y="4565"/>
                </a:lnTo>
                <a:lnTo>
                  <a:pt x="1158139" y="9130"/>
                </a:lnTo>
                <a:lnTo>
                  <a:pt x="1113602" y="15217"/>
                </a:lnTo>
                <a:lnTo>
                  <a:pt x="1069254" y="22825"/>
                </a:lnTo>
                <a:lnTo>
                  <a:pt x="1025138" y="31955"/>
                </a:lnTo>
                <a:lnTo>
                  <a:pt x="981294" y="42607"/>
                </a:lnTo>
                <a:lnTo>
                  <a:pt x="937766" y="54781"/>
                </a:lnTo>
                <a:lnTo>
                  <a:pt x="894595" y="68476"/>
                </a:lnTo>
                <a:lnTo>
                  <a:pt x="851823" y="83693"/>
                </a:lnTo>
                <a:lnTo>
                  <a:pt x="809492" y="100432"/>
                </a:lnTo>
                <a:lnTo>
                  <a:pt x="767644" y="118692"/>
                </a:lnTo>
                <a:lnTo>
                  <a:pt x="726322" y="138475"/>
                </a:lnTo>
                <a:lnTo>
                  <a:pt x="685567" y="159778"/>
                </a:lnTo>
                <a:lnTo>
                  <a:pt x="645421" y="182604"/>
                </a:lnTo>
                <a:lnTo>
                  <a:pt x="605927" y="206951"/>
                </a:lnTo>
                <a:lnTo>
                  <a:pt x="567126" y="232820"/>
                </a:lnTo>
                <a:lnTo>
                  <a:pt x="529060" y="260211"/>
                </a:lnTo>
                <a:lnTo>
                  <a:pt x="491772" y="289123"/>
                </a:lnTo>
                <a:lnTo>
                  <a:pt x="455303" y="319557"/>
                </a:lnTo>
                <a:lnTo>
                  <a:pt x="419695" y="351513"/>
                </a:lnTo>
                <a:lnTo>
                  <a:pt x="384991" y="384990"/>
                </a:lnTo>
                <a:lnTo>
                  <a:pt x="351514" y="419695"/>
                </a:lnTo>
                <a:lnTo>
                  <a:pt x="319558" y="455302"/>
                </a:lnTo>
                <a:lnTo>
                  <a:pt x="289124" y="491771"/>
                </a:lnTo>
                <a:lnTo>
                  <a:pt x="260211" y="529060"/>
                </a:lnTo>
                <a:lnTo>
                  <a:pt x="232821" y="567125"/>
                </a:lnTo>
                <a:lnTo>
                  <a:pt x="206952" y="605926"/>
                </a:lnTo>
                <a:lnTo>
                  <a:pt x="182604" y="645421"/>
                </a:lnTo>
                <a:lnTo>
                  <a:pt x="159779" y="685567"/>
                </a:lnTo>
                <a:lnTo>
                  <a:pt x="138475" y="726322"/>
                </a:lnTo>
                <a:lnTo>
                  <a:pt x="118693" y="767644"/>
                </a:lnTo>
                <a:lnTo>
                  <a:pt x="100432" y="809492"/>
                </a:lnTo>
                <a:lnTo>
                  <a:pt x="83693" y="851823"/>
                </a:lnTo>
                <a:lnTo>
                  <a:pt x="68476" y="894595"/>
                </a:lnTo>
                <a:lnTo>
                  <a:pt x="54781" y="937766"/>
                </a:lnTo>
                <a:lnTo>
                  <a:pt x="42607" y="981294"/>
                </a:lnTo>
                <a:lnTo>
                  <a:pt x="31955" y="1025138"/>
                </a:lnTo>
                <a:lnTo>
                  <a:pt x="22825" y="1069255"/>
                </a:lnTo>
                <a:lnTo>
                  <a:pt x="15217" y="1113603"/>
                </a:lnTo>
                <a:lnTo>
                  <a:pt x="9130" y="1158140"/>
                </a:lnTo>
                <a:lnTo>
                  <a:pt x="4565" y="1202824"/>
                </a:lnTo>
                <a:lnTo>
                  <a:pt x="1521" y="1247613"/>
                </a:lnTo>
                <a:lnTo>
                  <a:pt x="0" y="1292465"/>
                </a:lnTo>
                <a:lnTo>
                  <a:pt x="0" y="1337338"/>
                </a:lnTo>
                <a:lnTo>
                  <a:pt x="1521" y="1382190"/>
                </a:lnTo>
                <a:lnTo>
                  <a:pt x="4565" y="1426979"/>
                </a:lnTo>
                <a:lnTo>
                  <a:pt x="9130" y="1471663"/>
                </a:lnTo>
                <a:lnTo>
                  <a:pt x="15217" y="1516200"/>
                </a:lnTo>
                <a:lnTo>
                  <a:pt x="22825" y="1560548"/>
                </a:lnTo>
                <a:lnTo>
                  <a:pt x="31955" y="1604664"/>
                </a:lnTo>
                <a:lnTo>
                  <a:pt x="42607" y="1648508"/>
                </a:lnTo>
                <a:lnTo>
                  <a:pt x="54781" y="1692036"/>
                </a:lnTo>
                <a:lnTo>
                  <a:pt x="68476" y="1735208"/>
                </a:lnTo>
                <a:lnTo>
                  <a:pt x="83693" y="1777980"/>
                </a:lnTo>
                <a:lnTo>
                  <a:pt x="100432" y="1820311"/>
                </a:lnTo>
                <a:lnTo>
                  <a:pt x="118693" y="1862158"/>
                </a:lnTo>
                <a:lnTo>
                  <a:pt x="138475" y="1903480"/>
                </a:lnTo>
                <a:lnTo>
                  <a:pt x="159779" y="1944236"/>
                </a:lnTo>
                <a:lnTo>
                  <a:pt x="182604" y="1984381"/>
                </a:lnTo>
                <a:lnTo>
                  <a:pt x="206952" y="2023876"/>
                </a:lnTo>
                <a:lnTo>
                  <a:pt x="232821" y="2062677"/>
                </a:lnTo>
                <a:lnTo>
                  <a:pt x="260211" y="2100743"/>
                </a:lnTo>
                <a:lnTo>
                  <a:pt x="289124" y="2138031"/>
                </a:lnTo>
                <a:lnTo>
                  <a:pt x="319558" y="2174500"/>
                </a:lnTo>
                <a:lnTo>
                  <a:pt x="351514" y="2210107"/>
                </a:lnTo>
                <a:lnTo>
                  <a:pt x="384991" y="2244811"/>
                </a:lnTo>
                <a:lnTo>
                  <a:pt x="419695" y="2278289"/>
                </a:lnTo>
                <a:lnTo>
                  <a:pt x="455303" y="2310245"/>
                </a:lnTo>
                <a:lnTo>
                  <a:pt x="491772" y="2340679"/>
                </a:lnTo>
                <a:lnTo>
                  <a:pt x="529060" y="2369591"/>
                </a:lnTo>
                <a:lnTo>
                  <a:pt x="567126" y="2396982"/>
                </a:lnTo>
                <a:lnTo>
                  <a:pt x="605927" y="2422851"/>
                </a:lnTo>
                <a:lnTo>
                  <a:pt x="645421" y="2447198"/>
                </a:lnTo>
                <a:lnTo>
                  <a:pt x="685567" y="2470024"/>
                </a:lnTo>
                <a:lnTo>
                  <a:pt x="726322" y="2491328"/>
                </a:lnTo>
                <a:lnTo>
                  <a:pt x="767644" y="2511110"/>
                </a:lnTo>
                <a:lnTo>
                  <a:pt x="809492" y="2529370"/>
                </a:lnTo>
                <a:lnTo>
                  <a:pt x="851823" y="2546109"/>
                </a:lnTo>
                <a:lnTo>
                  <a:pt x="894595" y="2561326"/>
                </a:lnTo>
                <a:lnTo>
                  <a:pt x="937766" y="2575022"/>
                </a:lnTo>
                <a:lnTo>
                  <a:pt x="981294" y="2587195"/>
                </a:lnTo>
                <a:lnTo>
                  <a:pt x="1025138" y="2597847"/>
                </a:lnTo>
                <a:lnTo>
                  <a:pt x="1069254" y="2606978"/>
                </a:lnTo>
                <a:lnTo>
                  <a:pt x="1113602" y="2614586"/>
                </a:lnTo>
                <a:lnTo>
                  <a:pt x="1158139" y="2620673"/>
                </a:lnTo>
                <a:lnTo>
                  <a:pt x="1202823" y="2625238"/>
                </a:lnTo>
                <a:lnTo>
                  <a:pt x="1247612" y="2628281"/>
                </a:lnTo>
                <a:lnTo>
                  <a:pt x="1292464" y="2629803"/>
                </a:lnTo>
                <a:lnTo>
                  <a:pt x="1337337" y="2629803"/>
                </a:lnTo>
                <a:lnTo>
                  <a:pt x="1382189" y="2628281"/>
                </a:lnTo>
                <a:lnTo>
                  <a:pt x="1426978" y="2625238"/>
                </a:lnTo>
                <a:lnTo>
                  <a:pt x="1471661" y="2620673"/>
                </a:lnTo>
                <a:lnTo>
                  <a:pt x="1516198" y="2614586"/>
                </a:lnTo>
                <a:lnTo>
                  <a:pt x="1560546" y="2606978"/>
                </a:lnTo>
                <a:lnTo>
                  <a:pt x="1604663" y="2597847"/>
                </a:lnTo>
                <a:lnTo>
                  <a:pt x="1648506" y="2587195"/>
                </a:lnTo>
                <a:lnTo>
                  <a:pt x="1692034" y="2575022"/>
                </a:lnTo>
                <a:lnTo>
                  <a:pt x="1735206" y="2561326"/>
                </a:lnTo>
                <a:lnTo>
                  <a:pt x="1777977" y="2546109"/>
                </a:lnTo>
                <a:lnTo>
                  <a:pt x="1820308" y="2529370"/>
                </a:lnTo>
                <a:lnTo>
                  <a:pt x="1862156" y="2511110"/>
                </a:lnTo>
                <a:lnTo>
                  <a:pt x="1903478" y="2491328"/>
                </a:lnTo>
                <a:lnTo>
                  <a:pt x="1944233" y="2470024"/>
                </a:lnTo>
                <a:lnTo>
                  <a:pt x="1984379" y="2447198"/>
                </a:lnTo>
                <a:lnTo>
                  <a:pt x="2023873" y="2422851"/>
                </a:lnTo>
                <a:lnTo>
                  <a:pt x="2062674" y="2396982"/>
                </a:lnTo>
                <a:lnTo>
                  <a:pt x="2100740" y="2369591"/>
                </a:lnTo>
                <a:lnTo>
                  <a:pt x="2138028" y="2340679"/>
                </a:lnTo>
                <a:lnTo>
                  <a:pt x="2174497" y="2310245"/>
                </a:lnTo>
                <a:lnTo>
                  <a:pt x="2210105" y="2278289"/>
                </a:lnTo>
                <a:lnTo>
                  <a:pt x="2244809" y="2244811"/>
                </a:lnTo>
                <a:lnTo>
                  <a:pt x="2278287" y="2210107"/>
                </a:lnTo>
                <a:lnTo>
                  <a:pt x="2310242" y="2174500"/>
                </a:lnTo>
                <a:lnTo>
                  <a:pt x="2340677" y="2138031"/>
                </a:lnTo>
                <a:lnTo>
                  <a:pt x="2369589" y="2100743"/>
                </a:lnTo>
                <a:lnTo>
                  <a:pt x="2396980" y="2062677"/>
                </a:lnTo>
                <a:lnTo>
                  <a:pt x="2422849" y="2023876"/>
                </a:lnTo>
                <a:lnTo>
                  <a:pt x="2447196" y="1984381"/>
                </a:lnTo>
                <a:lnTo>
                  <a:pt x="2470022" y="1944236"/>
                </a:lnTo>
                <a:lnTo>
                  <a:pt x="2491325" y="1903480"/>
                </a:lnTo>
                <a:lnTo>
                  <a:pt x="2511108" y="1862158"/>
                </a:lnTo>
                <a:lnTo>
                  <a:pt x="2529368" y="1820311"/>
                </a:lnTo>
                <a:lnTo>
                  <a:pt x="2546107" y="1777980"/>
                </a:lnTo>
                <a:lnTo>
                  <a:pt x="2561324" y="1735208"/>
                </a:lnTo>
                <a:lnTo>
                  <a:pt x="2575019" y="1692036"/>
                </a:lnTo>
                <a:lnTo>
                  <a:pt x="2587193" y="1648508"/>
                </a:lnTo>
                <a:lnTo>
                  <a:pt x="2597845" y="1604664"/>
                </a:lnTo>
                <a:lnTo>
                  <a:pt x="2606975" y="1560548"/>
                </a:lnTo>
                <a:lnTo>
                  <a:pt x="2614584" y="1516200"/>
                </a:lnTo>
                <a:lnTo>
                  <a:pt x="2620671" y="1471663"/>
                </a:lnTo>
                <a:lnTo>
                  <a:pt x="2625236" y="1426979"/>
                </a:lnTo>
                <a:lnTo>
                  <a:pt x="2628279" y="1382190"/>
                </a:lnTo>
                <a:lnTo>
                  <a:pt x="2629801" y="1337338"/>
                </a:lnTo>
                <a:lnTo>
                  <a:pt x="2629801" y="1292465"/>
                </a:lnTo>
                <a:lnTo>
                  <a:pt x="2628279" y="1247613"/>
                </a:lnTo>
                <a:lnTo>
                  <a:pt x="2625236" y="1202824"/>
                </a:lnTo>
                <a:lnTo>
                  <a:pt x="2620671" y="1158140"/>
                </a:lnTo>
                <a:lnTo>
                  <a:pt x="2614584" y="1113603"/>
                </a:lnTo>
                <a:lnTo>
                  <a:pt x="2606975" y="1069255"/>
                </a:lnTo>
                <a:lnTo>
                  <a:pt x="2597845" y="1025138"/>
                </a:lnTo>
                <a:lnTo>
                  <a:pt x="2587193" y="981294"/>
                </a:lnTo>
                <a:lnTo>
                  <a:pt x="2575019" y="937766"/>
                </a:lnTo>
                <a:lnTo>
                  <a:pt x="2561324" y="894595"/>
                </a:lnTo>
                <a:lnTo>
                  <a:pt x="2546107" y="851823"/>
                </a:lnTo>
                <a:lnTo>
                  <a:pt x="2529368" y="809492"/>
                </a:lnTo>
                <a:lnTo>
                  <a:pt x="2511108" y="767644"/>
                </a:lnTo>
                <a:lnTo>
                  <a:pt x="2491325" y="726322"/>
                </a:lnTo>
                <a:lnTo>
                  <a:pt x="2470022" y="685567"/>
                </a:lnTo>
                <a:lnTo>
                  <a:pt x="2447196" y="645421"/>
                </a:lnTo>
                <a:lnTo>
                  <a:pt x="2422849" y="605926"/>
                </a:lnTo>
                <a:lnTo>
                  <a:pt x="2396980" y="567125"/>
                </a:lnTo>
                <a:lnTo>
                  <a:pt x="2369589" y="529060"/>
                </a:lnTo>
                <a:lnTo>
                  <a:pt x="2340677" y="491771"/>
                </a:lnTo>
                <a:lnTo>
                  <a:pt x="2310242" y="455302"/>
                </a:lnTo>
                <a:lnTo>
                  <a:pt x="2278287" y="419695"/>
                </a:lnTo>
                <a:lnTo>
                  <a:pt x="2244809" y="384990"/>
                </a:lnTo>
                <a:lnTo>
                  <a:pt x="2210105" y="351513"/>
                </a:lnTo>
                <a:lnTo>
                  <a:pt x="2174497" y="319557"/>
                </a:lnTo>
                <a:lnTo>
                  <a:pt x="2138028" y="289123"/>
                </a:lnTo>
                <a:lnTo>
                  <a:pt x="2100740" y="260211"/>
                </a:lnTo>
                <a:lnTo>
                  <a:pt x="2062674" y="232820"/>
                </a:lnTo>
                <a:lnTo>
                  <a:pt x="2023873" y="206951"/>
                </a:lnTo>
                <a:lnTo>
                  <a:pt x="1984379" y="182604"/>
                </a:lnTo>
                <a:lnTo>
                  <a:pt x="1944233" y="159778"/>
                </a:lnTo>
                <a:lnTo>
                  <a:pt x="1903478" y="138475"/>
                </a:lnTo>
                <a:lnTo>
                  <a:pt x="1862156" y="118692"/>
                </a:lnTo>
                <a:lnTo>
                  <a:pt x="1820308" y="100432"/>
                </a:lnTo>
                <a:lnTo>
                  <a:pt x="1777977" y="83693"/>
                </a:lnTo>
                <a:lnTo>
                  <a:pt x="1735206" y="68476"/>
                </a:lnTo>
                <a:lnTo>
                  <a:pt x="1692034" y="54781"/>
                </a:lnTo>
                <a:lnTo>
                  <a:pt x="1648506" y="42607"/>
                </a:lnTo>
                <a:lnTo>
                  <a:pt x="1604663" y="31955"/>
                </a:lnTo>
                <a:lnTo>
                  <a:pt x="1560546" y="22825"/>
                </a:lnTo>
                <a:lnTo>
                  <a:pt x="1516198" y="15217"/>
                </a:lnTo>
                <a:lnTo>
                  <a:pt x="1471661" y="9130"/>
                </a:lnTo>
                <a:lnTo>
                  <a:pt x="1426978" y="4565"/>
                </a:lnTo>
                <a:lnTo>
                  <a:pt x="1382189" y="1521"/>
                </a:lnTo>
                <a:lnTo>
                  <a:pt x="1337337" y="0"/>
                </a:lnTo>
                <a:close/>
              </a:path>
            </a:pathLst>
          </a:cu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8" name="Google Shape;228;p8"/>
          <p:cNvSpPr txBox="1"/>
          <p:nvPr/>
        </p:nvSpPr>
        <p:spPr>
          <a:xfrm>
            <a:off x="14991261" y="7183320"/>
            <a:ext cx="1353820" cy="968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289560" lvl="0" marL="12700" marR="5080" rtl="0" algn="l">
              <a:lnSpc>
                <a:spcPct val="110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SERVER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6386381" y="7600980"/>
            <a:ext cx="7331709" cy="335915"/>
          </a:xfrm>
          <a:custGeom>
            <a:rect b="b" l="l" r="r" t="t"/>
            <a:pathLst>
              <a:path extrusionOk="0" h="335915" w="7331709">
                <a:moveTo>
                  <a:pt x="7150724" y="0"/>
                </a:moveTo>
                <a:lnTo>
                  <a:pt x="7150724" y="126193"/>
                </a:lnTo>
                <a:lnTo>
                  <a:pt x="0" y="126193"/>
                </a:lnTo>
                <a:lnTo>
                  <a:pt x="0" y="209176"/>
                </a:lnTo>
                <a:lnTo>
                  <a:pt x="7150724" y="209176"/>
                </a:lnTo>
                <a:lnTo>
                  <a:pt x="7150724" y="335368"/>
                </a:lnTo>
                <a:lnTo>
                  <a:pt x="7331336" y="167684"/>
                </a:lnTo>
                <a:lnTo>
                  <a:pt x="7150724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230" name="Google Shape;230;p8"/>
          <p:cNvGrpSpPr/>
          <p:nvPr/>
        </p:nvGrpSpPr>
        <p:grpSpPr>
          <a:xfrm>
            <a:off x="15301523" y="6556338"/>
            <a:ext cx="2456129" cy="2561495"/>
            <a:chOff x="15301523" y="6556338"/>
            <a:chExt cx="2456129" cy="2561495"/>
          </a:xfrm>
        </p:grpSpPr>
        <p:pic>
          <p:nvPicPr>
            <p:cNvPr id="231" name="Google Shape;231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301523" y="8384872"/>
              <a:ext cx="732961" cy="73296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" name="Google Shape;232;p8"/>
            <p:cNvSpPr/>
            <p:nvPr/>
          </p:nvSpPr>
          <p:spPr>
            <a:xfrm>
              <a:off x="16896592" y="6556338"/>
              <a:ext cx="861060" cy="377825"/>
            </a:xfrm>
            <a:custGeom>
              <a:rect b="b" l="l" r="r" t="t"/>
              <a:pathLst>
                <a:path extrusionOk="0" h="377825" w="861059">
                  <a:moveTo>
                    <a:pt x="0" y="377691"/>
                  </a:moveTo>
                  <a:lnTo>
                    <a:pt x="35200" y="322781"/>
                  </a:lnTo>
                  <a:lnTo>
                    <a:pt x="62544" y="288397"/>
                  </a:lnTo>
                  <a:lnTo>
                    <a:pt x="91677" y="255948"/>
                  </a:lnTo>
                  <a:lnTo>
                    <a:pt x="122596" y="225435"/>
                  </a:lnTo>
                  <a:lnTo>
                    <a:pt x="155304" y="196858"/>
                  </a:lnTo>
                  <a:lnTo>
                    <a:pt x="189799" y="170216"/>
                  </a:lnTo>
                  <a:lnTo>
                    <a:pt x="226081" y="145510"/>
                  </a:lnTo>
                  <a:lnTo>
                    <a:pt x="264152" y="122739"/>
                  </a:lnTo>
                  <a:lnTo>
                    <a:pt x="304010" y="101904"/>
                  </a:lnTo>
                  <a:lnTo>
                    <a:pt x="345655" y="83004"/>
                  </a:lnTo>
                  <a:lnTo>
                    <a:pt x="389088" y="66040"/>
                  </a:lnTo>
                  <a:lnTo>
                    <a:pt x="434309" y="51011"/>
                  </a:lnTo>
                  <a:lnTo>
                    <a:pt x="481318" y="37918"/>
                  </a:lnTo>
                  <a:lnTo>
                    <a:pt x="530114" y="26760"/>
                  </a:lnTo>
                  <a:lnTo>
                    <a:pt x="580698" y="17537"/>
                  </a:lnTo>
                  <a:lnTo>
                    <a:pt x="633070" y="10250"/>
                  </a:lnTo>
                  <a:lnTo>
                    <a:pt x="687230" y="4898"/>
                  </a:lnTo>
                  <a:lnTo>
                    <a:pt x="743177" y="1481"/>
                  </a:lnTo>
                  <a:lnTo>
                    <a:pt x="800912" y="0"/>
                  </a:lnTo>
                  <a:lnTo>
                    <a:pt x="860435" y="453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16825236" y="6874941"/>
              <a:ext cx="159385" cy="196850"/>
            </a:xfrm>
            <a:custGeom>
              <a:rect b="b" l="l" r="r" t="t"/>
              <a:pathLst>
                <a:path extrusionOk="0" h="196850" w="159384">
                  <a:moveTo>
                    <a:pt x="2921" y="0"/>
                  </a:moveTo>
                  <a:lnTo>
                    <a:pt x="0" y="196651"/>
                  </a:lnTo>
                  <a:lnTo>
                    <a:pt x="159073" y="80998"/>
                  </a:lnTo>
                  <a:lnTo>
                    <a:pt x="2921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34" name="Google Shape;234;p8"/>
          <p:cNvSpPr txBox="1"/>
          <p:nvPr/>
        </p:nvSpPr>
        <p:spPr>
          <a:xfrm>
            <a:off x="8147049" y="7168775"/>
            <a:ext cx="2190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REQUEST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6386381" y="8541487"/>
            <a:ext cx="7331709" cy="335915"/>
          </a:xfrm>
          <a:custGeom>
            <a:rect b="b" l="l" r="r" t="t"/>
            <a:pathLst>
              <a:path extrusionOk="0" h="335915" w="7331709">
                <a:moveTo>
                  <a:pt x="180611" y="0"/>
                </a:moveTo>
                <a:lnTo>
                  <a:pt x="0" y="167683"/>
                </a:lnTo>
                <a:lnTo>
                  <a:pt x="180611" y="335368"/>
                </a:lnTo>
                <a:lnTo>
                  <a:pt x="180611" y="209175"/>
                </a:lnTo>
                <a:lnTo>
                  <a:pt x="7331336" y="209175"/>
                </a:lnTo>
                <a:lnTo>
                  <a:pt x="7331336" y="126191"/>
                </a:lnTo>
                <a:lnTo>
                  <a:pt x="180611" y="126191"/>
                </a:lnTo>
                <a:lnTo>
                  <a:pt x="180611" y="0"/>
                </a:lnTo>
                <a:close/>
              </a:path>
            </a:pathLst>
          </a:cu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6" name="Google Shape;236;p8"/>
          <p:cNvSpPr/>
          <p:nvPr/>
        </p:nvSpPr>
        <p:spPr>
          <a:xfrm>
            <a:off x="3609498" y="2514563"/>
            <a:ext cx="12885420" cy="2907665"/>
          </a:xfrm>
          <a:custGeom>
            <a:rect b="b" l="l" r="r" t="t"/>
            <a:pathLst>
              <a:path extrusionOk="0" h="2907665" w="12885419">
                <a:moveTo>
                  <a:pt x="12885105" y="0"/>
                </a:moveTo>
                <a:lnTo>
                  <a:pt x="0" y="0"/>
                </a:lnTo>
                <a:lnTo>
                  <a:pt x="0" y="2907606"/>
                </a:lnTo>
                <a:lnTo>
                  <a:pt x="12885105" y="2907606"/>
                </a:lnTo>
                <a:lnTo>
                  <a:pt x="12885105" y="0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7" name="Google Shape;237;p8"/>
          <p:cNvSpPr txBox="1"/>
          <p:nvPr/>
        </p:nvSpPr>
        <p:spPr>
          <a:xfrm>
            <a:off x="4758774" y="2986357"/>
            <a:ext cx="10457815" cy="1781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47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synchronous </a:t>
            </a:r>
            <a:r>
              <a:rPr b="1"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avaScript </a:t>
            </a:r>
            <a:r>
              <a:rPr b="1"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nd </a:t>
            </a:r>
            <a:r>
              <a:rPr b="1"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ML: Allows us to communicate with remote web servers in an </a:t>
            </a:r>
            <a:r>
              <a:rPr b="1"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asynchronous way</a:t>
            </a:r>
            <a:r>
              <a:rPr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. With AJAX calls, we can </a:t>
            </a:r>
            <a:r>
              <a:rPr b="1"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request data </a:t>
            </a:r>
            <a:r>
              <a:rPr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from web servers dynamically.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8" name="Google Shape;238;p8"/>
          <p:cNvGrpSpPr/>
          <p:nvPr/>
        </p:nvGrpSpPr>
        <p:grpSpPr>
          <a:xfrm>
            <a:off x="9775557" y="6556338"/>
            <a:ext cx="932417" cy="515452"/>
            <a:chOff x="9775557" y="6556338"/>
            <a:chExt cx="932417" cy="515452"/>
          </a:xfrm>
        </p:grpSpPr>
        <p:sp>
          <p:nvSpPr>
            <p:cNvPr id="239" name="Google Shape;239;p8"/>
            <p:cNvSpPr/>
            <p:nvPr/>
          </p:nvSpPr>
          <p:spPr>
            <a:xfrm>
              <a:off x="9846914" y="6556338"/>
              <a:ext cx="861060" cy="377825"/>
            </a:xfrm>
            <a:custGeom>
              <a:rect b="b" l="l" r="r" t="t"/>
              <a:pathLst>
                <a:path extrusionOk="0" h="377825" w="861059">
                  <a:moveTo>
                    <a:pt x="0" y="377691"/>
                  </a:moveTo>
                  <a:lnTo>
                    <a:pt x="35200" y="322781"/>
                  </a:lnTo>
                  <a:lnTo>
                    <a:pt x="62544" y="288397"/>
                  </a:lnTo>
                  <a:lnTo>
                    <a:pt x="91677" y="255948"/>
                  </a:lnTo>
                  <a:lnTo>
                    <a:pt x="122596" y="225435"/>
                  </a:lnTo>
                  <a:lnTo>
                    <a:pt x="155304" y="196858"/>
                  </a:lnTo>
                  <a:lnTo>
                    <a:pt x="189799" y="170216"/>
                  </a:lnTo>
                  <a:lnTo>
                    <a:pt x="226081" y="145510"/>
                  </a:lnTo>
                  <a:lnTo>
                    <a:pt x="264152" y="122739"/>
                  </a:lnTo>
                  <a:lnTo>
                    <a:pt x="304010" y="101904"/>
                  </a:lnTo>
                  <a:lnTo>
                    <a:pt x="345655" y="83004"/>
                  </a:lnTo>
                  <a:lnTo>
                    <a:pt x="389088" y="66040"/>
                  </a:lnTo>
                  <a:lnTo>
                    <a:pt x="434309" y="51011"/>
                  </a:lnTo>
                  <a:lnTo>
                    <a:pt x="481318" y="37918"/>
                  </a:lnTo>
                  <a:lnTo>
                    <a:pt x="530114" y="26760"/>
                  </a:lnTo>
                  <a:lnTo>
                    <a:pt x="580698" y="17537"/>
                  </a:lnTo>
                  <a:lnTo>
                    <a:pt x="633070" y="10250"/>
                  </a:lnTo>
                  <a:lnTo>
                    <a:pt x="687230" y="4898"/>
                  </a:lnTo>
                  <a:lnTo>
                    <a:pt x="743177" y="1481"/>
                  </a:lnTo>
                  <a:lnTo>
                    <a:pt x="800912" y="0"/>
                  </a:lnTo>
                  <a:lnTo>
                    <a:pt x="860435" y="453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0" name="Google Shape;240;p8"/>
            <p:cNvSpPr/>
            <p:nvPr/>
          </p:nvSpPr>
          <p:spPr>
            <a:xfrm>
              <a:off x="9775557" y="6874940"/>
              <a:ext cx="159385" cy="196850"/>
            </a:xfrm>
            <a:custGeom>
              <a:rect b="b" l="l" r="r" t="t"/>
              <a:pathLst>
                <a:path extrusionOk="0" h="196850" w="159384">
                  <a:moveTo>
                    <a:pt x="2922" y="0"/>
                  </a:moveTo>
                  <a:lnTo>
                    <a:pt x="0" y="196652"/>
                  </a:lnTo>
                  <a:lnTo>
                    <a:pt x="159075" y="80999"/>
                  </a:lnTo>
                  <a:lnTo>
                    <a:pt x="2922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41" name="Google Shape;241;p8"/>
          <p:cNvSpPr txBox="1"/>
          <p:nvPr/>
        </p:nvSpPr>
        <p:spPr>
          <a:xfrm>
            <a:off x="10915947" y="6358525"/>
            <a:ext cx="31644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Asking for some data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734859" y="6402644"/>
            <a:ext cx="272243" cy="272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080397" y="6402644"/>
            <a:ext cx="272243" cy="272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415467" y="6402644"/>
            <a:ext cx="272243" cy="2722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5" name="Google Shape;245;p8"/>
          <p:cNvGrpSpPr/>
          <p:nvPr/>
        </p:nvGrpSpPr>
        <p:grpSpPr>
          <a:xfrm>
            <a:off x="9632846" y="9446585"/>
            <a:ext cx="962857" cy="481638"/>
            <a:chOff x="9632846" y="9446585"/>
            <a:chExt cx="962857" cy="481638"/>
          </a:xfrm>
        </p:grpSpPr>
        <p:sp>
          <p:nvSpPr>
            <p:cNvPr id="246" name="Google Shape;246;p8"/>
            <p:cNvSpPr/>
            <p:nvPr/>
          </p:nvSpPr>
          <p:spPr>
            <a:xfrm>
              <a:off x="9702259" y="9585323"/>
              <a:ext cx="893444" cy="342900"/>
            </a:xfrm>
            <a:custGeom>
              <a:rect b="b" l="l" r="r" t="t"/>
              <a:pathLst>
                <a:path extrusionOk="0" h="342900" w="893445">
                  <a:moveTo>
                    <a:pt x="0" y="0"/>
                  </a:moveTo>
                  <a:lnTo>
                    <a:pt x="34099" y="53399"/>
                  </a:lnTo>
                  <a:lnTo>
                    <a:pt x="60912" y="86091"/>
                  </a:lnTo>
                  <a:lnTo>
                    <a:pt x="89768" y="116822"/>
                  </a:lnTo>
                  <a:lnTo>
                    <a:pt x="120667" y="145593"/>
                  </a:lnTo>
                  <a:lnTo>
                    <a:pt x="153610" y="172404"/>
                  </a:lnTo>
                  <a:lnTo>
                    <a:pt x="188595" y="197256"/>
                  </a:lnTo>
                  <a:lnTo>
                    <a:pt x="225625" y="220147"/>
                  </a:lnTo>
                  <a:lnTo>
                    <a:pt x="264697" y="241078"/>
                  </a:lnTo>
                  <a:lnTo>
                    <a:pt x="305813" y="260049"/>
                  </a:lnTo>
                  <a:lnTo>
                    <a:pt x="348972" y="277060"/>
                  </a:lnTo>
                  <a:lnTo>
                    <a:pt x="394175" y="292111"/>
                  </a:lnTo>
                  <a:lnTo>
                    <a:pt x="441421" y="305203"/>
                  </a:lnTo>
                  <a:lnTo>
                    <a:pt x="490710" y="316334"/>
                  </a:lnTo>
                  <a:lnTo>
                    <a:pt x="542043" y="325506"/>
                  </a:lnTo>
                  <a:lnTo>
                    <a:pt x="595419" y="332718"/>
                  </a:lnTo>
                  <a:lnTo>
                    <a:pt x="650839" y="337971"/>
                  </a:lnTo>
                  <a:lnTo>
                    <a:pt x="708302" y="341264"/>
                  </a:lnTo>
                  <a:lnTo>
                    <a:pt x="767809" y="342597"/>
                  </a:lnTo>
                  <a:lnTo>
                    <a:pt x="829359" y="341970"/>
                  </a:lnTo>
                  <a:lnTo>
                    <a:pt x="892953" y="339384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7" name="Google Shape;247;p8"/>
            <p:cNvSpPr/>
            <p:nvPr/>
          </p:nvSpPr>
          <p:spPr>
            <a:xfrm>
              <a:off x="9632846" y="9446585"/>
              <a:ext cx="157480" cy="196850"/>
            </a:xfrm>
            <a:custGeom>
              <a:rect b="b" l="l" r="r" t="t"/>
              <a:pathLst>
                <a:path extrusionOk="0" h="196850" w="157479">
                  <a:moveTo>
                    <a:pt x="367" y="0"/>
                  </a:moveTo>
                  <a:lnTo>
                    <a:pt x="0" y="196674"/>
                  </a:lnTo>
                  <a:lnTo>
                    <a:pt x="157486" y="118297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48" name="Google Shape;248;p8"/>
          <p:cNvSpPr txBox="1"/>
          <p:nvPr/>
        </p:nvSpPr>
        <p:spPr>
          <a:xfrm>
            <a:off x="8816255" y="8950421"/>
            <a:ext cx="4250690" cy="1154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endParaRPr sz="24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Arial"/>
              <a:ea typeface="Arial"/>
              <a:cs typeface="Arial"/>
              <a:sym typeface="Arial"/>
            </a:endParaRPr>
          </a:p>
          <a:p>
            <a:pPr indent="0" lvl="0" marL="19697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Sending data back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" name="Google Shape;24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57449" y="9796466"/>
            <a:ext cx="272243" cy="272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02988" y="9796466"/>
            <a:ext cx="272243" cy="272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938057" y="9796466"/>
            <a:ext cx="272243" cy="272243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8"/>
          <p:cNvSpPr txBox="1"/>
          <p:nvPr/>
        </p:nvSpPr>
        <p:spPr>
          <a:xfrm>
            <a:off x="10634798" y="7168775"/>
            <a:ext cx="3445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(GET / POST / etc.)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3" name="Google Shape;253;p8"/>
          <p:cNvGrpSpPr/>
          <p:nvPr/>
        </p:nvGrpSpPr>
        <p:grpSpPr>
          <a:xfrm>
            <a:off x="2053143" y="1146964"/>
            <a:ext cx="4440084" cy="3199770"/>
            <a:chOff x="2053143" y="1146964"/>
            <a:chExt cx="4440084" cy="3199770"/>
          </a:xfrm>
        </p:grpSpPr>
        <p:pic>
          <p:nvPicPr>
            <p:cNvPr id="254" name="Google Shape;254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053143" y="1146964"/>
              <a:ext cx="4440084" cy="31997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902246" y="1734623"/>
              <a:ext cx="2741875" cy="150156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6" name="Google Shape;256;p8"/>
          <p:cNvSpPr txBox="1"/>
          <p:nvPr/>
        </p:nvSpPr>
        <p:spPr>
          <a:xfrm rot="-600000">
            <a:off x="3709568" y="2212926"/>
            <a:ext cx="1134089" cy="523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4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AJAX</a:t>
            </a:r>
            <a:endParaRPr sz="4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 txBox="1"/>
          <p:nvPr/>
        </p:nvSpPr>
        <p:spPr>
          <a:xfrm>
            <a:off x="17965653" y="6101525"/>
            <a:ext cx="18522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9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Usually a web API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9"/>
          <p:cNvSpPr txBox="1"/>
          <p:nvPr>
            <p:ph type="title"/>
          </p:nvPr>
        </p:nvSpPr>
        <p:spPr>
          <a:xfrm>
            <a:off x="603308" y="259543"/>
            <a:ext cx="63245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AN API?</a:t>
            </a:r>
            <a:endParaRPr/>
          </a:p>
        </p:txBody>
      </p:sp>
      <p:grpSp>
        <p:nvGrpSpPr>
          <p:cNvPr id="263" name="Google Shape;263;p9"/>
          <p:cNvGrpSpPr/>
          <p:nvPr/>
        </p:nvGrpSpPr>
        <p:grpSpPr>
          <a:xfrm>
            <a:off x="1136420" y="2565928"/>
            <a:ext cx="10268585" cy="7719059"/>
            <a:chOff x="1136420" y="2565928"/>
            <a:chExt cx="10268585" cy="7719059"/>
          </a:xfrm>
        </p:grpSpPr>
        <p:sp>
          <p:nvSpPr>
            <p:cNvPr id="264" name="Google Shape;264;p9"/>
            <p:cNvSpPr/>
            <p:nvPr/>
          </p:nvSpPr>
          <p:spPr>
            <a:xfrm>
              <a:off x="1136420" y="2565928"/>
              <a:ext cx="10268585" cy="7719059"/>
            </a:xfrm>
            <a:custGeom>
              <a:rect b="b" l="l" r="r" t="t"/>
              <a:pathLst>
                <a:path extrusionOk="0" h="7719059" w="10268585">
                  <a:moveTo>
                    <a:pt x="10268221" y="0"/>
                  </a:moveTo>
                  <a:lnTo>
                    <a:pt x="0" y="0"/>
                  </a:lnTo>
                  <a:lnTo>
                    <a:pt x="0" y="7718807"/>
                  </a:lnTo>
                  <a:lnTo>
                    <a:pt x="10268221" y="7718807"/>
                  </a:lnTo>
                  <a:lnTo>
                    <a:pt x="10268221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65" name="Google Shape;265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00173" y="3527272"/>
              <a:ext cx="282713" cy="2827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6" name="Google Shape;266;p9"/>
          <p:cNvSpPr txBox="1"/>
          <p:nvPr/>
        </p:nvSpPr>
        <p:spPr>
          <a:xfrm>
            <a:off x="2496474" y="3362825"/>
            <a:ext cx="8055609" cy="1496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3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pplication </a:t>
            </a: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rogramming </a:t>
            </a: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nterface: Piece of software that can be used by another piece of software, in order to allow </a:t>
            </a: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applications to talk to each other</a:t>
            </a: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7" name="Google Shape;267;p9"/>
          <p:cNvGrpSpPr/>
          <p:nvPr/>
        </p:nvGrpSpPr>
        <p:grpSpPr>
          <a:xfrm>
            <a:off x="0" y="1162411"/>
            <a:ext cx="4175823" cy="7734331"/>
            <a:chOff x="0" y="1162411"/>
            <a:chExt cx="4175823" cy="7734331"/>
          </a:xfrm>
        </p:grpSpPr>
        <p:pic>
          <p:nvPicPr>
            <p:cNvPr id="268" name="Google Shape;268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00173" y="5416220"/>
              <a:ext cx="282713" cy="2827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9" name="Google Shape;269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00173" y="7215118"/>
              <a:ext cx="282713" cy="2827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0" name="Google Shape;270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00173" y="8614029"/>
              <a:ext cx="282713" cy="2827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" name="Google Shape;271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1162411"/>
              <a:ext cx="4175823" cy="31997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2" name="Google Shape;272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84843" y="1750070"/>
              <a:ext cx="2741875" cy="150156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3" name="Google Shape;273;p9"/>
          <p:cNvSpPr txBox="1"/>
          <p:nvPr/>
        </p:nvSpPr>
        <p:spPr>
          <a:xfrm>
            <a:off x="2496474" y="5364858"/>
            <a:ext cx="7567930" cy="402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There are be many types of APIs in web development: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9"/>
          <p:cNvSpPr txBox="1"/>
          <p:nvPr/>
        </p:nvSpPr>
        <p:spPr>
          <a:xfrm>
            <a:off x="2496474" y="7050671"/>
            <a:ext cx="8220075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3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“Online” API: </a:t>
            </a: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Application running on a server, that receives requests for data, and sends data back as response;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9"/>
          <p:cNvSpPr txBox="1"/>
          <p:nvPr/>
        </p:nvSpPr>
        <p:spPr>
          <a:xfrm>
            <a:off x="2496474" y="8449581"/>
            <a:ext cx="7573645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3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We can build </a:t>
            </a: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our own </a:t>
            </a: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web APIs (requires back-end development, e.g. with node.js) or use </a:t>
            </a: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3rd-party </a:t>
            </a:r>
            <a:r>
              <a:rPr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APIs.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9"/>
          <p:cNvSpPr txBox="1"/>
          <p:nvPr/>
        </p:nvSpPr>
        <p:spPr>
          <a:xfrm>
            <a:off x="2541614" y="5941708"/>
            <a:ext cx="1550035" cy="617855"/>
          </a:xfrm>
          <a:prstGeom prst="rect">
            <a:avLst/>
          </a:pr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145400">
            <a:spAutoFit/>
          </a:bodyPr>
          <a:lstStyle/>
          <a:p>
            <a:pPr indent="0" lvl="0" marL="22415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DOM API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9"/>
          <p:cNvSpPr txBox="1"/>
          <p:nvPr/>
        </p:nvSpPr>
        <p:spPr>
          <a:xfrm>
            <a:off x="4194005" y="5941708"/>
            <a:ext cx="2345055" cy="617855"/>
          </a:xfrm>
          <a:prstGeom prst="rect">
            <a:avLst/>
          </a:pr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145400">
            <a:spAutoFit/>
          </a:bodyPr>
          <a:lstStyle/>
          <a:p>
            <a:pPr indent="0" lvl="0" marL="1879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Geolocation API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9"/>
          <p:cNvSpPr txBox="1"/>
          <p:nvPr/>
        </p:nvSpPr>
        <p:spPr>
          <a:xfrm>
            <a:off x="6641868" y="5941708"/>
            <a:ext cx="2127250" cy="617855"/>
          </a:xfrm>
          <a:prstGeom prst="rect">
            <a:avLst/>
          </a:pr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145400">
            <a:spAutoFit/>
          </a:bodyPr>
          <a:lstStyle/>
          <a:p>
            <a:pPr indent="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Own Class API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9"/>
          <p:cNvSpPr txBox="1"/>
          <p:nvPr/>
        </p:nvSpPr>
        <p:spPr>
          <a:xfrm>
            <a:off x="8871852" y="5941708"/>
            <a:ext cx="1742439" cy="617855"/>
          </a:xfrm>
          <a:prstGeom prst="rect">
            <a:avLst/>
          </a:prstGeom>
          <a:solidFill>
            <a:srgbClr val="F4DB1A"/>
          </a:solidFill>
          <a:ln>
            <a:noFill/>
          </a:ln>
        </p:spPr>
        <p:txBody>
          <a:bodyPr anchorCtr="0" anchor="t" bIns="0" lIns="0" spcFirstLastPara="1" rIns="0" wrap="square" tIns="145400">
            <a:spAutoFit/>
          </a:bodyPr>
          <a:lstStyle/>
          <a:p>
            <a:pPr indent="0" lvl="0" marL="133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“Online” API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9"/>
          <p:cNvSpPr txBox="1"/>
          <p:nvPr/>
        </p:nvSpPr>
        <p:spPr>
          <a:xfrm rot="-600000">
            <a:off x="1567034" y="2228374"/>
            <a:ext cx="784687" cy="523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4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API</a:t>
            </a:r>
            <a:endParaRPr sz="41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1" name="Google Shape;281;p9"/>
          <p:cNvGrpSpPr/>
          <p:nvPr/>
        </p:nvGrpSpPr>
        <p:grpSpPr>
          <a:xfrm>
            <a:off x="4660963" y="7088649"/>
            <a:ext cx="9683364" cy="3854651"/>
            <a:chOff x="4660963" y="7088649"/>
            <a:chExt cx="9683364" cy="3854651"/>
          </a:xfrm>
        </p:grpSpPr>
        <p:pic>
          <p:nvPicPr>
            <p:cNvPr id="282" name="Google Shape;282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660963" y="9626172"/>
              <a:ext cx="2341561" cy="13171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093026" y="7088649"/>
              <a:ext cx="251301" cy="251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" name="Google Shape;284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093026" y="7633135"/>
              <a:ext cx="251301" cy="251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093026" y="8177621"/>
              <a:ext cx="251301" cy="251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" name="Google Shape;286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093026" y="8722107"/>
              <a:ext cx="251301" cy="251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7" name="Google Shape;287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093026" y="9266593"/>
              <a:ext cx="251301" cy="251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8" name="Google Shape;288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093026" y="9811079"/>
              <a:ext cx="251301" cy="251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9" name="Google Shape;289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093026" y="10355565"/>
              <a:ext cx="251301" cy="2513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0" name="Google Shape;290;p9"/>
          <p:cNvSpPr txBox="1"/>
          <p:nvPr/>
        </p:nvSpPr>
        <p:spPr>
          <a:xfrm>
            <a:off x="14589326" y="7043073"/>
            <a:ext cx="3745229" cy="3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Weather data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1156970" rtl="0" algn="l">
              <a:lnSpc>
                <a:spcPct val="166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Data about countries Flights data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66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Currency conversion data APIs for sending email or SMS Google Maps</a:t>
            </a:r>
            <a:endParaRPr sz="215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710"/>
              </a:spcBef>
              <a:spcAft>
                <a:spcPts val="0"/>
              </a:spcAft>
              <a:buNone/>
            </a:pPr>
            <a:r>
              <a:rPr i="1" lang="en-US" sz="21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Millions of possibilities...</a:t>
            </a:r>
            <a:endParaRPr sz="21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1" name="Google Shape;291;p9"/>
          <p:cNvGrpSpPr/>
          <p:nvPr/>
        </p:nvGrpSpPr>
        <p:grpSpPr>
          <a:xfrm>
            <a:off x="10180496" y="8713028"/>
            <a:ext cx="3456492" cy="562211"/>
            <a:chOff x="10180496" y="8713028"/>
            <a:chExt cx="3456492" cy="562211"/>
          </a:xfrm>
        </p:grpSpPr>
        <p:sp>
          <p:nvSpPr>
            <p:cNvPr id="292" name="Google Shape;292;p9"/>
            <p:cNvSpPr/>
            <p:nvPr/>
          </p:nvSpPr>
          <p:spPr>
            <a:xfrm>
              <a:off x="10180496" y="8833280"/>
              <a:ext cx="3239135" cy="441959"/>
            </a:xfrm>
            <a:custGeom>
              <a:rect b="b" l="l" r="r" t="t"/>
              <a:pathLst>
                <a:path extrusionOk="0" h="441959" w="3239134">
                  <a:moveTo>
                    <a:pt x="3238536" y="0"/>
                  </a:moveTo>
                  <a:lnTo>
                    <a:pt x="3207412" y="4245"/>
                  </a:lnTo>
                  <a:lnTo>
                    <a:pt x="0" y="441814"/>
                  </a:lnTo>
                </a:path>
              </a:pathLst>
            </a:custGeom>
            <a:noFill/>
            <a:ln cap="flat" cmpd="sng" w="6282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3" name="Google Shape;293;p9"/>
            <p:cNvSpPr/>
            <p:nvPr/>
          </p:nvSpPr>
          <p:spPr>
            <a:xfrm>
              <a:off x="13370923" y="8713028"/>
              <a:ext cx="266065" cy="249554"/>
            </a:xfrm>
            <a:custGeom>
              <a:rect b="b" l="l" r="r" t="t"/>
              <a:pathLst>
                <a:path extrusionOk="0" h="249554" w="266065">
                  <a:moveTo>
                    <a:pt x="0" y="0"/>
                  </a:moveTo>
                  <a:lnTo>
                    <a:pt x="33967" y="248995"/>
                  </a:lnTo>
                  <a:lnTo>
                    <a:pt x="265981" y="905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94" name="Google Shape;294;p9"/>
          <p:cNvSpPr txBox="1"/>
          <p:nvPr/>
        </p:nvSpPr>
        <p:spPr>
          <a:xfrm rot="-360000">
            <a:off x="10591392" y="8265160"/>
            <a:ext cx="2276324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627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US" sz="3225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There is an </a:t>
            </a:r>
            <a:r>
              <a:rPr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API </a:t>
            </a:r>
            <a:r>
              <a:rPr baseline="30000" lang="en-US" sz="3225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endParaRPr baseline="30000" sz="322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9"/>
          <p:cNvSpPr txBox="1"/>
          <p:nvPr/>
        </p:nvSpPr>
        <p:spPr>
          <a:xfrm rot="-360000">
            <a:off x="11144945" y="8614028"/>
            <a:ext cx="1254841" cy="27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665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ev</a:t>
            </a:r>
            <a:r>
              <a:rPr baseline="30000" i="1" lang="en-US" sz="3225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erything</a:t>
            </a:r>
            <a:endParaRPr baseline="30000" sz="3225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6" name="Google Shape;296;p9"/>
          <p:cNvGrpSpPr/>
          <p:nvPr/>
        </p:nvGrpSpPr>
        <p:grpSpPr>
          <a:xfrm>
            <a:off x="12529681" y="1802872"/>
            <a:ext cx="2326233" cy="2460611"/>
            <a:chOff x="12529681" y="1802872"/>
            <a:chExt cx="2326233" cy="2460611"/>
          </a:xfrm>
        </p:grpSpPr>
        <p:pic>
          <p:nvPicPr>
            <p:cNvPr id="297" name="Google Shape;297;p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2731214" y="3515379"/>
              <a:ext cx="1923148" cy="7481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2529681" y="1802872"/>
              <a:ext cx="2326233" cy="10104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9" name="Google Shape;299;p9"/>
          <p:cNvSpPr txBox="1"/>
          <p:nvPr/>
        </p:nvSpPr>
        <p:spPr>
          <a:xfrm>
            <a:off x="13082942" y="1883343"/>
            <a:ext cx="1232535" cy="779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5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AJAX</a:t>
            </a:r>
            <a:endParaRPr sz="49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0" name="Google Shape;300;p9"/>
          <p:cNvGrpSpPr/>
          <p:nvPr/>
        </p:nvGrpSpPr>
        <p:grpSpPr>
          <a:xfrm>
            <a:off x="13752796" y="2563771"/>
            <a:ext cx="382694" cy="831077"/>
            <a:chOff x="13752796" y="2563771"/>
            <a:chExt cx="382694" cy="831077"/>
          </a:xfrm>
        </p:grpSpPr>
        <p:sp>
          <p:nvSpPr>
            <p:cNvPr id="301" name="Google Shape;301;p9"/>
            <p:cNvSpPr/>
            <p:nvPr/>
          </p:nvSpPr>
          <p:spPr>
            <a:xfrm>
              <a:off x="13839580" y="2563771"/>
              <a:ext cx="295910" cy="660400"/>
            </a:xfrm>
            <a:custGeom>
              <a:rect b="b" l="l" r="r" t="t"/>
              <a:pathLst>
                <a:path extrusionOk="0" h="660400" w="295909">
                  <a:moveTo>
                    <a:pt x="0" y="659855"/>
                  </a:moveTo>
                  <a:lnTo>
                    <a:pt x="10697" y="635963"/>
                  </a:lnTo>
                  <a:lnTo>
                    <a:pt x="295489" y="0"/>
                  </a:lnTo>
                </a:path>
              </a:pathLst>
            </a:custGeom>
            <a:noFill/>
            <a:ln cap="flat" cmpd="sng" w="52350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2" name="Google Shape;302;p9"/>
            <p:cNvSpPr/>
            <p:nvPr/>
          </p:nvSpPr>
          <p:spPr>
            <a:xfrm>
              <a:off x="13752796" y="3156088"/>
              <a:ext cx="195580" cy="238760"/>
            </a:xfrm>
            <a:custGeom>
              <a:rect b="b" l="l" r="r" t="t"/>
              <a:pathLst>
                <a:path extrusionOk="0" h="238760" w="195580">
                  <a:moveTo>
                    <a:pt x="0" y="0"/>
                  </a:moveTo>
                  <a:lnTo>
                    <a:pt x="10188" y="238601"/>
                  </a:lnTo>
                  <a:lnTo>
                    <a:pt x="194957" y="87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03" name="Google Shape;303;p9"/>
          <p:cNvSpPr txBox="1"/>
          <p:nvPr/>
        </p:nvSpPr>
        <p:spPr>
          <a:xfrm>
            <a:off x="12995144" y="4735453"/>
            <a:ext cx="1282700" cy="800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85420" lvl="0" marL="197485" marR="5080" rtl="0" algn="l">
              <a:lnSpc>
                <a:spcPct val="11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XML data format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4" name="Google Shape;304;p9"/>
          <p:cNvGrpSpPr/>
          <p:nvPr/>
        </p:nvGrpSpPr>
        <p:grpSpPr>
          <a:xfrm>
            <a:off x="12629269" y="3289501"/>
            <a:ext cx="6573391" cy="5047877"/>
            <a:chOff x="12629269" y="3289501"/>
            <a:chExt cx="6573391" cy="5047877"/>
          </a:xfrm>
        </p:grpSpPr>
        <p:sp>
          <p:nvSpPr>
            <p:cNvPr id="305" name="Google Shape;305;p9"/>
            <p:cNvSpPr/>
            <p:nvPr/>
          </p:nvSpPr>
          <p:spPr>
            <a:xfrm>
              <a:off x="12643625" y="3352805"/>
              <a:ext cx="2113280" cy="2261870"/>
            </a:xfrm>
            <a:custGeom>
              <a:rect b="b" l="l" r="r" t="t"/>
              <a:pathLst>
                <a:path extrusionOk="0" h="2261870" w="2113280">
                  <a:moveTo>
                    <a:pt x="0" y="2261273"/>
                  </a:moveTo>
                  <a:lnTo>
                    <a:pt x="2112686" y="0"/>
                  </a:lnTo>
                </a:path>
              </a:pathLst>
            </a:custGeom>
            <a:noFill/>
            <a:ln cap="flat" cmpd="sng" w="83750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6" name="Google Shape;306;p9"/>
            <p:cNvSpPr/>
            <p:nvPr/>
          </p:nvSpPr>
          <p:spPr>
            <a:xfrm>
              <a:off x="12629269" y="3352805"/>
              <a:ext cx="2113280" cy="2261870"/>
            </a:xfrm>
            <a:custGeom>
              <a:rect b="b" l="l" r="r" t="t"/>
              <a:pathLst>
                <a:path extrusionOk="0" h="2261870" w="2113280">
                  <a:moveTo>
                    <a:pt x="2112686" y="2261273"/>
                  </a:moveTo>
                  <a:lnTo>
                    <a:pt x="0" y="0"/>
                  </a:lnTo>
                </a:path>
              </a:pathLst>
            </a:custGeom>
            <a:noFill/>
            <a:ln cap="flat" cmpd="sng" w="83750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07" name="Google Shape;307;p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8155572" y="7918543"/>
              <a:ext cx="418835" cy="4188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" name="Google Shape;308;p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8783825" y="7918543"/>
              <a:ext cx="418835" cy="4188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" name="Google Shape;309;p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5581043" y="3289501"/>
              <a:ext cx="1199861" cy="119986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0" name="Google Shape;310;p9"/>
          <p:cNvSpPr txBox="1"/>
          <p:nvPr/>
        </p:nvSpPr>
        <p:spPr>
          <a:xfrm>
            <a:off x="15459792" y="4676555"/>
            <a:ext cx="1442720" cy="800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65430" lvl="0" marL="277495" marR="5080" rtl="0" algn="l">
              <a:lnSpc>
                <a:spcPct val="11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JSON data format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1" name="Google Shape;311;p9"/>
          <p:cNvGrpSpPr/>
          <p:nvPr/>
        </p:nvGrpSpPr>
        <p:grpSpPr>
          <a:xfrm>
            <a:off x="9783760" y="2904564"/>
            <a:ext cx="10224784" cy="4007287"/>
            <a:chOff x="9783760" y="2904564"/>
            <a:chExt cx="10224784" cy="4007287"/>
          </a:xfrm>
        </p:grpSpPr>
        <p:sp>
          <p:nvSpPr>
            <p:cNvPr id="312" name="Google Shape;312;p9"/>
            <p:cNvSpPr/>
            <p:nvPr/>
          </p:nvSpPr>
          <p:spPr>
            <a:xfrm>
              <a:off x="16204724" y="5767217"/>
              <a:ext cx="944244" cy="355600"/>
            </a:xfrm>
            <a:custGeom>
              <a:rect b="b" l="l" r="r" t="t"/>
              <a:pathLst>
                <a:path extrusionOk="0" h="355600" w="944244">
                  <a:moveTo>
                    <a:pt x="0" y="0"/>
                  </a:moveTo>
                  <a:lnTo>
                    <a:pt x="16184" y="54214"/>
                  </a:lnTo>
                  <a:lnTo>
                    <a:pt x="49753" y="115950"/>
                  </a:lnTo>
                  <a:lnTo>
                    <a:pt x="93480" y="170614"/>
                  </a:lnTo>
                  <a:lnTo>
                    <a:pt x="147366" y="218206"/>
                  </a:lnTo>
                  <a:lnTo>
                    <a:pt x="211410" y="258725"/>
                  </a:lnTo>
                  <a:lnTo>
                    <a:pt x="247242" y="276333"/>
                  </a:lnTo>
                  <a:lnTo>
                    <a:pt x="285613" y="292172"/>
                  </a:lnTo>
                  <a:lnTo>
                    <a:pt x="326524" y="306244"/>
                  </a:lnTo>
                  <a:lnTo>
                    <a:pt x="369975" y="318547"/>
                  </a:lnTo>
                  <a:lnTo>
                    <a:pt x="415966" y="329083"/>
                  </a:lnTo>
                  <a:lnTo>
                    <a:pt x="464496" y="337851"/>
                  </a:lnTo>
                  <a:lnTo>
                    <a:pt x="515565" y="344850"/>
                  </a:lnTo>
                  <a:lnTo>
                    <a:pt x="569175" y="350082"/>
                  </a:lnTo>
                  <a:lnTo>
                    <a:pt x="625324" y="353545"/>
                  </a:lnTo>
                  <a:lnTo>
                    <a:pt x="684013" y="355241"/>
                  </a:lnTo>
                  <a:lnTo>
                    <a:pt x="745241" y="355169"/>
                  </a:lnTo>
                  <a:lnTo>
                    <a:pt x="809009" y="353329"/>
                  </a:lnTo>
                  <a:lnTo>
                    <a:pt x="875317" y="349721"/>
                  </a:lnTo>
                  <a:lnTo>
                    <a:pt x="944164" y="344345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3" name="Google Shape;313;p9"/>
            <p:cNvSpPr/>
            <p:nvPr/>
          </p:nvSpPr>
          <p:spPr>
            <a:xfrm>
              <a:off x="16121017" y="5614079"/>
              <a:ext cx="173990" cy="187325"/>
            </a:xfrm>
            <a:custGeom>
              <a:rect b="b" l="l" r="r" t="t"/>
              <a:pathLst>
                <a:path extrusionOk="0" h="187325" w="173990">
                  <a:moveTo>
                    <a:pt x="59956" y="0"/>
                  </a:moveTo>
                  <a:lnTo>
                    <a:pt x="0" y="187312"/>
                  </a:lnTo>
                  <a:lnTo>
                    <a:pt x="173837" y="160352"/>
                  </a:lnTo>
                  <a:lnTo>
                    <a:pt x="59956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14" name="Google Shape;314;p9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16802818" y="2904564"/>
              <a:ext cx="3205726" cy="2294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5" name="Google Shape;315;p9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17242595" y="3181993"/>
              <a:ext cx="2326095" cy="14149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6" name="Google Shape;316;p9"/>
            <p:cNvSpPr/>
            <p:nvPr/>
          </p:nvSpPr>
          <p:spPr>
            <a:xfrm>
              <a:off x="9876817" y="6753101"/>
              <a:ext cx="581025" cy="158750"/>
            </a:xfrm>
            <a:custGeom>
              <a:rect b="b" l="l" r="r" t="t"/>
              <a:pathLst>
                <a:path extrusionOk="0" h="158750" w="581025">
                  <a:moveTo>
                    <a:pt x="0" y="0"/>
                  </a:moveTo>
                  <a:lnTo>
                    <a:pt x="46473" y="46070"/>
                  </a:lnTo>
                  <a:lnTo>
                    <a:pt x="82815" y="72008"/>
                  </a:lnTo>
                  <a:lnTo>
                    <a:pt x="121600" y="94558"/>
                  </a:lnTo>
                  <a:lnTo>
                    <a:pt x="162829" y="113721"/>
                  </a:lnTo>
                  <a:lnTo>
                    <a:pt x="206501" y="129496"/>
                  </a:lnTo>
                  <a:lnTo>
                    <a:pt x="252617" y="141884"/>
                  </a:lnTo>
                  <a:lnTo>
                    <a:pt x="301176" y="150885"/>
                  </a:lnTo>
                  <a:lnTo>
                    <a:pt x="352179" y="156499"/>
                  </a:lnTo>
                  <a:lnTo>
                    <a:pt x="405626" y="158726"/>
                  </a:lnTo>
                  <a:lnTo>
                    <a:pt x="461517" y="157566"/>
                  </a:lnTo>
                  <a:lnTo>
                    <a:pt x="519852" y="153019"/>
                  </a:lnTo>
                  <a:lnTo>
                    <a:pt x="580630" y="145085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7" name="Google Shape;317;p9"/>
            <p:cNvSpPr/>
            <p:nvPr/>
          </p:nvSpPr>
          <p:spPr>
            <a:xfrm>
              <a:off x="9783760" y="6629182"/>
              <a:ext cx="176530" cy="193675"/>
            </a:xfrm>
            <a:custGeom>
              <a:rect b="b" l="l" r="r" t="t"/>
              <a:pathLst>
                <a:path extrusionOk="0" h="193675" w="176529">
                  <a:moveTo>
                    <a:pt x="0" y="0"/>
                  </a:moveTo>
                  <a:lnTo>
                    <a:pt x="35298" y="193481"/>
                  </a:lnTo>
                  <a:lnTo>
                    <a:pt x="175964" y="878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18" name="Google Shape;318;p9"/>
          <p:cNvSpPr txBox="1"/>
          <p:nvPr/>
        </p:nvSpPr>
        <p:spPr>
          <a:xfrm>
            <a:off x="17350342" y="5745767"/>
            <a:ext cx="1885314" cy="716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10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Most popular API data format</a:t>
            </a:r>
            <a:endParaRPr sz="20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9"/>
          <p:cNvSpPr txBox="1"/>
          <p:nvPr/>
        </p:nvSpPr>
        <p:spPr>
          <a:xfrm>
            <a:off x="10587396" y="6732930"/>
            <a:ext cx="1152525" cy="32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F2425D"/>
                </a:solidFill>
                <a:latin typeface="Arial"/>
                <a:ea typeface="Arial"/>
                <a:cs typeface="Arial"/>
                <a:sym typeface="Arial"/>
              </a:rPr>
              <a:t>Just “API”</a:t>
            </a:r>
            <a:endParaRPr sz="19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7481" y="0"/>
            <a:ext cx="11936618" cy="11308556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0"/>
          <p:cNvSpPr txBox="1"/>
          <p:nvPr/>
        </p:nvSpPr>
        <p:spPr>
          <a:xfrm>
            <a:off x="10052049" y="2517449"/>
            <a:ext cx="10052049" cy="6242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0" lvl="0" marL="19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SECTION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9050" rtl="0" algn="l">
              <a:lnSpc>
                <a:spcPct val="111764"/>
              </a:lnSpc>
              <a:spcBef>
                <a:spcPts val="88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ASYNCHRONOUS JAVASCRIPT: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9050" rtl="0" algn="l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PROMISES, ASYNC/AWAIT AND AJAX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t/>
            </a:r>
            <a:endParaRPr sz="385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LECTURE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7780" marR="624840" rtl="0" algn="l">
              <a:lnSpc>
                <a:spcPct val="103529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5100">
                <a:solidFill>
                  <a:srgbClr val="FAFBFB"/>
                </a:solidFill>
                <a:latin typeface="Calibri"/>
                <a:ea typeface="Calibri"/>
                <a:cs typeface="Calibri"/>
                <a:sym typeface="Calibri"/>
              </a:rPr>
              <a:t>HOW THE WEB WORKS: REQUESTS AND RESPONSES</a:t>
            </a:r>
            <a:endParaRPr sz="5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6" name="Google Shape;32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19351" y="9716310"/>
            <a:ext cx="1159328" cy="1159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4079" y="3896837"/>
            <a:ext cx="6558797" cy="3347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1"/>
          <p:cNvSpPr txBox="1"/>
          <p:nvPr>
            <p:ph type="title"/>
          </p:nvPr>
        </p:nvSpPr>
        <p:spPr>
          <a:xfrm>
            <a:off x="603309" y="259543"/>
            <a:ext cx="192785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HAPPENS WHEN WE ACCESS A WEB SERVER</a:t>
            </a: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3121181" y="4933983"/>
            <a:ext cx="2630170" cy="2630170"/>
          </a:xfrm>
          <a:custGeom>
            <a:rect b="b" l="l" r="r" t="t"/>
            <a:pathLst>
              <a:path extrusionOk="0" h="2630170" w="2630170">
                <a:moveTo>
                  <a:pt x="1337338" y="0"/>
                </a:moveTo>
                <a:lnTo>
                  <a:pt x="1292465" y="0"/>
                </a:lnTo>
                <a:lnTo>
                  <a:pt x="1247613" y="1521"/>
                </a:lnTo>
                <a:lnTo>
                  <a:pt x="1202824" y="4565"/>
                </a:lnTo>
                <a:lnTo>
                  <a:pt x="1158140" y="9130"/>
                </a:lnTo>
                <a:lnTo>
                  <a:pt x="1113603" y="15217"/>
                </a:lnTo>
                <a:lnTo>
                  <a:pt x="1069255" y="22825"/>
                </a:lnTo>
                <a:lnTo>
                  <a:pt x="1025138" y="31955"/>
                </a:lnTo>
                <a:lnTo>
                  <a:pt x="981294" y="42607"/>
                </a:lnTo>
                <a:lnTo>
                  <a:pt x="937766" y="54781"/>
                </a:lnTo>
                <a:lnTo>
                  <a:pt x="894595" y="68476"/>
                </a:lnTo>
                <a:lnTo>
                  <a:pt x="851823" y="83693"/>
                </a:lnTo>
                <a:lnTo>
                  <a:pt x="809492" y="100432"/>
                </a:lnTo>
                <a:lnTo>
                  <a:pt x="767644" y="118693"/>
                </a:lnTo>
                <a:lnTo>
                  <a:pt x="726322" y="138475"/>
                </a:lnTo>
                <a:lnTo>
                  <a:pt x="685567" y="159779"/>
                </a:lnTo>
                <a:lnTo>
                  <a:pt x="645421" y="182604"/>
                </a:lnTo>
                <a:lnTo>
                  <a:pt x="605926" y="206952"/>
                </a:lnTo>
                <a:lnTo>
                  <a:pt x="567125" y="232821"/>
                </a:lnTo>
                <a:lnTo>
                  <a:pt x="529060" y="260211"/>
                </a:lnTo>
                <a:lnTo>
                  <a:pt x="491771" y="289124"/>
                </a:lnTo>
                <a:lnTo>
                  <a:pt x="455302" y="319558"/>
                </a:lnTo>
                <a:lnTo>
                  <a:pt x="419695" y="351514"/>
                </a:lnTo>
                <a:lnTo>
                  <a:pt x="384990" y="384991"/>
                </a:lnTo>
                <a:lnTo>
                  <a:pt x="351513" y="419695"/>
                </a:lnTo>
                <a:lnTo>
                  <a:pt x="319557" y="455303"/>
                </a:lnTo>
                <a:lnTo>
                  <a:pt x="289123" y="491772"/>
                </a:lnTo>
                <a:lnTo>
                  <a:pt x="260211" y="529060"/>
                </a:lnTo>
                <a:lnTo>
                  <a:pt x="232820" y="567126"/>
                </a:lnTo>
                <a:lnTo>
                  <a:pt x="206951" y="605927"/>
                </a:lnTo>
                <a:lnTo>
                  <a:pt x="182604" y="645421"/>
                </a:lnTo>
                <a:lnTo>
                  <a:pt x="159778" y="685567"/>
                </a:lnTo>
                <a:lnTo>
                  <a:pt x="138475" y="726322"/>
                </a:lnTo>
                <a:lnTo>
                  <a:pt x="118692" y="767644"/>
                </a:lnTo>
                <a:lnTo>
                  <a:pt x="100432" y="809492"/>
                </a:lnTo>
                <a:lnTo>
                  <a:pt x="83693" y="851823"/>
                </a:lnTo>
                <a:lnTo>
                  <a:pt x="68476" y="894595"/>
                </a:lnTo>
                <a:lnTo>
                  <a:pt x="54781" y="937766"/>
                </a:lnTo>
                <a:lnTo>
                  <a:pt x="42607" y="981295"/>
                </a:lnTo>
                <a:lnTo>
                  <a:pt x="31955" y="1025138"/>
                </a:lnTo>
                <a:lnTo>
                  <a:pt x="22825" y="1069255"/>
                </a:lnTo>
                <a:lnTo>
                  <a:pt x="15217" y="1113603"/>
                </a:lnTo>
                <a:lnTo>
                  <a:pt x="9130" y="1158140"/>
                </a:lnTo>
                <a:lnTo>
                  <a:pt x="4565" y="1202824"/>
                </a:lnTo>
                <a:lnTo>
                  <a:pt x="1521" y="1247613"/>
                </a:lnTo>
                <a:lnTo>
                  <a:pt x="0" y="1292465"/>
                </a:lnTo>
                <a:lnTo>
                  <a:pt x="0" y="1337338"/>
                </a:lnTo>
                <a:lnTo>
                  <a:pt x="1521" y="1382190"/>
                </a:lnTo>
                <a:lnTo>
                  <a:pt x="4565" y="1426979"/>
                </a:lnTo>
                <a:lnTo>
                  <a:pt x="9130" y="1471663"/>
                </a:lnTo>
                <a:lnTo>
                  <a:pt x="15217" y="1516200"/>
                </a:lnTo>
                <a:lnTo>
                  <a:pt x="22825" y="1560548"/>
                </a:lnTo>
                <a:lnTo>
                  <a:pt x="31955" y="1604665"/>
                </a:lnTo>
                <a:lnTo>
                  <a:pt x="42607" y="1648508"/>
                </a:lnTo>
                <a:lnTo>
                  <a:pt x="54781" y="1692037"/>
                </a:lnTo>
                <a:lnTo>
                  <a:pt x="68476" y="1735208"/>
                </a:lnTo>
                <a:lnTo>
                  <a:pt x="83693" y="1777980"/>
                </a:lnTo>
                <a:lnTo>
                  <a:pt x="100432" y="1820311"/>
                </a:lnTo>
                <a:lnTo>
                  <a:pt x="118692" y="1862158"/>
                </a:lnTo>
                <a:lnTo>
                  <a:pt x="138475" y="1903481"/>
                </a:lnTo>
                <a:lnTo>
                  <a:pt x="159778" y="1944236"/>
                </a:lnTo>
                <a:lnTo>
                  <a:pt x="182604" y="1984382"/>
                </a:lnTo>
                <a:lnTo>
                  <a:pt x="206951" y="2023876"/>
                </a:lnTo>
                <a:lnTo>
                  <a:pt x="232820" y="2062677"/>
                </a:lnTo>
                <a:lnTo>
                  <a:pt x="260211" y="2100743"/>
                </a:lnTo>
                <a:lnTo>
                  <a:pt x="289123" y="2138031"/>
                </a:lnTo>
                <a:lnTo>
                  <a:pt x="319557" y="2174500"/>
                </a:lnTo>
                <a:lnTo>
                  <a:pt x="351513" y="2210108"/>
                </a:lnTo>
                <a:lnTo>
                  <a:pt x="384990" y="2244812"/>
                </a:lnTo>
                <a:lnTo>
                  <a:pt x="419695" y="2278290"/>
                </a:lnTo>
                <a:lnTo>
                  <a:pt x="455302" y="2310245"/>
                </a:lnTo>
                <a:lnTo>
                  <a:pt x="491771" y="2340679"/>
                </a:lnTo>
                <a:lnTo>
                  <a:pt x="529060" y="2369592"/>
                </a:lnTo>
                <a:lnTo>
                  <a:pt x="567125" y="2396982"/>
                </a:lnTo>
                <a:lnTo>
                  <a:pt x="605926" y="2422851"/>
                </a:lnTo>
                <a:lnTo>
                  <a:pt x="645421" y="2447199"/>
                </a:lnTo>
                <a:lnTo>
                  <a:pt x="685567" y="2470024"/>
                </a:lnTo>
                <a:lnTo>
                  <a:pt x="726322" y="2491328"/>
                </a:lnTo>
                <a:lnTo>
                  <a:pt x="767644" y="2511110"/>
                </a:lnTo>
                <a:lnTo>
                  <a:pt x="809492" y="2529371"/>
                </a:lnTo>
                <a:lnTo>
                  <a:pt x="851823" y="2546109"/>
                </a:lnTo>
                <a:lnTo>
                  <a:pt x="894595" y="2561326"/>
                </a:lnTo>
                <a:lnTo>
                  <a:pt x="937766" y="2575022"/>
                </a:lnTo>
                <a:lnTo>
                  <a:pt x="981294" y="2587195"/>
                </a:lnTo>
                <a:lnTo>
                  <a:pt x="1025138" y="2597847"/>
                </a:lnTo>
                <a:lnTo>
                  <a:pt x="1069255" y="2606978"/>
                </a:lnTo>
                <a:lnTo>
                  <a:pt x="1113603" y="2614586"/>
                </a:lnTo>
                <a:lnTo>
                  <a:pt x="1158140" y="2620673"/>
                </a:lnTo>
                <a:lnTo>
                  <a:pt x="1202824" y="2625238"/>
                </a:lnTo>
                <a:lnTo>
                  <a:pt x="1247613" y="2628281"/>
                </a:lnTo>
                <a:lnTo>
                  <a:pt x="1292465" y="2629803"/>
                </a:lnTo>
                <a:lnTo>
                  <a:pt x="1337338" y="2629803"/>
                </a:lnTo>
                <a:lnTo>
                  <a:pt x="1382190" y="2628281"/>
                </a:lnTo>
                <a:lnTo>
                  <a:pt x="1426979" y="2625238"/>
                </a:lnTo>
                <a:lnTo>
                  <a:pt x="1471663" y="2620673"/>
                </a:lnTo>
                <a:lnTo>
                  <a:pt x="1516200" y="2614586"/>
                </a:lnTo>
                <a:lnTo>
                  <a:pt x="1560548" y="2606978"/>
                </a:lnTo>
                <a:lnTo>
                  <a:pt x="1604664" y="2597847"/>
                </a:lnTo>
                <a:lnTo>
                  <a:pt x="1648508" y="2587195"/>
                </a:lnTo>
                <a:lnTo>
                  <a:pt x="1692036" y="2575022"/>
                </a:lnTo>
                <a:lnTo>
                  <a:pt x="1735208" y="2561326"/>
                </a:lnTo>
                <a:lnTo>
                  <a:pt x="1777980" y="2546109"/>
                </a:lnTo>
                <a:lnTo>
                  <a:pt x="1820311" y="2529371"/>
                </a:lnTo>
                <a:lnTo>
                  <a:pt x="1862158" y="2511110"/>
                </a:lnTo>
                <a:lnTo>
                  <a:pt x="1903480" y="2491328"/>
                </a:lnTo>
                <a:lnTo>
                  <a:pt x="1944236" y="2470024"/>
                </a:lnTo>
                <a:lnTo>
                  <a:pt x="1984381" y="2447199"/>
                </a:lnTo>
                <a:lnTo>
                  <a:pt x="2023876" y="2422851"/>
                </a:lnTo>
                <a:lnTo>
                  <a:pt x="2062677" y="2396982"/>
                </a:lnTo>
                <a:lnTo>
                  <a:pt x="2100743" y="2369592"/>
                </a:lnTo>
                <a:lnTo>
                  <a:pt x="2138031" y="2340679"/>
                </a:lnTo>
                <a:lnTo>
                  <a:pt x="2174500" y="2310245"/>
                </a:lnTo>
                <a:lnTo>
                  <a:pt x="2210107" y="2278290"/>
                </a:lnTo>
                <a:lnTo>
                  <a:pt x="2244811" y="2244812"/>
                </a:lnTo>
                <a:lnTo>
                  <a:pt x="2278289" y="2210108"/>
                </a:lnTo>
                <a:lnTo>
                  <a:pt x="2310245" y="2174500"/>
                </a:lnTo>
                <a:lnTo>
                  <a:pt x="2340679" y="2138031"/>
                </a:lnTo>
                <a:lnTo>
                  <a:pt x="2369591" y="2100743"/>
                </a:lnTo>
                <a:lnTo>
                  <a:pt x="2396982" y="2062677"/>
                </a:lnTo>
                <a:lnTo>
                  <a:pt x="2422851" y="2023876"/>
                </a:lnTo>
                <a:lnTo>
                  <a:pt x="2447198" y="1984382"/>
                </a:lnTo>
                <a:lnTo>
                  <a:pt x="2470024" y="1944236"/>
                </a:lnTo>
                <a:lnTo>
                  <a:pt x="2491328" y="1903481"/>
                </a:lnTo>
                <a:lnTo>
                  <a:pt x="2511110" y="1862158"/>
                </a:lnTo>
                <a:lnTo>
                  <a:pt x="2529370" y="1820311"/>
                </a:lnTo>
                <a:lnTo>
                  <a:pt x="2546109" y="1777980"/>
                </a:lnTo>
                <a:lnTo>
                  <a:pt x="2561326" y="1735208"/>
                </a:lnTo>
                <a:lnTo>
                  <a:pt x="2575022" y="1692037"/>
                </a:lnTo>
                <a:lnTo>
                  <a:pt x="2587195" y="1648508"/>
                </a:lnTo>
                <a:lnTo>
                  <a:pt x="2597847" y="1604665"/>
                </a:lnTo>
                <a:lnTo>
                  <a:pt x="2606978" y="1560548"/>
                </a:lnTo>
                <a:lnTo>
                  <a:pt x="2614586" y="1516200"/>
                </a:lnTo>
                <a:lnTo>
                  <a:pt x="2620673" y="1471663"/>
                </a:lnTo>
                <a:lnTo>
                  <a:pt x="2625238" y="1426979"/>
                </a:lnTo>
                <a:lnTo>
                  <a:pt x="2628281" y="1382190"/>
                </a:lnTo>
                <a:lnTo>
                  <a:pt x="2629803" y="1337338"/>
                </a:lnTo>
                <a:lnTo>
                  <a:pt x="2629803" y="1292465"/>
                </a:lnTo>
                <a:lnTo>
                  <a:pt x="2628281" y="1247613"/>
                </a:lnTo>
                <a:lnTo>
                  <a:pt x="2625238" y="1202824"/>
                </a:lnTo>
                <a:lnTo>
                  <a:pt x="2620673" y="1158140"/>
                </a:lnTo>
                <a:lnTo>
                  <a:pt x="2614586" y="1113603"/>
                </a:lnTo>
                <a:lnTo>
                  <a:pt x="2606978" y="1069255"/>
                </a:lnTo>
                <a:lnTo>
                  <a:pt x="2597847" y="1025138"/>
                </a:lnTo>
                <a:lnTo>
                  <a:pt x="2587195" y="981295"/>
                </a:lnTo>
                <a:lnTo>
                  <a:pt x="2575022" y="937766"/>
                </a:lnTo>
                <a:lnTo>
                  <a:pt x="2561326" y="894595"/>
                </a:lnTo>
                <a:lnTo>
                  <a:pt x="2546109" y="851823"/>
                </a:lnTo>
                <a:lnTo>
                  <a:pt x="2529370" y="809492"/>
                </a:lnTo>
                <a:lnTo>
                  <a:pt x="2511110" y="767644"/>
                </a:lnTo>
                <a:lnTo>
                  <a:pt x="2491328" y="726322"/>
                </a:lnTo>
                <a:lnTo>
                  <a:pt x="2470024" y="685567"/>
                </a:lnTo>
                <a:lnTo>
                  <a:pt x="2447198" y="645421"/>
                </a:lnTo>
                <a:lnTo>
                  <a:pt x="2422851" y="605927"/>
                </a:lnTo>
                <a:lnTo>
                  <a:pt x="2396982" y="567126"/>
                </a:lnTo>
                <a:lnTo>
                  <a:pt x="2369591" y="529060"/>
                </a:lnTo>
                <a:lnTo>
                  <a:pt x="2340679" y="491772"/>
                </a:lnTo>
                <a:lnTo>
                  <a:pt x="2310245" y="455303"/>
                </a:lnTo>
                <a:lnTo>
                  <a:pt x="2278289" y="419695"/>
                </a:lnTo>
                <a:lnTo>
                  <a:pt x="2244811" y="384991"/>
                </a:lnTo>
                <a:lnTo>
                  <a:pt x="2210107" y="351514"/>
                </a:lnTo>
                <a:lnTo>
                  <a:pt x="2174500" y="319558"/>
                </a:lnTo>
                <a:lnTo>
                  <a:pt x="2138031" y="289124"/>
                </a:lnTo>
                <a:lnTo>
                  <a:pt x="2100743" y="260211"/>
                </a:lnTo>
                <a:lnTo>
                  <a:pt x="2062677" y="232821"/>
                </a:lnTo>
                <a:lnTo>
                  <a:pt x="2023876" y="206952"/>
                </a:lnTo>
                <a:lnTo>
                  <a:pt x="1984381" y="182604"/>
                </a:lnTo>
                <a:lnTo>
                  <a:pt x="1944236" y="159779"/>
                </a:lnTo>
                <a:lnTo>
                  <a:pt x="1903480" y="138475"/>
                </a:lnTo>
                <a:lnTo>
                  <a:pt x="1862158" y="118693"/>
                </a:lnTo>
                <a:lnTo>
                  <a:pt x="1820311" y="100432"/>
                </a:lnTo>
                <a:lnTo>
                  <a:pt x="1777980" y="83693"/>
                </a:lnTo>
                <a:lnTo>
                  <a:pt x="1735208" y="68476"/>
                </a:lnTo>
                <a:lnTo>
                  <a:pt x="1692036" y="54781"/>
                </a:lnTo>
                <a:lnTo>
                  <a:pt x="1648508" y="42607"/>
                </a:lnTo>
                <a:lnTo>
                  <a:pt x="1604664" y="31955"/>
                </a:lnTo>
                <a:lnTo>
                  <a:pt x="1560548" y="22825"/>
                </a:lnTo>
                <a:lnTo>
                  <a:pt x="1516200" y="15217"/>
                </a:lnTo>
                <a:lnTo>
                  <a:pt x="1471663" y="9130"/>
                </a:lnTo>
                <a:lnTo>
                  <a:pt x="1426979" y="4565"/>
                </a:lnTo>
                <a:lnTo>
                  <a:pt x="1382190" y="1521"/>
                </a:lnTo>
                <a:lnTo>
                  <a:pt x="1337338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4" name="Google Shape;334;p11"/>
          <p:cNvSpPr txBox="1"/>
          <p:nvPr/>
        </p:nvSpPr>
        <p:spPr>
          <a:xfrm>
            <a:off x="3510101" y="5169544"/>
            <a:ext cx="1852295" cy="986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23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(e.g. browser)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5" name="Google Shape;33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9588" y="6363799"/>
            <a:ext cx="732961" cy="732961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1"/>
          <p:cNvSpPr/>
          <p:nvPr/>
        </p:nvSpPr>
        <p:spPr>
          <a:xfrm>
            <a:off x="14353114" y="4933983"/>
            <a:ext cx="2630170" cy="2630170"/>
          </a:xfrm>
          <a:custGeom>
            <a:rect b="b" l="l" r="r" t="t"/>
            <a:pathLst>
              <a:path extrusionOk="0" h="2630170" w="2630169">
                <a:moveTo>
                  <a:pt x="1337337" y="0"/>
                </a:moveTo>
                <a:lnTo>
                  <a:pt x="1292464" y="0"/>
                </a:lnTo>
                <a:lnTo>
                  <a:pt x="1247612" y="1521"/>
                </a:lnTo>
                <a:lnTo>
                  <a:pt x="1202823" y="4565"/>
                </a:lnTo>
                <a:lnTo>
                  <a:pt x="1158139" y="9130"/>
                </a:lnTo>
                <a:lnTo>
                  <a:pt x="1113602" y="15217"/>
                </a:lnTo>
                <a:lnTo>
                  <a:pt x="1069254" y="22825"/>
                </a:lnTo>
                <a:lnTo>
                  <a:pt x="1025138" y="31955"/>
                </a:lnTo>
                <a:lnTo>
                  <a:pt x="981294" y="42607"/>
                </a:lnTo>
                <a:lnTo>
                  <a:pt x="937766" y="54781"/>
                </a:lnTo>
                <a:lnTo>
                  <a:pt x="894595" y="68476"/>
                </a:lnTo>
                <a:lnTo>
                  <a:pt x="851823" y="83693"/>
                </a:lnTo>
                <a:lnTo>
                  <a:pt x="809492" y="100432"/>
                </a:lnTo>
                <a:lnTo>
                  <a:pt x="767644" y="118693"/>
                </a:lnTo>
                <a:lnTo>
                  <a:pt x="726322" y="138475"/>
                </a:lnTo>
                <a:lnTo>
                  <a:pt x="685567" y="159779"/>
                </a:lnTo>
                <a:lnTo>
                  <a:pt x="645421" y="182604"/>
                </a:lnTo>
                <a:lnTo>
                  <a:pt x="605927" y="206952"/>
                </a:lnTo>
                <a:lnTo>
                  <a:pt x="567126" y="232821"/>
                </a:lnTo>
                <a:lnTo>
                  <a:pt x="529060" y="260211"/>
                </a:lnTo>
                <a:lnTo>
                  <a:pt x="491772" y="289124"/>
                </a:lnTo>
                <a:lnTo>
                  <a:pt x="455303" y="319558"/>
                </a:lnTo>
                <a:lnTo>
                  <a:pt x="419695" y="351514"/>
                </a:lnTo>
                <a:lnTo>
                  <a:pt x="384991" y="384991"/>
                </a:lnTo>
                <a:lnTo>
                  <a:pt x="351514" y="419695"/>
                </a:lnTo>
                <a:lnTo>
                  <a:pt x="319558" y="455303"/>
                </a:lnTo>
                <a:lnTo>
                  <a:pt x="289124" y="491772"/>
                </a:lnTo>
                <a:lnTo>
                  <a:pt x="260211" y="529060"/>
                </a:lnTo>
                <a:lnTo>
                  <a:pt x="232821" y="567126"/>
                </a:lnTo>
                <a:lnTo>
                  <a:pt x="206952" y="605927"/>
                </a:lnTo>
                <a:lnTo>
                  <a:pt x="182604" y="645421"/>
                </a:lnTo>
                <a:lnTo>
                  <a:pt x="159779" y="685567"/>
                </a:lnTo>
                <a:lnTo>
                  <a:pt x="138475" y="726322"/>
                </a:lnTo>
                <a:lnTo>
                  <a:pt x="118693" y="767644"/>
                </a:lnTo>
                <a:lnTo>
                  <a:pt x="100432" y="809492"/>
                </a:lnTo>
                <a:lnTo>
                  <a:pt x="83693" y="851823"/>
                </a:lnTo>
                <a:lnTo>
                  <a:pt x="68476" y="894595"/>
                </a:lnTo>
                <a:lnTo>
                  <a:pt x="54781" y="937766"/>
                </a:lnTo>
                <a:lnTo>
                  <a:pt x="42607" y="981295"/>
                </a:lnTo>
                <a:lnTo>
                  <a:pt x="31955" y="1025138"/>
                </a:lnTo>
                <a:lnTo>
                  <a:pt x="22825" y="1069255"/>
                </a:lnTo>
                <a:lnTo>
                  <a:pt x="15217" y="1113603"/>
                </a:lnTo>
                <a:lnTo>
                  <a:pt x="9130" y="1158140"/>
                </a:lnTo>
                <a:lnTo>
                  <a:pt x="4565" y="1202824"/>
                </a:lnTo>
                <a:lnTo>
                  <a:pt x="1521" y="1247613"/>
                </a:lnTo>
                <a:lnTo>
                  <a:pt x="0" y="1292465"/>
                </a:lnTo>
                <a:lnTo>
                  <a:pt x="0" y="1337338"/>
                </a:lnTo>
                <a:lnTo>
                  <a:pt x="1521" y="1382190"/>
                </a:lnTo>
                <a:lnTo>
                  <a:pt x="4565" y="1426979"/>
                </a:lnTo>
                <a:lnTo>
                  <a:pt x="9130" y="1471663"/>
                </a:lnTo>
                <a:lnTo>
                  <a:pt x="15217" y="1516200"/>
                </a:lnTo>
                <a:lnTo>
                  <a:pt x="22825" y="1560548"/>
                </a:lnTo>
                <a:lnTo>
                  <a:pt x="31955" y="1604665"/>
                </a:lnTo>
                <a:lnTo>
                  <a:pt x="42607" y="1648508"/>
                </a:lnTo>
                <a:lnTo>
                  <a:pt x="54781" y="1692037"/>
                </a:lnTo>
                <a:lnTo>
                  <a:pt x="68476" y="1735208"/>
                </a:lnTo>
                <a:lnTo>
                  <a:pt x="83693" y="1777980"/>
                </a:lnTo>
                <a:lnTo>
                  <a:pt x="100432" y="1820311"/>
                </a:lnTo>
                <a:lnTo>
                  <a:pt x="118693" y="1862158"/>
                </a:lnTo>
                <a:lnTo>
                  <a:pt x="138475" y="1903481"/>
                </a:lnTo>
                <a:lnTo>
                  <a:pt x="159779" y="1944236"/>
                </a:lnTo>
                <a:lnTo>
                  <a:pt x="182604" y="1984382"/>
                </a:lnTo>
                <a:lnTo>
                  <a:pt x="206952" y="2023876"/>
                </a:lnTo>
                <a:lnTo>
                  <a:pt x="232821" y="2062677"/>
                </a:lnTo>
                <a:lnTo>
                  <a:pt x="260211" y="2100743"/>
                </a:lnTo>
                <a:lnTo>
                  <a:pt x="289124" y="2138031"/>
                </a:lnTo>
                <a:lnTo>
                  <a:pt x="319558" y="2174500"/>
                </a:lnTo>
                <a:lnTo>
                  <a:pt x="351514" y="2210108"/>
                </a:lnTo>
                <a:lnTo>
                  <a:pt x="384991" y="2244812"/>
                </a:lnTo>
                <a:lnTo>
                  <a:pt x="419695" y="2278290"/>
                </a:lnTo>
                <a:lnTo>
                  <a:pt x="455303" y="2310245"/>
                </a:lnTo>
                <a:lnTo>
                  <a:pt x="491772" y="2340679"/>
                </a:lnTo>
                <a:lnTo>
                  <a:pt x="529060" y="2369592"/>
                </a:lnTo>
                <a:lnTo>
                  <a:pt x="567126" y="2396982"/>
                </a:lnTo>
                <a:lnTo>
                  <a:pt x="605927" y="2422851"/>
                </a:lnTo>
                <a:lnTo>
                  <a:pt x="645421" y="2447199"/>
                </a:lnTo>
                <a:lnTo>
                  <a:pt x="685567" y="2470024"/>
                </a:lnTo>
                <a:lnTo>
                  <a:pt x="726322" y="2491328"/>
                </a:lnTo>
                <a:lnTo>
                  <a:pt x="767644" y="2511110"/>
                </a:lnTo>
                <a:lnTo>
                  <a:pt x="809492" y="2529371"/>
                </a:lnTo>
                <a:lnTo>
                  <a:pt x="851823" y="2546109"/>
                </a:lnTo>
                <a:lnTo>
                  <a:pt x="894595" y="2561326"/>
                </a:lnTo>
                <a:lnTo>
                  <a:pt x="937766" y="2575022"/>
                </a:lnTo>
                <a:lnTo>
                  <a:pt x="981294" y="2587195"/>
                </a:lnTo>
                <a:lnTo>
                  <a:pt x="1025138" y="2597847"/>
                </a:lnTo>
                <a:lnTo>
                  <a:pt x="1069254" y="2606978"/>
                </a:lnTo>
                <a:lnTo>
                  <a:pt x="1113602" y="2614586"/>
                </a:lnTo>
                <a:lnTo>
                  <a:pt x="1158139" y="2620673"/>
                </a:lnTo>
                <a:lnTo>
                  <a:pt x="1202823" y="2625238"/>
                </a:lnTo>
                <a:lnTo>
                  <a:pt x="1247612" y="2628281"/>
                </a:lnTo>
                <a:lnTo>
                  <a:pt x="1292464" y="2629803"/>
                </a:lnTo>
                <a:lnTo>
                  <a:pt x="1337337" y="2629803"/>
                </a:lnTo>
                <a:lnTo>
                  <a:pt x="1382189" y="2628281"/>
                </a:lnTo>
                <a:lnTo>
                  <a:pt x="1426978" y="2625238"/>
                </a:lnTo>
                <a:lnTo>
                  <a:pt x="1471661" y="2620673"/>
                </a:lnTo>
                <a:lnTo>
                  <a:pt x="1516198" y="2614586"/>
                </a:lnTo>
                <a:lnTo>
                  <a:pt x="1560546" y="2606978"/>
                </a:lnTo>
                <a:lnTo>
                  <a:pt x="1604663" y="2597847"/>
                </a:lnTo>
                <a:lnTo>
                  <a:pt x="1648506" y="2587195"/>
                </a:lnTo>
                <a:lnTo>
                  <a:pt x="1692034" y="2575022"/>
                </a:lnTo>
                <a:lnTo>
                  <a:pt x="1735206" y="2561326"/>
                </a:lnTo>
                <a:lnTo>
                  <a:pt x="1777977" y="2546109"/>
                </a:lnTo>
                <a:lnTo>
                  <a:pt x="1820308" y="2529371"/>
                </a:lnTo>
                <a:lnTo>
                  <a:pt x="1862156" y="2511110"/>
                </a:lnTo>
                <a:lnTo>
                  <a:pt x="1903478" y="2491328"/>
                </a:lnTo>
                <a:lnTo>
                  <a:pt x="1944233" y="2470024"/>
                </a:lnTo>
                <a:lnTo>
                  <a:pt x="1984379" y="2447199"/>
                </a:lnTo>
                <a:lnTo>
                  <a:pt x="2023873" y="2422851"/>
                </a:lnTo>
                <a:lnTo>
                  <a:pt x="2062674" y="2396982"/>
                </a:lnTo>
                <a:lnTo>
                  <a:pt x="2100740" y="2369592"/>
                </a:lnTo>
                <a:lnTo>
                  <a:pt x="2138028" y="2340679"/>
                </a:lnTo>
                <a:lnTo>
                  <a:pt x="2174497" y="2310245"/>
                </a:lnTo>
                <a:lnTo>
                  <a:pt x="2210105" y="2278290"/>
                </a:lnTo>
                <a:lnTo>
                  <a:pt x="2244809" y="2244812"/>
                </a:lnTo>
                <a:lnTo>
                  <a:pt x="2278287" y="2210108"/>
                </a:lnTo>
                <a:lnTo>
                  <a:pt x="2310242" y="2174500"/>
                </a:lnTo>
                <a:lnTo>
                  <a:pt x="2340677" y="2138031"/>
                </a:lnTo>
                <a:lnTo>
                  <a:pt x="2369589" y="2100743"/>
                </a:lnTo>
                <a:lnTo>
                  <a:pt x="2396980" y="2062677"/>
                </a:lnTo>
                <a:lnTo>
                  <a:pt x="2422849" y="2023876"/>
                </a:lnTo>
                <a:lnTo>
                  <a:pt x="2447196" y="1984382"/>
                </a:lnTo>
                <a:lnTo>
                  <a:pt x="2470022" y="1944236"/>
                </a:lnTo>
                <a:lnTo>
                  <a:pt x="2491325" y="1903481"/>
                </a:lnTo>
                <a:lnTo>
                  <a:pt x="2511108" y="1862158"/>
                </a:lnTo>
                <a:lnTo>
                  <a:pt x="2529368" y="1820311"/>
                </a:lnTo>
                <a:lnTo>
                  <a:pt x="2546107" y="1777980"/>
                </a:lnTo>
                <a:lnTo>
                  <a:pt x="2561324" y="1735208"/>
                </a:lnTo>
                <a:lnTo>
                  <a:pt x="2575019" y="1692037"/>
                </a:lnTo>
                <a:lnTo>
                  <a:pt x="2587193" y="1648508"/>
                </a:lnTo>
                <a:lnTo>
                  <a:pt x="2597845" y="1604665"/>
                </a:lnTo>
                <a:lnTo>
                  <a:pt x="2606975" y="1560548"/>
                </a:lnTo>
                <a:lnTo>
                  <a:pt x="2614584" y="1516200"/>
                </a:lnTo>
                <a:lnTo>
                  <a:pt x="2620671" y="1471663"/>
                </a:lnTo>
                <a:lnTo>
                  <a:pt x="2625236" y="1426979"/>
                </a:lnTo>
                <a:lnTo>
                  <a:pt x="2628279" y="1382190"/>
                </a:lnTo>
                <a:lnTo>
                  <a:pt x="2629801" y="1337338"/>
                </a:lnTo>
                <a:lnTo>
                  <a:pt x="2629801" y="1292465"/>
                </a:lnTo>
                <a:lnTo>
                  <a:pt x="2628279" y="1247613"/>
                </a:lnTo>
                <a:lnTo>
                  <a:pt x="2625236" y="1202824"/>
                </a:lnTo>
                <a:lnTo>
                  <a:pt x="2620671" y="1158140"/>
                </a:lnTo>
                <a:lnTo>
                  <a:pt x="2614584" y="1113603"/>
                </a:lnTo>
                <a:lnTo>
                  <a:pt x="2606975" y="1069255"/>
                </a:lnTo>
                <a:lnTo>
                  <a:pt x="2597845" y="1025138"/>
                </a:lnTo>
                <a:lnTo>
                  <a:pt x="2587193" y="981295"/>
                </a:lnTo>
                <a:lnTo>
                  <a:pt x="2575019" y="937766"/>
                </a:lnTo>
                <a:lnTo>
                  <a:pt x="2561324" y="894595"/>
                </a:lnTo>
                <a:lnTo>
                  <a:pt x="2546107" y="851823"/>
                </a:lnTo>
                <a:lnTo>
                  <a:pt x="2529368" y="809492"/>
                </a:lnTo>
                <a:lnTo>
                  <a:pt x="2511108" y="767644"/>
                </a:lnTo>
                <a:lnTo>
                  <a:pt x="2491325" y="726322"/>
                </a:lnTo>
                <a:lnTo>
                  <a:pt x="2470022" y="685567"/>
                </a:lnTo>
                <a:lnTo>
                  <a:pt x="2447196" y="645421"/>
                </a:lnTo>
                <a:lnTo>
                  <a:pt x="2422849" y="605927"/>
                </a:lnTo>
                <a:lnTo>
                  <a:pt x="2396980" y="567126"/>
                </a:lnTo>
                <a:lnTo>
                  <a:pt x="2369589" y="529060"/>
                </a:lnTo>
                <a:lnTo>
                  <a:pt x="2340677" y="491772"/>
                </a:lnTo>
                <a:lnTo>
                  <a:pt x="2310242" y="455303"/>
                </a:lnTo>
                <a:lnTo>
                  <a:pt x="2278287" y="419695"/>
                </a:lnTo>
                <a:lnTo>
                  <a:pt x="2244809" y="384991"/>
                </a:lnTo>
                <a:lnTo>
                  <a:pt x="2210105" y="351514"/>
                </a:lnTo>
                <a:lnTo>
                  <a:pt x="2174497" y="319558"/>
                </a:lnTo>
                <a:lnTo>
                  <a:pt x="2138028" y="289124"/>
                </a:lnTo>
                <a:lnTo>
                  <a:pt x="2100740" y="260211"/>
                </a:lnTo>
                <a:lnTo>
                  <a:pt x="2062674" y="232821"/>
                </a:lnTo>
                <a:lnTo>
                  <a:pt x="2023873" y="206952"/>
                </a:lnTo>
                <a:lnTo>
                  <a:pt x="1984379" y="182604"/>
                </a:lnTo>
                <a:lnTo>
                  <a:pt x="1944233" y="159779"/>
                </a:lnTo>
                <a:lnTo>
                  <a:pt x="1903478" y="138475"/>
                </a:lnTo>
                <a:lnTo>
                  <a:pt x="1862156" y="118693"/>
                </a:lnTo>
                <a:lnTo>
                  <a:pt x="1820308" y="100432"/>
                </a:lnTo>
                <a:lnTo>
                  <a:pt x="1777977" y="83693"/>
                </a:lnTo>
                <a:lnTo>
                  <a:pt x="1735206" y="68476"/>
                </a:lnTo>
                <a:lnTo>
                  <a:pt x="1692034" y="54781"/>
                </a:lnTo>
                <a:lnTo>
                  <a:pt x="1648506" y="42607"/>
                </a:lnTo>
                <a:lnTo>
                  <a:pt x="1604663" y="31955"/>
                </a:lnTo>
                <a:lnTo>
                  <a:pt x="1560546" y="22825"/>
                </a:lnTo>
                <a:lnTo>
                  <a:pt x="1516198" y="15217"/>
                </a:lnTo>
                <a:lnTo>
                  <a:pt x="1471661" y="9130"/>
                </a:lnTo>
                <a:lnTo>
                  <a:pt x="1426978" y="4565"/>
                </a:lnTo>
                <a:lnTo>
                  <a:pt x="1382189" y="1521"/>
                </a:lnTo>
                <a:lnTo>
                  <a:pt x="1337337" y="0"/>
                </a:lnTo>
                <a:close/>
              </a:path>
            </a:pathLst>
          </a:cu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7" name="Google Shape;337;p11"/>
          <p:cNvSpPr txBox="1"/>
          <p:nvPr/>
        </p:nvSpPr>
        <p:spPr>
          <a:xfrm>
            <a:off x="14991261" y="5193286"/>
            <a:ext cx="1353820" cy="968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289560" lvl="0" marL="12700" marR="5080" rtl="0" algn="l">
              <a:lnSpc>
                <a:spcPct val="110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SERVER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301523" y="6394838"/>
            <a:ext cx="732961" cy="732961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1"/>
          <p:cNvSpPr/>
          <p:nvPr/>
        </p:nvSpPr>
        <p:spPr>
          <a:xfrm>
            <a:off x="6386381" y="5506238"/>
            <a:ext cx="7331709" cy="335915"/>
          </a:xfrm>
          <a:custGeom>
            <a:rect b="b" l="l" r="r" t="t"/>
            <a:pathLst>
              <a:path extrusionOk="0" h="335914" w="7331709">
                <a:moveTo>
                  <a:pt x="7150724" y="0"/>
                </a:moveTo>
                <a:lnTo>
                  <a:pt x="7150724" y="126191"/>
                </a:lnTo>
                <a:lnTo>
                  <a:pt x="0" y="126191"/>
                </a:lnTo>
                <a:lnTo>
                  <a:pt x="0" y="209175"/>
                </a:lnTo>
                <a:lnTo>
                  <a:pt x="7150724" y="209175"/>
                </a:lnTo>
                <a:lnTo>
                  <a:pt x="7150724" y="335368"/>
                </a:lnTo>
                <a:lnTo>
                  <a:pt x="7331336" y="167683"/>
                </a:lnTo>
                <a:lnTo>
                  <a:pt x="7150724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0" name="Google Shape;340;p11"/>
          <p:cNvSpPr txBox="1"/>
          <p:nvPr/>
        </p:nvSpPr>
        <p:spPr>
          <a:xfrm>
            <a:off x="9348046" y="5074050"/>
            <a:ext cx="2268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REQUEST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6386381" y="6656162"/>
            <a:ext cx="7331709" cy="335915"/>
          </a:xfrm>
          <a:custGeom>
            <a:rect b="b" l="l" r="r" t="t"/>
            <a:pathLst>
              <a:path extrusionOk="0" h="335915" w="7331709">
                <a:moveTo>
                  <a:pt x="180611" y="0"/>
                </a:moveTo>
                <a:lnTo>
                  <a:pt x="0" y="167684"/>
                </a:lnTo>
                <a:lnTo>
                  <a:pt x="180611" y="335369"/>
                </a:lnTo>
                <a:lnTo>
                  <a:pt x="180611" y="209176"/>
                </a:lnTo>
                <a:lnTo>
                  <a:pt x="7331336" y="209176"/>
                </a:lnTo>
                <a:lnTo>
                  <a:pt x="7331336" y="126193"/>
                </a:lnTo>
                <a:lnTo>
                  <a:pt x="180611" y="126193"/>
                </a:lnTo>
                <a:lnTo>
                  <a:pt x="180611" y="0"/>
                </a:lnTo>
                <a:close/>
              </a:path>
            </a:pathLst>
          </a:cu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2" name="Google Shape;342;p11"/>
          <p:cNvSpPr txBox="1"/>
          <p:nvPr/>
        </p:nvSpPr>
        <p:spPr>
          <a:xfrm>
            <a:off x="9235104" y="7065100"/>
            <a:ext cx="2268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3" name="Google Shape;343;p11"/>
          <p:cNvGrpSpPr/>
          <p:nvPr/>
        </p:nvGrpSpPr>
        <p:grpSpPr>
          <a:xfrm>
            <a:off x="5102056" y="2437024"/>
            <a:ext cx="9900285" cy="1506220"/>
            <a:chOff x="5102056" y="2437024"/>
            <a:chExt cx="9900285" cy="1506220"/>
          </a:xfrm>
        </p:grpSpPr>
        <p:sp>
          <p:nvSpPr>
            <p:cNvPr id="344" name="Google Shape;344;p11"/>
            <p:cNvSpPr/>
            <p:nvPr/>
          </p:nvSpPr>
          <p:spPr>
            <a:xfrm>
              <a:off x="5102056" y="2437024"/>
              <a:ext cx="9900285" cy="1506220"/>
            </a:xfrm>
            <a:custGeom>
              <a:rect b="b" l="l" r="r" t="t"/>
              <a:pathLst>
                <a:path extrusionOk="0" h="1506220" w="9900285">
                  <a:moveTo>
                    <a:pt x="9899987" y="0"/>
                  </a:moveTo>
                  <a:lnTo>
                    <a:pt x="0" y="0"/>
                  </a:lnTo>
                  <a:lnTo>
                    <a:pt x="0" y="1505902"/>
                  </a:lnTo>
                  <a:lnTo>
                    <a:pt x="9899987" y="1505902"/>
                  </a:lnTo>
                  <a:lnTo>
                    <a:pt x="9899987" y="0"/>
                  </a:lnTo>
                  <a:close/>
                </a:path>
              </a:pathLst>
            </a:custGeom>
            <a:solidFill>
              <a:srgbClr val="E7E7E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45" name="Google Shape;345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702470" y="3011970"/>
              <a:ext cx="335068" cy="3350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6" name="Google Shape;346;p11"/>
          <p:cNvSpPr txBox="1"/>
          <p:nvPr/>
        </p:nvSpPr>
        <p:spPr>
          <a:xfrm>
            <a:off x="5102056" y="2437024"/>
            <a:ext cx="9900285" cy="1506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123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Request-response model </a:t>
            </a:r>
            <a:r>
              <a:rPr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b="1" lang="en-US" sz="26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Client-server architecture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2"/>
          <p:cNvSpPr txBox="1"/>
          <p:nvPr>
            <p:ph type="title"/>
          </p:nvPr>
        </p:nvSpPr>
        <p:spPr>
          <a:xfrm>
            <a:off x="603309" y="259543"/>
            <a:ext cx="19278541" cy="773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HAPPENS WHEN WE ACCESS A WEB SERVER</a:t>
            </a:r>
            <a:endParaRPr/>
          </a:p>
        </p:txBody>
      </p:sp>
      <p:sp>
        <p:nvSpPr>
          <p:cNvPr id="352" name="Google Shape;352;p12"/>
          <p:cNvSpPr/>
          <p:nvPr/>
        </p:nvSpPr>
        <p:spPr>
          <a:xfrm>
            <a:off x="7908859" y="1661267"/>
            <a:ext cx="5053965" cy="2630805"/>
          </a:xfrm>
          <a:custGeom>
            <a:rect b="b" l="l" r="r" t="t"/>
            <a:pathLst>
              <a:path extrusionOk="0" h="2630804" w="5053965">
                <a:moveTo>
                  <a:pt x="5053541" y="0"/>
                </a:moveTo>
                <a:lnTo>
                  <a:pt x="0" y="0"/>
                </a:lnTo>
                <a:lnTo>
                  <a:pt x="0" y="2630184"/>
                </a:lnTo>
                <a:lnTo>
                  <a:pt x="5053541" y="2630184"/>
                </a:lnTo>
                <a:lnTo>
                  <a:pt x="5053541" y="0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3" name="Google Shape;353;p12"/>
          <p:cNvSpPr txBox="1"/>
          <p:nvPr/>
        </p:nvSpPr>
        <p:spPr>
          <a:xfrm>
            <a:off x="8163930" y="1876105"/>
            <a:ext cx="4623435" cy="415290"/>
          </a:xfrm>
          <a:prstGeom prst="rect">
            <a:avLst/>
          </a:prstGeom>
          <a:solidFill>
            <a:srgbClr val="E7E7E7"/>
          </a:solidFill>
          <a:ln cap="flat" cmpd="sng" w="41875">
            <a:solidFill>
              <a:srgbClr val="F242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175">
            <a:spAutoFit/>
          </a:bodyPr>
          <a:lstStyle/>
          <a:p>
            <a:pPr indent="0" lvl="0" marL="1949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9B384"/>
                </a:solidFill>
                <a:latin typeface="Courier New"/>
                <a:ea typeface="Courier New"/>
                <a:cs typeface="Courier New"/>
                <a:sym typeface="Courier New"/>
              </a:rPr>
              <a:t>GET </a:t>
            </a:r>
            <a:r>
              <a:rPr b="1" lang="en-US" sz="19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/rest/v2/alpha/PT HTTP/1.1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4" name="Google Shape;354;p12"/>
          <p:cNvSpPr txBox="1"/>
          <p:nvPr/>
        </p:nvSpPr>
        <p:spPr>
          <a:xfrm>
            <a:off x="8346407" y="2442962"/>
            <a:ext cx="3060065" cy="104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30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Host: </a:t>
            </a:r>
            <a:r>
              <a:rPr lang="en-US" sz="1700" u="sng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www.google.com</a:t>
            </a:r>
            <a:r>
              <a:rPr lang="en-US" sz="17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 User-Agent: Mozilla/5.0 Accept-Language: en-US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5" name="Google Shape;355;p12"/>
          <p:cNvSpPr txBox="1"/>
          <p:nvPr/>
        </p:nvSpPr>
        <p:spPr>
          <a:xfrm>
            <a:off x="8346407" y="3787424"/>
            <a:ext cx="817244" cy="289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&lt;BODY&gt;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356" name="Google Shape;356;p12"/>
          <p:cNvGrpSpPr/>
          <p:nvPr/>
        </p:nvGrpSpPr>
        <p:grpSpPr>
          <a:xfrm>
            <a:off x="5951804" y="5216008"/>
            <a:ext cx="8201025" cy="1121463"/>
            <a:chOff x="5951804" y="5216008"/>
            <a:chExt cx="8201025" cy="1121463"/>
          </a:xfrm>
        </p:grpSpPr>
        <p:sp>
          <p:nvSpPr>
            <p:cNvPr id="357" name="Google Shape;357;p12"/>
            <p:cNvSpPr/>
            <p:nvPr/>
          </p:nvSpPr>
          <p:spPr>
            <a:xfrm>
              <a:off x="6386381" y="5216008"/>
              <a:ext cx="7331709" cy="335915"/>
            </a:xfrm>
            <a:custGeom>
              <a:rect b="b" l="l" r="r" t="t"/>
              <a:pathLst>
                <a:path extrusionOk="0" h="335914" w="7331709">
                  <a:moveTo>
                    <a:pt x="7150724" y="0"/>
                  </a:moveTo>
                  <a:lnTo>
                    <a:pt x="7150724" y="126193"/>
                  </a:lnTo>
                  <a:lnTo>
                    <a:pt x="0" y="126193"/>
                  </a:lnTo>
                  <a:lnTo>
                    <a:pt x="0" y="209176"/>
                  </a:lnTo>
                  <a:lnTo>
                    <a:pt x="7150724" y="209176"/>
                  </a:lnTo>
                  <a:lnTo>
                    <a:pt x="7150724" y="335369"/>
                  </a:lnTo>
                  <a:lnTo>
                    <a:pt x="7331336" y="167684"/>
                  </a:lnTo>
                  <a:lnTo>
                    <a:pt x="7150724" y="0"/>
                  </a:lnTo>
                  <a:close/>
                </a:path>
              </a:pathLst>
            </a:custGeom>
            <a:solidFill>
              <a:srgbClr val="F4DB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8" name="Google Shape;358;p12"/>
            <p:cNvSpPr/>
            <p:nvPr/>
          </p:nvSpPr>
          <p:spPr>
            <a:xfrm>
              <a:off x="6106779" y="6248885"/>
              <a:ext cx="7891145" cy="0"/>
            </a:xfrm>
            <a:custGeom>
              <a:rect b="b" l="l" r="r" t="t"/>
              <a:pathLst>
                <a:path extrusionOk="0" h="120000" w="7891144">
                  <a:moveTo>
                    <a:pt x="0" y="0"/>
                  </a:moveTo>
                  <a:lnTo>
                    <a:pt x="20941" y="0"/>
                  </a:lnTo>
                  <a:lnTo>
                    <a:pt x="7869599" y="0"/>
                  </a:lnTo>
                  <a:lnTo>
                    <a:pt x="7890540" y="0"/>
                  </a:lnTo>
                </a:path>
              </a:pathLst>
            </a:custGeom>
            <a:noFill/>
            <a:ln cap="flat" cmpd="sng" w="41875">
              <a:solidFill>
                <a:srgbClr val="77777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9" name="Google Shape;359;p12"/>
            <p:cNvSpPr/>
            <p:nvPr/>
          </p:nvSpPr>
          <p:spPr>
            <a:xfrm>
              <a:off x="5951804" y="6160941"/>
              <a:ext cx="8201025" cy="176530"/>
            </a:xfrm>
            <a:custGeom>
              <a:rect b="b" l="l" r="r" t="t"/>
              <a:pathLst>
                <a:path extrusionOk="0" h="176529" w="8201025">
                  <a:moveTo>
                    <a:pt x="175907" y="0"/>
                  </a:moveTo>
                  <a:lnTo>
                    <a:pt x="0" y="87947"/>
                  </a:lnTo>
                  <a:lnTo>
                    <a:pt x="175907" y="175907"/>
                  </a:lnTo>
                  <a:lnTo>
                    <a:pt x="175907" y="0"/>
                  </a:lnTo>
                  <a:close/>
                </a:path>
                <a:path extrusionOk="0" h="176529" w="8201025">
                  <a:moveTo>
                    <a:pt x="8200479" y="87947"/>
                  </a:moveTo>
                  <a:lnTo>
                    <a:pt x="8024571" y="0"/>
                  </a:lnTo>
                  <a:lnTo>
                    <a:pt x="8024571" y="175907"/>
                  </a:lnTo>
                  <a:lnTo>
                    <a:pt x="8200479" y="87947"/>
                  </a:lnTo>
                  <a:close/>
                </a:path>
              </a:pathLst>
            </a:custGeom>
            <a:solidFill>
              <a:srgbClr val="77777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60" name="Google Shape;360;p12"/>
          <p:cNvSpPr txBox="1"/>
          <p:nvPr/>
        </p:nvSpPr>
        <p:spPr>
          <a:xfrm>
            <a:off x="6801845" y="4768250"/>
            <a:ext cx="4388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HTTP REQUEST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1" name="Google Shape;361;p12"/>
          <p:cNvGrpSpPr/>
          <p:nvPr/>
        </p:nvGrpSpPr>
        <p:grpSpPr>
          <a:xfrm>
            <a:off x="6386381" y="6845387"/>
            <a:ext cx="7331709" cy="1217027"/>
            <a:chOff x="6386381" y="6845387"/>
            <a:chExt cx="7331709" cy="1217027"/>
          </a:xfrm>
        </p:grpSpPr>
        <p:sp>
          <p:nvSpPr>
            <p:cNvPr id="362" name="Google Shape;362;p12"/>
            <p:cNvSpPr/>
            <p:nvPr/>
          </p:nvSpPr>
          <p:spPr>
            <a:xfrm>
              <a:off x="6386381" y="6889478"/>
              <a:ext cx="7331709" cy="335915"/>
            </a:xfrm>
            <a:custGeom>
              <a:rect b="b" l="l" r="r" t="t"/>
              <a:pathLst>
                <a:path extrusionOk="0" h="335915" w="7331709">
                  <a:moveTo>
                    <a:pt x="180611" y="0"/>
                  </a:moveTo>
                  <a:lnTo>
                    <a:pt x="0" y="167684"/>
                  </a:lnTo>
                  <a:lnTo>
                    <a:pt x="180611" y="335368"/>
                  </a:lnTo>
                  <a:lnTo>
                    <a:pt x="180611" y="209176"/>
                  </a:lnTo>
                  <a:lnTo>
                    <a:pt x="7331336" y="209176"/>
                  </a:lnTo>
                  <a:lnTo>
                    <a:pt x="7331336" y="126193"/>
                  </a:lnTo>
                  <a:lnTo>
                    <a:pt x="180611" y="126193"/>
                  </a:lnTo>
                  <a:lnTo>
                    <a:pt x="180611" y="0"/>
                  </a:lnTo>
                  <a:close/>
                </a:path>
              </a:pathLst>
            </a:custGeom>
            <a:solidFill>
              <a:srgbClr val="38464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63" name="Google Shape;36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615656" y="6845387"/>
              <a:ext cx="1217027" cy="12170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4" name="Google Shape;364;p12"/>
            <p:cNvSpPr/>
            <p:nvPr/>
          </p:nvSpPr>
          <p:spPr>
            <a:xfrm>
              <a:off x="11877428" y="6945831"/>
              <a:ext cx="694055" cy="694055"/>
            </a:xfrm>
            <a:custGeom>
              <a:rect b="b" l="l" r="r" t="t"/>
              <a:pathLst>
                <a:path extrusionOk="0" h="694054" w="694054">
                  <a:moveTo>
                    <a:pt x="346738" y="0"/>
                  </a:moveTo>
                  <a:lnTo>
                    <a:pt x="302466" y="2821"/>
                  </a:lnTo>
                  <a:lnTo>
                    <a:pt x="258779" y="11284"/>
                  </a:lnTo>
                  <a:lnTo>
                    <a:pt x="216260" y="25389"/>
                  </a:lnTo>
                  <a:lnTo>
                    <a:pt x="175493" y="45137"/>
                  </a:lnTo>
                  <a:lnTo>
                    <a:pt x="137064" y="70526"/>
                  </a:lnTo>
                  <a:lnTo>
                    <a:pt x="101557" y="101558"/>
                  </a:lnTo>
                  <a:lnTo>
                    <a:pt x="70525" y="137066"/>
                  </a:lnTo>
                  <a:lnTo>
                    <a:pt x="45136" y="175496"/>
                  </a:lnTo>
                  <a:lnTo>
                    <a:pt x="25389" y="216262"/>
                  </a:lnTo>
                  <a:lnTo>
                    <a:pt x="11284" y="258781"/>
                  </a:lnTo>
                  <a:lnTo>
                    <a:pt x="2821" y="302469"/>
                  </a:lnTo>
                  <a:lnTo>
                    <a:pt x="0" y="346741"/>
                  </a:lnTo>
                  <a:lnTo>
                    <a:pt x="2821" y="391013"/>
                  </a:lnTo>
                  <a:lnTo>
                    <a:pt x="11284" y="434701"/>
                  </a:lnTo>
                  <a:lnTo>
                    <a:pt x="25389" y="477220"/>
                  </a:lnTo>
                  <a:lnTo>
                    <a:pt x="45136" y="517987"/>
                  </a:lnTo>
                  <a:lnTo>
                    <a:pt x="70525" y="556416"/>
                  </a:lnTo>
                  <a:lnTo>
                    <a:pt x="101557" y="591924"/>
                  </a:lnTo>
                  <a:lnTo>
                    <a:pt x="137064" y="622956"/>
                  </a:lnTo>
                  <a:lnTo>
                    <a:pt x="175493" y="648346"/>
                  </a:lnTo>
                  <a:lnTo>
                    <a:pt x="216260" y="668093"/>
                  </a:lnTo>
                  <a:lnTo>
                    <a:pt x="258779" y="682199"/>
                  </a:lnTo>
                  <a:lnTo>
                    <a:pt x="302466" y="690662"/>
                  </a:lnTo>
                  <a:lnTo>
                    <a:pt x="346738" y="693483"/>
                  </a:lnTo>
                  <a:lnTo>
                    <a:pt x="391009" y="690662"/>
                  </a:lnTo>
                  <a:lnTo>
                    <a:pt x="434697" y="682199"/>
                  </a:lnTo>
                  <a:lnTo>
                    <a:pt x="477216" y="668093"/>
                  </a:lnTo>
                  <a:lnTo>
                    <a:pt x="517982" y="648346"/>
                  </a:lnTo>
                  <a:lnTo>
                    <a:pt x="556411" y="622956"/>
                  </a:lnTo>
                  <a:lnTo>
                    <a:pt x="591919" y="591924"/>
                  </a:lnTo>
                  <a:lnTo>
                    <a:pt x="622952" y="556416"/>
                  </a:lnTo>
                  <a:lnTo>
                    <a:pt x="648344" y="517987"/>
                  </a:lnTo>
                  <a:lnTo>
                    <a:pt x="668092" y="477220"/>
                  </a:lnTo>
                  <a:lnTo>
                    <a:pt x="682199" y="434701"/>
                  </a:lnTo>
                  <a:lnTo>
                    <a:pt x="690662" y="391013"/>
                  </a:lnTo>
                  <a:lnTo>
                    <a:pt x="693484" y="346741"/>
                  </a:lnTo>
                  <a:lnTo>
                    <a:pt x="690662" y="302469"/>
                  </a:lnTo>
                  <a:lnTo>
                    <a:pt x="682199" y="258781"/>
                  </a:lnTo>
                  <a:lnTo>
                    <a:pt x="668092" y="216262"/>
                  </a:lnTo>
                  <a:lnTo>
                    <a:pt x="648344" y="175496"/>
                  </a:lnTo>
                  <a:lnTo>
                    <a:pt x="622952" y="137066"/>
                  </a:lnTo>
                  <a:lnTo>
                    <a:pt x="591919" y="101558"/>
                  </a:lnTo>
                  <a:lnTo>
                    <a:pt x="556411" y="70526"/>
                  </a:lnTo>
                  <a:lnTo>
                    <a:pt x="517982" y="45137"/>
                  </a:lnTo>
                  <a:lnTo>
                    <a:pt x="477216" y="25389"/>
                  </a:lnTo>
                  <a:lnTo>
                    <a:pt x="434697" y="11284"/>
                  </a:lnTo>
                  <a:lnTo>
                    <a:pt x="391009" y="2821"/>
                  </a:lnTo>
                  <a:lnTo>
                    <a:pt x="346738" y="0"/>
                  </a:lnTo>
                  <a:close/>
                </a:path>
              </a:pathLst>
            </a:custGeom>
            <a:solidFill>
              <a:srgbClr val="F4DB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65" name="Google Shape;365;p12"/>
          <p:cNvSpPr txBox="1"/>
          <p:nvPr/>
        </p:nvSpPr>
        <p:spPr>
          <a:xfrm>
            <a:off x="7599650" y="7282850"/>
            <a:ext cx="3703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5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HTTP RESPONSE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2"/>
          <p:cNvSpPr txBox="1"/>
          <p:nvPr/>
        </p:nvSpPr>
        <p:spPr>
          <a:xfrm>
            <a:off x="8200681" y="5792691"/>
            <a:ext cx="3703320" cy="402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5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TCP/IP socket connection</a:t>
            </a:r>
            <a:endParaRPr sz="245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7" name="Google Shape;367;p12"/>
          <p:cNvGrpSpPr/>
          <p:nvPr/>
        </p:nvGrpSpPr>
        <p:grpSpPr>
          <a:xfrm>
            <a:off x="2217888" y="3543665"/>
            <a:ext cx="1217027" cy="1217027"/>
            <a:chOff x="2217888" y="3543665"/>
            <a:chExt cx="1217027" cy="1217027"/>
          </a:xfrm>
        </p:grpSpPr>
        <p:pic>
          <p:nvPicPr>
            <p:cNvPr id="368" name="Google Shape;36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17888" y="3543665"/>
              <a:ext cx="1217027" cy="12170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12"/>
            <p:cNvSpPr/>
            <p:nvPr/>
          </p:nvSpPr>
          <p:spPr>
            <a:xfrm>
              <a:off x="2479660" y="3644109"/>
              <a:ext cx="694055" cy="694055"/>
            </a:xfrm>
            <a:custGeom>
              <a:rect b="b" l="l" r="r" t="t"/>
              <a:pathLst>
                <a:path extrusionOk="0" h="694054" w="694055">
                  <a:moveTo>
                    <a:pt x="346741" y="0"/>
                  </a:moveTo>
                  <a:lnTo>
                    <a:pt x="302469" y="2821"/>
                  </a:lnTo>
                  <a:lnTo>
                    <a:pt x="258781" y="11284"/>
                  </a:lnTo>
                  <a:lnTo>
                    <a:pt x="216262" y="25389"/>
                  </a:lnTo>
                  <a:lnTo>
                    <a:pt x="175495" y="45137"/>
                  </a:lnTo>
                  <a:lnTo>
                    <a:pt x="137066" y="70526"/>
                  </a:lnTo>
                  <a:lnTo>
                    <a:pt x="101557" y="101558"/>
                  </a:lnTo>
                  <a:lnTo>
                    <a:pt x="70526" y="137066"/>
                  </a:lnTo>
                  <a:lnTo>
                    <a:pt x="45136" y="175496"/>
                  </a:lnTo>
                  <a:lnTo>
                    <a:pt x="25389" y="216262"/>
                  </a:lnTo>
                  <a:lnTo>
                    <a:pt x="11284" y="258781"/>
                  </a:lnTo>
                  <a:lnTo>
                    <a:pt x="2821" y="302469"/>
                  </a:lnTo>
                  <a:lnTo>
                    <a:pt x="0" y="346741"/>
                  </a:lnTo>
                  <a:lnTo>
                    <a:pt x="2821" y="391013"/>
                  </a:lnTo>
                  <a:lnTo>
                    <a:pt x="11284" y="434701"/>
                  </a:lnTo>
                  <a:lnTo>
                    <a:pt x="25389" y="477220"/>
                  </a:lnTo>
                  <a:lnTo>
                    <a:pt x="45136" y="517987"/>
                  </a:lnTo>
                  <a:lnTo>
                    <a:pt x="70526" y="556416"/>
                  </a:lnTo>
                  <a:lnTo>
                    <a:pt x="101557" y="591924"/>
                  </a:lnTo>
                  <a:lnTo>
                    <a:pt x="137066" y="622956"/>
                  </a:lnTo>
                  <a:lnTo>
                    <a:pt x="175495" y="648346"/>
                  </a:lnTo>
                  <a:lnTo>
                    <a:pt x="216262" y="668093"/>
                  </a:lnTo>
                  <a:lnTo>
                    <a:pt x="258781" y="682199"/>
                  </a:lnTo>
                  <a:lnTo>
                    <a:pt x="302469" y="690662"/>
                  </a:lnTo>
                  <a:lnTo>
                    <a:pt x="346741" y="693483"/>
                  </a:lnTo>
                  <a:lnTo>
                    <a:pt x="391013" y="690662"/>
                  </a:lnTo>
                  <a:lnTo>
                    <a:pt x="434701" y="682199"/>
                  </a:lnTo>
                  <a:lnTo>
                    <a:pt x="477220" y="668093"/>
                  </a:lnTo>
                  <a:lnTo>
                    <a:pt x="517987" y="648346"/>
                  </a:lnTo>
                  <a:lnTo>
                    <a:pt x="556416" y="622956"/>
                  </a:lnTo>
                  <a:lnTo>
                    <a:pt x="591925" y="591924"/>
                  </a:lnTo>
                  <a:lnTo>
                    <a:pt x="622956" y="556416"/>
                  </a:lnTo>
                  <a:lnTo>
                    <a:pt x="648346" y="517987"/>
                  </a:lnTo>
                  <a:lnTo>
                    <a:pt x="668093" y="477220"/>
                  </a:lnTo>
                  <a:lnTo>
                    <a:pt x="682198" y="434701"/>
                  </a:lnTo>
                  <a:lnTo>
                    <a:pt x="690662" y="391013"/>
                  </a:lnTo>
                  <a:lnTo>
                    <a:pt x="693483" y="346741"/>
                  </a:lnTo>
                  <a:lnTo>
                    <a:pt x="690662" y="302469"/>
                  </a:lnTo>
                  <a:lnTo>
                    <a:pt x="682198" y="258781"/>
                  </a:lnTo>
                  <a:lnTo>
                    <a:pt x="668093" y="216262"/>
                  </a:lnTo>
                  <a:lnTo>
                    <a:pt x="648346" y="175496"/>
                  </a:lnTo>
                  <a:lnTo>
                    <a:pt x="622956" y="137066"/>
                  </a:lnTo>
                  <a:lnTo>
                    <a:pt x="591925" y="101558"/>
                  </a:lnTo>
                  <a:lnTo>
                    <a:pt x="556416" y="70526"/>
                  </a:lnTo>
                  <a:lnTo>
                    <a:pt x="517987" y="45137"/>
                  </a:lnTo>
                  <a:lnTo>
                    <a:pt x="477220" y="25389"/>
                  </a:lnTo>
                  <a:lnTo>
                    <a:pt x="434701" y="11284"/>
                  </a:lnTo>
                  <a:lnTo>
                    <a:pt x="391013" y="2821"/>
                  </a:lnTo>
                  <a:lnTo>
                    <a:pt x="346741" y="0"/>
                  </a:lnTo>
                  <a:close/>
                </a:path>
              </a:pathLst>
            </a:custGeom>
            <a:solidFill>
              <a:srgbClr val="F4DB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70" name="Google Shape;370;p12"/>
          <p:cNvSpPr txBox="1"/>
          <p:nvPr/>
        </p:nvSpPr>
        <p:spPr>
          <a:xfrm>
            <a:off x="2711681" y="3759586"/>
            <a:ext cx="229870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3350841" y="2233046"/>
            <a:ext cx="2171065" cy="815340"/>
          </a:xfrm>
          <a:custGeom>
            <a:rect b="b" l="l" r="r" t="t"/>
            <a:pathLst>
              <a:path extrusionOk="0" h="815339" w="2171065">
                <a:moveTo>
                  <a:pt x="2170483" y="0"/>
                </a:moveTo>
                <a:lnTo>
                  <a:pt x="0" y="0"/>
                </a:lnTo>
                <a:lnTo>
                  <a:pt x="0" y="814862"/>
                </a:lnTo>
                <a:lnTo>
                  <a:pt x="2170483" y="814862"/>
                </a:lnTo>
                <a:lnTo>
                  <a:pt x="2170483" y="0"/>
                </a:lnTo>
                <a:close/>
              </a:path>
            </a:pathLst>
          </a:custGeom>
          <a:solidFill>
            <a:srgbClr val="3A46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2" name="Google Shape;372;p12"/>
          <p:cNvSpPr txBox="1"/>
          <p:nvPr/>
        </p:nvSpPr>
        <p:spPr>
          <a:xfrm>
            <a:off x="4130628" y="2455021"/>
            <a:ext cx="61150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DNS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4161028" y="3267017"/>
            <a:ext cx="550545" cy="1447800"/>
          </a:xfrm>
          <a:custGeom>
            <a:rect b="b" l="l" r="r" t="t"/>
            <a:pathLst>
              <a:path extrusionOk="0" h="1447800" w="550545">
                <a:moveTo>
                  <a:pt x="254558" y="180619"/>
                </a:moveTo>
                <a:lnTo>
                  <a:pt x="127279" y="0"/>
                </a:lnTo>
                <a:lnTo>
                  <a:pt x="0" y="180619"/>
                </a:lnTo>
                <a:lnTo>
                  <a:pt x="95783" y="180619"/>
                </a:lnTo>
                <a:lnTo>
                  <a:pt x="95783" y="1447673"/>
                </a:lnTo>
                <a:lnTo>
                  <a:pt x="158775" y="1447673"/>
                </a:lnTo>
                <a:lnTo>
                  <a:pt x="158775" y="180619"/>
                </a:lnTo>
                <a:lnTo>
                  <a:pt x="254558" y="180619"/>
                </a:lnTo>
                <a:close/>
              </a:path>
              <a:path extrusionOk="0" h="1447800" w="550545">
                <a:moveTo>
                  <a:pt x="550100" y="1267066"/>
                </a:moveTo>
                <a:lnTo>
                  <a:pt x="454317" y="1267066"/>
                </a:lnTo>
                <a:lnTo>
                  <a:pt x="454317" y="0"/>
                </a:lnTo>
                <a:lnTo>
                  <a:pt x="391325" y="0"/>
                </a:lnTo>
                <a:lnTo>
                  <a:pt x="391325" y="1267066"/>
                </a:lnTo>
                <a:lnTo>
                  <a:pt x="295541" y="1267066"/>
                </a:lnTo>
                <a:lnTo>
                  <a:pt x="422821" y="1447673"/>
                </a:lnTo>
                <a:lnTo>
                  <a:pt x="550100" y="1267066"/>
                </a:lnTo>
                <a:close/>
              </a:path>
            </a:pathLst>
          </a:custGeom>
          <a:solidFill>
            <a:srgbClr val="3A46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4" name="Google Shape;374;p12"/>
          <p:cNvSpPr txBox="1"/>
          <p:nvPr/>
        </p:nvSpPr>
        <p:spPr>
          <a:xfrm rot="-5400000">
            <a:off x="3161722" y="3826288"/>
            <a:ext cx="1432560" cy="32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DNS LOOKUP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5" name="Google Shape;375;p12"/>
          <p:cNvGrpSpPr/>
          <p:nvPr/>
        </p:nvGrpSpPr>
        <p:grpSpPr>
          <a:xfrm>
            <a:off x="11424144" y="4674245"/>
            <a:ext cx="1217027" cy="1217027"/>
            <a:chOff x="11424144" y="4674245"/>
            <a:chExt cx="1217027" cy="1217027"/>
          </a:xfrm>
        </p:grpSpPr>
        <p:pic>
          <p:nvPicPr>
            <p:cNvPr id="376" name="Google Shape;37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424144" y="4674245"/>
              <a:ext cx="1217027" cy="12170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7" name="Google Shape;377;p12"/>
            <p:cNvSpPr/>
            <p:nvPr/>
          </p:nvSpPr>
          <p:spPr>
            <a:xfrm>
              <a:off x="11685916" y="4774689"/>
              <a:ext cx="694055" cy="694055"/>
            </a:xfrm>
            <a:custGeom>
              <a:rect b="b" l="l" r="r" t="t"/>
              <a:pathLst>
                <a:path extrusionOk="0" h="694054" w="694054">
                  <a:moveTo>
                    <a:pt x="346739" y="0"/>
                  </a:moveTo>
                  <a:lnTo>
                    <a:pt x="302467" y="2821"/>
                  </a:lnTo>
                  <a:lnTo>
                    <a:pt x="258779" y="11284"/>
                  </a:lnTo>
                  <a:lnTo>
                    <a:pt x="216260" y="25389"/>
                  </a:lnTo>
                  <a:lnTo>
                    <a:pt x="175494" y="45136"/>
                  </a:lnTo>
                  <a:lnTo>
                    <a:pt x="137064" y="70526"/>
                  </a:lnTo>
                  <a:lnTo>
                    <a:pt x="101557" y="101557"/>
                  </a:lnTo>
                  <a:lnTo>
                    <a:pt x="70525" y="137066"/>
                  </a:lnTo>
                  <a:lnTo>
                    <a:pt x="45136" y="175495"/>
                  </a:lnTo>
                  <a:lnTo>
                    <a:pt x="25389" y="216262"/>
                  </a:lnTo>
                  <a:lnTo>
                    <a:pt x="11284" y="258781"/>
                  </a:lnTo>
                  <a:lnTo>
                    <a:pt x="2821" y="302469"/>
                  </a:lnTo>
                  <a:lnTo>
                    <a:pt x="0" y="346741"/>
                  </a:lnTo>
                  <a:lnTo>
                    <a:pt x="2821" y="391013"/>
                  </a:lnTo>
                  <a:lnTo>
                    <a:pt x="11284" y="434701"/>
                  </a:lnTo>
                  <a:lnTo>
                    <a:pt x="25389" y="477220"/>
                  </a:lnTo>
                  <a:lnTo>
                    <a:pt x="45136" y="517987"/>
                  </a:lnTo>
                  <a:lnTo>
                    <a:pt x="70525" y="556416"/>
                  </a:lnTo>
                  <a:lnTo>
                    <a:pt x="101557" y="591925"/>
                  </a:lnTo>
                  <a:lnTo>
                    <a:pt x="137064" y="622956"/>
                  </a:lnTo>
                  <a:lnTo>
                    <a:pt x="175494" y="648346"/>
                  </a:lnTo>
                  <a:lnTo>
                    <a:pt x="216260" y="668093"/>
                  </a:lnTo>
                  <a:lnTo>
                    <a:pt x="258779" y="682198"/>
                  </a:lnTo>
                  <a:lnTo>
                    <a:pt x="302467" y="690662"/>
                  </a:lnTo>
                  <a:lnTo>
                    <a:pt x="346739" y="693483"/>
                  </a:lnTo>
                  <a:lnTo>
                    <a:pt x="391011" y="690662"/>
                  </a:lnTo>
                  <a:lnTo>
                    <a:pt x="434700" y="682198"/>
                  </a:lnTo>
                  <a:lnTo>
                    <a:pt x="477220" y="668093"/>
                  </a:lnTo>
                  <a:lnTo>
                    <a:pt x="517988" y="648346"/>
                  </a:lnTo>
                  <a:lnTo>
                    <a:pt x="556419" y="622956"/>
                  </a:lnTo>
                  <a:lnTo>
                    <a:pt x="591929" y="591925"/>
                  </a:lnTo>
                  <a:lnTo>
                    <a:pt x="622960" y="556416"/>
                  </a:lnTo>
                  <a:lnTo>
                    <a:pt x="648350" y="517987"/>
                  </a:lnTo>
                  <a:lnTo>
                    <a:pt x="668097" y="477220"/>
                  </a:lnTo>
                  <a:lnTo>
                    <a:pt x="682202" y="434701"/>
                  </a:lnTo>
                  <a:lnTo>
                    <a:pt x="690665" y="391013"/>
                  </a:lnTo>
                  <a:lnTo>
                    <a:pt x="693486" y="346741"/>
                  </a:lnTo>
                  <a:lnTo>
                    <a:pt x="690665" y="302469"/>
                  </a:lnTo>
                  <a:lnTo>
                    <a:pt x="682202" y="258781"/>
                  </a:lnTo>
                  <a:lnTo>
                    <a:pt x="668097" y="216262"/>
                  </a:lnTo>
                  <a:lnTo>
                    <a:pt x="648350" y="175495"/>
                  </a:lnTo>
                  <a:lnTo>
                    <a:pt x="622960" y="137066"/>
                  </a:lnTo>
                  <a:lnTo>
                    <a:pt x="591929" y="101557"/>
                  </a:lnTo>
                  <a:lnTo>
                    <a:pt x="556419" y="70526"/>
                  </a:lnTo>
                  <a:lnTo>
                    <a:pt x="517988" y="45136"/>
                  </a:lnTo>
                  <a:lnTo>
                    <a:pt x="477220" y="25389"/>
                  </a:lnTo>
                  <a:lnTo>
                    <a:pt x="434700" y="11284"/>
                  </a:lnTo>
                  <a:lnTo>
                    <a:pt x="391011" y="2821"/>
                  </a:lnTo>
                  <a:lnTo>
                    <a:pt x="346739" y="0"/>
                  </a:lnTo>
                  <a:close/>
                </a:path>
              </a:pathLst>
            </a:custGeom>
            <a:solidFill>
              <a:srgbClr val="F4DB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78" name="Google Shape;378;p12"/>
          <p:cNvSpPr txBox="1"/>
          <p:nvPr/>
        </p:nvSpPr>
        <p:spPr>
          <a:xfrm>
            <a:off x="11917942" y="4890165"/>
            <a:ext cx="229870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2"/>
          <p:cNvSpPr txBox="1"/>
          <p:nvPr/>
        </p:nvSpPr>
        <p:spPr>
          <a:xfrm>
            <a:off x="12109443" y="7061307"/>
            <a:ext cx="229870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14353114" y="4933983"/>
            <a:ext cx="2630170" cy="2630170"/>
          </a:xfrm>
          <a:custGeom>
            <a:rect b="b" l="l" r="r" t="t"/>
            <a:pathLst>
              <a:path extrusionOk="0" h="2630170" w="2630169">
                <a:moveTo>
                  <a:pt x="1337337" y="0"/>
                </a:moveTo>
                <a:lnTo>
                  <a:pt x="1292464" y="0"/>
                </a:lnTo>
                <a:lnTo>
                  <a:pt x="1247612" y="1521"/>
                </a:lnTo>
                <a:lnTo>
                  <a:pt x="1202823" y="4565"/>
                </a:lnTo>
                <a:lnTo>
                  <a:pt x="1158139" y="9130"/>
                </a:lnTo>
                <a:lnTo>
                  <a:pt x="1113602" y="15217"/>
                </a:lnTo>
                <a:lnTo>
                  <a:pt x="1069254" y="22825"/>
                </a:lnTo>
                <a:lnTo>
                  <a:pt x="1025138" y="31955"/>
                </a:lnTo>
                <a:lnTo>
                  <a:pt x="981294" y="42607"/>
                </a:lnTo>
                <a:lnTo>
                  <a:pt x="937766" y="54781"/>
                </a:lnTo>
                <a:lnTo>
                  <a:pt x="894595" y="68476"/>
                </a:lnTo>
                <a:lnTo>
                  <a:pt x="851823" y="83693"/>
                </a:lnTo>
                <a:lnTo>
                  <a:pt x="809492" y="100432"/>
                </a:lnTo>
                <a:lnTo>
                  <a:pt x="767644" y="118693"/>
                </a:lnTo>
                <a:lnTo>
                  <a:pt x="726322" y="138475"/>
                </a:lnTo>
                <a:lnTo>
                  <a:pt x="685567" y="159779"/>
                </a:lnTo>
                <a:lnTo>
                  <a:pt x="645421" y="182604"/>
                </a:lnTo>
                <a:lnTo>
                  <a:pt x="605927" y="206952"/>
                </a:lnTo>
                <a:lnTo>
                  <a:pt x="567126" y="232821"/>
                </a:lnTo>
                <a:lnTo>
                  <a:pt x="529060" y="260211"/>
                </a:lnTo>
                <a:lnTo>
                  <a:pt x="491772" y="289124"/>
                </a:lnTo>
                <a:lnTo>
                  <a:pt x="455303" y="319558"/>
                </a:lnTo>
                <a:lnTo>
                  <a:pt x="419695" y="351514"/>
                </a:lnTo>
                <a:lnTo>
                  <a:pt x="384991" y="384991"/>
                </a:lnTo>
                <a:lnTo>
                  <a:pt x="351514" y="419695"/>
                </a:lnTo>
                <a:lnTo>
                  <a:pt x="319558" y="455303"/>
                </a:lnTo>
                <a:lnTo>
                  <a:pt x="289124" y="491772"/>
                </a:lnTo>
                <a:lnTo>
                  <a:pt x="260211" y="529060"/>
                </a:lnTo>
                <a:lnTo>
                  <a:pt x="232821" y="567126"/>
                </a:lnTo>
                <a:lnTo>
                  <a:pt x="206952" y="605927"/>
                </a:lnTo>
                <a:lnTo>
                  <a:pt x="182604" y="645421"/>
                </a:lnTo>
                <a:lnTo>
                  <a:pt x="159779" y="685567"/>
                </a:lnTo>
                <a:lnTo>
                  <a:pt x="138475" y="726322"/>
                </a:lnTo>
                <a:lnTo>
                  <a:pt x="118693" y="767644"/>
                </a:lnTo>
                <a:lnTo>
                  <a:pt x="100432" y="809492"/>
                </a:lnTo>
                <a:lnTo>
                  <a:pt x="83693" y="851823"/>
                </a:lnTo>
                <a:lnTo>
                  <a:pt x="68476" y="894595"/>
                </a:lnTo>
                <a:lnTo>
                  <a:pt x="54781" y="937766"/>
                </a:lnTo>
                <a:lnTo>
                  <a:pt x="42607" y="981295"/>
                </a:lnTo>
                <a:lnTo>
                  <a:pt x="31955" y="1025138"/>
                </a:lnTo>
                <a:lnTo>
                  <a:pt x="22825" y="1069255"/>
                </a:lnTo>
                <a:lnTo>
                  <a:pt x="15217" y="1113603"/>
                </a:lnTo>
                <a:lnTo>
                  <a:pt x="9130" y="1158140"/>
                </a:lnTo>
                <a:lnTo>
                  <a:pt x="4565" y="1202824"/>
                </a:lnTo>
                <a:lnTo>
                  <a:pt x="1521" y="1247613"/>
                </a:lnTo>
                <a:lnTo>
                  <a:pt x="0" y="1292465"/>
                </a:lnTo>
                <a:lnTo>
                  <a:pt x="0" y="1337338"/>
                </a:lnTo>
                <a:lnTo>
                  <a:pt x="1521" y="1382190"/>
                </a:lnTo>
                <a:lnTo>
                  <a:pt x="4565" y="1426979"/>
                </a:lnTo>
                <a:lnTo>
                  <a:pt x="9130" y="1471663"/>
                </a:lnTo>
                <a:lnTo>
                  <a:pt x="15217" y="1516200"/>
                </a:lnTo>
                <a:lnTo>
                  <a:pt x="22825" y="1560548"/>
                </a:lnTo>
                <a:lnTo>
                  <a:pt x="31955" y="1604665"/>
                </a:lnTo>
                <a:lnTo>
                  <a:pt x="42607" y="1648508"/>
                </a:lnTo>
                <a:lnTo>
                  <a:pt x="54781" y="1692037"/>
                </a:lnTo>
                <a:lnTo>
                  <a:pt x="68476" y="1735208"/>
                </a:lnTo>
                <a:lnTo>
                  <a:pt x="83693" y="1777980"/>
                </a:lnTo>
                <a:lnTo>
                  <a:pt x="100432" y="1820311"/>
                </a:lnTo>
                <a:lnTo>
                  <a:pt x="118693" y="1862158"/>
                </a:lnTo>
                <a:lnTo>
                  <a:pt x="138475" y="1903481"/>
                </a:lnTo>
                <a:lnTo>
                  <a:pt x="159779" y="1944236"/>
                </a:lnTo>
                <a:lnTo>
                  <a:pt x="182604" y="1984382"/>
                </a:lnTo>
                <a:lnTo>
                  <a:pt x="206952" y="2023876"/>
                </a:lnTo>
                <a:lnTo>
                  <a:pt x="232821" y="2062677"/>
                </a:lnTo>
                <a:lnTo>
                  <a:pt x="260211" y="2100743"/>
                </a:lnTo>
                <a:lnTo>
                  <a:pt x="289124" y="2138031"/>
                </a:lnTo>
                <a:lnTo>
                  <a:pt x="319558" y="2174500"/>
                </a:lnTo>
                <a:lnTo>
                  <a:pt x="351514" y="2210108"/>
                </a:lnTo>
                <a:lnTo>
                  <a:pt x="384991" y="2244812"/>
                </a:lnTo>
                <a:lnTo>
                  <a:pt x="419695" y="2278290"/>
                </a:lnTo>
                <a:lnTo>
                  <a:pt x="455303" y="2310245"/>
                </a:lnTo>
                <a:lnTo>
                  <a:pt x="491772" y="2340679"/>
                </a:lnTo>
                <a:lnTo>
                  <a:pt x="529060" y="2369592"/>
                </a:lnTo>
                <a:lnTo>
                  <a:pt x="567126" y="2396982"/>
                </a:lnTo>
                <a:lnTo>
                  <a:pt x="605927" y="2422851"/>
                </a:lnTo>
                <a:lnTo>
                  <a:pt x="645421" y="2447199"/>
                </a:lnTo>
                <a:lnTo>
                  <a:pt x="685567" y="2470024"/>
                </a:lnTo>
                <a:lnTo>
                  <a:pt x="726322" y="2491328"/>
                </a:lnTo>
                <a:lnTo>
                  <a:pt x="767644" y="2511110"/>
                </a:lnTo>
                <a:lnTo>
                  <a:pt x="809492" y="2529371"/>
                </a:lnTo>
                <a:lnTo>
                  <a:pt x="851823" y="2546109"/>
                </a:lnTo>
                <a:lnTo>
                  <a:pt x="894595" y="2561326"/>
                </a:lnTo>
                <a:lnTo>
                  <a:pt x="937766" y="2575022"/>
                </a:lnTo>
                <a:lnTo>
                  <a:pt x="981294" y="2587195"/>
                </a:lnTo>
                <a:lnTo>
                  <a:pt x="1025138" y="2597847"/>
                </a:lnTo>
                <a:lnTo>
                  <a:pt x="1069254" y="2606978"/>
                </a:lnTo>
                <a:lnTo>
                  <a:pt x="1113602" y="2614586"/>
                </a:lnTo>
                <a:lnTo>
                  <a:pt x="1158139" y="2620673"/>
                </a:lnTo>
                <a:lnTo>
                  <a:pt x="1202823" y="2625238"/>
                </a:lnTo>
                <a:lnTo>
                  <a:pt x="1247612" y="2628281"/>
                </a:lnTo>
                <a:lnTo>
                  <a:pt x="1292464" y="2629803"/>
                </a:lnTo>
                <a:lnTo>
                  <a:pt x="1337337" y="2629803"/>
                </a:lnTo>
                <a:lnTo>
                  <a:pt x="1382189" y="2628281"/>
                </a:lnTo>
                <a:lnTo>
                  <a:pt x="1426978" y="2625238"/>
                </a:lnTo>
                <a:lnTo>
                  <a:pt x="1471661" y="2620673"/>
                </a:lnTo>
                <a:lnTo>
                  <a:pt x="1516198" y="2614586"/>
                </a:lnTo>
                <a:lnTo>
                  <a:pt x="1560546" y="2606978"/>
                </a:lnTo>
                <a:lnTo>
                  <a:pt x="1604663" y="2597847"/>
                </a:lnTo>
                <a:lnTo>
                  <a:pt x="1648506" y="2587195"/>
                </a:lnTo>
                <a:lnTo>
                  <a:pt x="1692034" y="2575022"/>
                </a:lnTo>
                <a:lnTo>
                  <a:pt x="1735206" y="2561326"/>
                </a:lnTo>
                <a:lnTo>
                  <a:pt x="1777977" y="2546109"/>
                </a:lnTo>
                <a:lnTo>
                  <a:pt x="1820308" y="2529371"/>
                </a:lnTo>
                <a:lnTo>
                  <a:pt x="1862156" y="2511110"/>
                </a:lnTo>
                <a:lnTo>
                  <a:pt x="1903478" y="2491328"/>
                </a:lnTo>
                <a:lnTo>
                  <a:pt x="1944233" y="2470024"/>
                </a:lnTo>
                <a:lnTo>
                  <a:pt x="1984379" y="2447199"/>
                </a:lnTo>
                <a:lnTo>
                  <a:pt x="2023873" y="2422851"/>
                </a:lnTo>
                <a:lnTo>
                  <a:pt x="2062674" y="2396982"/>
                </a:lnTo>
                <a:lnTo>
                  <a:pt x="2100740" y="2369592"/>
                </a:lnTo>
                <a:lnTo>
                  <a:pt x="2138028" y="2340679"/>
                </a:lnTo>
                <a:lnTo>
                  <a:pt x="2174497" y="2310245"/>
                </a:lnTo>
                <a:lnTo>
                  <a:pt x="2210105" y="2278290"/>
                </a:lnTo>
                <a:lnTo>
                  <a:pt x="2244809" y="2244812"/>
                </a:lnTo>
                <a:lnTo>
                  <a:pt x="2278287" y="2210108"/>
                </a:lnTo>
                <a:lnTo>
                  <a:pt x="2310242" y="2174500"/>
                </a:lnTo>
                <a:lnTo>
                  <a:pt x="2340677" y="2138031"/>
                </a:lnTo>
                <a:lnTo>
                  <a:pt x="2369589" y="2100743"/>
                </a:lnTo>
                <a:lnTo>
                  <a:pt x="2396980" y="2062677"/>
                </a:lnTo>
                <a:lnTo>
                  <a:pt x="2422849" y="2023876"/>
                </a:lnTo>
                <a:lnTo>
                  <a:pt x="2447196" y="1984382"/>
                </a:lnTo>
                <a:lnTo>
                  <a:pt x="2470022" y="1944236"/>
                </a:lnTo>
                <a:lnTo>
                  <a:pt x="2491325" y="1903481"/>
                </a:lnTo>
                <a:lnTo>
                  <a:pt x="2511108" y="1862158"/>
                </a:lnTo>
                <a:lnTo>
                  <a:pt x="2529368" y="1820311"/>
                </a:lnTo>
                <a:lnTo>
                  <a:pt x="2546107" y="1777980"/>
                </a:lnTo>
                <a:lnTo>
                  <a:pt x="2561324" y="1735208"/>
                </a:lnTo>
                <a:lnTo>
                  <a:pt x="2575019" y="1692037"/>
                </a:lnTo>
                <a:lnTo>
                  <a:pt x="2587193" y="1648508"/>
                </a:lnTo>
                <a:lnTo>
                  <a:pt x="2597845" y="1604665"/>
                </a:lnTo>
                <a:lnTo>
                  <a:pt x="2606975" y="1560548"/>
                </a:lnTo>
                <a:lnTo>
                  <a:pt x="2614584" y="1516200"/>
                </a:lnTo>
                <a:lnTo>
                  <a:pt x="2620671" y="1471663"/>
                </a:lnTo>
                <a:lnTo>
                  <a:pt x="2625236" y="1426979"/>
                </a:lnTo>
                <a:lnTo>
                  <a:pt x="2628279" y="1382190"/>
                </a:lnTo>
                <a:lnTo>
                  <a:pt x="2629801" y="1337338"/>
                </a:lnTo>
                <a:lnTo>
                  <a:pt x="2629801" y="1292465"/>
                </a:lnTo>
                <a:lnTo>
                  <a:pt x="2628279" y="1247613"/>
                </a:lnTo>
                <a:lnTo>
                  <a:pt x="2625236" y="1202824"/>
                </a:lnTo>
                <a:lnTo>
                  <a:pt x="2620671" y="1158140"/>
                </a:lnTo>
                <a:lnTo>
                  <a:pt x="2614584" y="1113603"/>
                </a:lnTo>
                <a:lnTo>
                  <a:pt x="2606975" y="1069255"/>
                </a:lnTo>
                <a:lnTo>
                  <a:pt x="2597845" y="1025138"/>
                </a:lnTo>
                <a:lnTo>
                  <a:pt x="2587193" y="981295"/>
                </a:lnTo>
                <a:lnTo>
                  <a:pt x="2575019" y="937766"/>
                </a:lnTo>
                <a:lnTo>
                  <a:pt x="2561324" y="894595"/>
                </a:lnTo>
                <a:lnTo>
                  <a:pt x="2546107" y="851823"/>
                </a:lnTo>
                <a:lnTo>
                  <a:pt x="2529368" y="809492"/>
                </a:lnTo>
                <a:lnTo>
                  <a:pt x="2511108" y="767644"/>
                </a:lnTo>
                <a:lnTo>
                  <a:pt x="2491325" y="726322"/>
                </a:lnTo>
                <a:lnTo>
                  <a:pt x="2470022" y="685567"/>
                </a:lnTo>
                <a:lnTo>
                  <a:pt x="2447196" y="645421"/>
                </a:lnTo>
                <a:lnTo>
                  <a:pt x="2422849" y="605927"/>
                </a:lnTo>
                <a:lnTo>
                  <a:pt x="2396980" y="567126"/>
                </a:lnTo>
                <a:lnTo>
                  <a:pt x="2369589" y="529060"/>
                </a:lnTo>
                <a:lnTo>
                  <a:pt x="2340677" y="491772"/>
                </a:lnTo>
                <a:lnTo>
                  <a:pt x="2310242" y="455303"/>
                </a:lnTo>
                <a:lnTo>
                  <a:pt x="2278287" y="419695"/>
                </a:lnTo>
                <a:lnTo>
                  <a:pt x="2244809" y="384991"/>
                </a:lnTo>
                <a:lnTo>
                  <a:pt x="2210105" y="351514"/>
                </a:lnTo>
                <a:lnTo>
                  <a:pt x="2174497" y="319558"/>
                </a:lnTo>
                <a:lnTo>
                  <a:pt x="2138028" y="289124"/>
                </a:lnTo>
                <a:lnTo>
                  <a:pt x="2100740" y="260211"/>
                </a:lnTo>
                <a:lnTo>
                  <a:pt x="2062674" y="232821"/>
                </a:lnTo>
                <a:lnTo>
                  <a:pt x="2023873" y="206952"/>
                </a:lnTo>
                <a:lnTo>
                  <a:pt x="1984379" y="182604"/>
                </a:lnTo>
                <a:lnTo>
                  <a:pt x="1944233" y="159779"/>
                </a:lnTo>
                <a:lnTo>
                  <a:pt x="1903478" y="138475"/>
                </a:lnTo>
                <a:lnTo>
                  <a:pt x="1862156" y="118693"/>
                </a:lnTo>
                <a:lnTo>
                  <a:pt x="1820308" y="100432"/>
                </a:lnTo>
                <a:lnTo>
                  <a:pt x="1777977" y="83693"/>
                </a:lnTo>
                <a:lnTo>
                  <a:pt x="1735206" y="68476"/>
                </a:lnTo>
                <a:lnTo>
                  <a:pt x="1692034" y="54781"/>
                </a:lnTo>
                <a:lnTo>
                  <a:pt x="1648506" y="42607"/>
                </a:lnTo>
                <a:lnTo>
                  <a:pt x="1604663" y="31955"/>
                </a:lnTo>
                <a:lnTo>
                  <a:pt x="1560546" y="22825"/>
                </a:lnTo>
                <a:lnTo>
                  <a:pt x="1516198" y="15217"/>
                </a:lnTo>
                <a:lnTo>
                  <a:pt x="1471661" y="9130"/>
                </a:lnTo>
                <a:lnTo>
                  <a:pt x="1426978" y="4565"/>
                </a:lnTo>
                <a:lnTo>
                  <a:pt x="1382189" y="1521"/>
                </a:lnTo>
                <a:lnTo>
                  <a:pt x="1337337" y="0"/>
                </a:lnTo>
                <a:close/>
              </a:path>
            </a:pathLst>
          </a:custGeom>
          <a:solidFill>
            <a:srgbClr val="38464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1" name="Google Shape;381;p12"/>
          <p:cNvSpPr txBox="1"/>
          <p:nvPr/>
        </p:nvSpPr>
        <p:spPr>
          <a:xfrm>
            <a:off x="14991261" y="5193286"/>
            <a:ext cx="1353820" cy="968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289560" lvl="0" marL="12700" marR="5080" rtl="0" algn="l">
              <a:lnSpc>
                <a:spcPct val="110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SERVER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2" name="Google Shape;38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301523" y="6394838"/>
            <a:ext cx="732961" cy="7329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3" name="Google Shape;383;p12"/>
          <p:cNvGrpSpPr/>
          <p:nvPr/>
        </p:nvGrpSpPr>
        <p:grpSpPr>
          <a:xfrm>
            <a:off x="4000574" y="1989190"/>
            <a:ext cx="9432222" cy="2155058"/>
            <a:chOff x="4000574" y="1989190"/>
            <a:chExt cx="9432222" cy="2155058"/>
          </a:xfrm>
        </p:grpSpPr>
        <p:sp>
          <p:nvSpPr>
            <p:cNvPr id="384" name="Google Shape;384;p12"/>
            <p:cNvSpPr/>
            <p:nvPr/>
          </p:nvSpPr>
          <p:spPr>
            <a:xfrm>
              <a:off x="12906957" y="2077146"/>
              <a:ext cx="358140" cy="0"/>
            </a:xfrm>
            <a:custGeom>
              <a:rect b="b" l="l" r="r" t="t"/>
              <a:pathLst>
                <a:path extrusionOk="0" h="120000" w="358140">
                  <a:moveTo>
                    <a:pt x="0" y="0"/>
                  </a:moveTo>
                  <a:lnTo>
                    <a:pt x="337143" y="0"/>
                  </a:lnTo>
                  <a:lnTo>
                    <a:pt x="358084" y="0"/>
                  </a:lnTo>
                </a:path>
              </a:pathLst>
            </a:custGeom>
            <a:noFill/>
            <a:ln cap="flat" cmpd="sng" w="41875">
              <a:solidFill>
                <a:srgbClr val="F2425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5" name="Google Shape;385;p12"/>
            <p:cNvSpPr/>
            <p:nvPr/>
          </p:nvSpPr>
          <p:spPr>
            <a:xfrm>
              <a:off x="13244099" y="1989190"/>
              <a:ext cx="176530" cy="176530"/>
            </a:xfrm>
            <a:custGeom>
              <a:rect b="b" l="l" r="r" t="t"/>
              <a:pathLst>
                <a:path extrusionOk="0" h="176530" w="176530">
                  <a:moveTo>
                    <a:pt x="0" y="0"/>
                  </a:move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6" name="Google Shape;386;p12"/>
            <p:cNvSpPr/>
            <p:nvPr/>
          </p:nvSpPr>
          <p:spPr>
            <a:xfrm>
              <a:off x="8163930" y="2432128"/>
              <a:ext cx="3608070" cy="1183005"/>
            </a:xfrm>
            <a:custGeom>
              <a:rect b="b" l="l" r="r" t="t"/>
              <a:pathLst>
                <a:path extrusionOk="0" h="1183004" w="3608070">
                  <a:moveTo>
                    <a:pt x="0" y="0"/>
                  </a:moveTo>
                  <a:lnTo>
                    <a:pt x="3607786" y="0"/>
                  </a:lnTo>
                  <a:lnTo>
                    <a:pt x="3607786" y="1182741"/>
                  </a:lnTo>
                  <a:lnTo>
                    <a:pt x="0" y="118274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41875">
              <a:solidFill>
                <a:srgbClr val="F1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7" name="Google Shape;387;p12"/>
            <p:cNvSpPr/>
            <p:nvPr/>
          </p:nvSpPr>
          <p:spPr>
            <a:xfrm>
              <a:off x="11878057" y="3030074"/>
              <a:ext cx="1384300" cy="0"/>
            </a:xfrm>
            <a:custGeom>
              <a:rect b="b" l="l" r="r" t="t"/>
              <a:pathLst>
                <a:path extrusionOk="0" h="120000" w="1384300">
                  <a:moveTo>
                    <a:pt x="0" y="0"/>
                  </a:moveTo>
                  <a:lnTo>
                    <a:pt x="1362938" y="0"/>
                  </a:lnTo>
                  <a:lnTo>
                    <a:pt x="1383880" y="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8" name="Google Shape;388;p12"/>
            <p:cNvSpPr/>
            <p:nvPr/>
          </p:nvSpPr>
          <p:spPr>
            <a:xfrm>
              <a:off x="13240989" y="2942118"/>
              <a:ext cx="176530" cy="176530"/>
            </a:xfrm>
            <a:custGeom>
              <a:rect b="b" l="l" r="r" t="t"/>
              <a:pathLst>
                <a:path extrusionOk="0" h="176530" w="176530">
                  <a:moveTo>
                    <a:pt x="0" y="0"/>
                  </a:move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9" name="Google Shape;389;p12"/>
            <p:cNvSpPr/>
            <p:nvPr/>
          </p:nvSpPr>
          <p:spPr>
            <a:xfrm>
              <a:off x="8163930" y="3728958"/>
              <a:ext cx="1209040" cy="415290"/>
            </a:xfrm>
            <a:custGeom>
              <a:rect b="b" l="l" r="r" t="t"/>
              <a:pathLst>
                <a:path extrusionOk="0" h="415289" w="1209040">
                  <a:moveTo>
                    <a:pt x="0" y="0"/>
                  </a:moveTo>
                  <a:lnTo>
                    <a:pt x="1208633" y="0"/>
                  </a:lnTo>
                  <a:lnTo>
                    <a:pt x="1208633" y="414698"/>
                  </a:lnTo>
                  <a:lnTo>
                    <a:pt x="0" y="41469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41875">
              <a:solidFill>
                <a:srgbClr val="F242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0" name="Google Shape;390;p12"/>
            <p:cNvSpPr/>
            <p:nvPr/>
          </p:nvSpPr>
          <p:spPr>
            <a:xfrm>
              <a:off x="9521048" y="3929999"/>
              <a:ext cx="3756660" cy="0"/>
            </a:xfrm>
            <a:custGeom>
              <a:rect b="b" l="l" r="r" t="t"/>
              <a:pathLst>
                <a:path extrusionOk="0" h="120000" w="3756659">
                  <a:moveTo>
                    <a:pt x="0" y="0"/>
                  </a:moveTo>
                  <a:lnTo>
                    <a:pt x="3735219" y="0"/>
                  </a:lnTo>
                  <a:lnTo>
                    <a:pt x="3756161" y="0"/>
                  </a:lnTo>
                </a:path>
              </a:pathLst>
            </a:custGeom>
            <a:noFill/>
            <a:ln cap="flat" cmpd="sng" w="41875">
              <a:solidFill>
                <a:srgbClr val="F2425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1" name="Google Shape;391;p12"/>
            <p:cNvSpPr/>
            <p:nvPr/>
          </p:nvSpPr>
          <p:spPr>
            <a:xfrm>
              <a:off x="13256266" y="3842044"/>
              <a:ext cx="176530" cy="176530"/>
            </a:xfrm>
            <a:custGeom>
              <a:rect b="b" l="l" r="r" t="t"/>
              <a:pathLst>
                <a:path extrusionOk="0" h="176529" w="176530">
                  <a:moveTo>
                    <a:pt x="0" y="0"/>
                  </a:move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92" name="Google Shape;392;p1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000574" y="2649066"/>
              <a:ext cx="4429578" cy="13202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3" name="Google Shape;393;p12"/>
            <p:cNvSpPr/>
            <p:nvPr/>
          </p:nvSpPr>
          <p:spPr>
            <a:xfrm>
              <a:off x="4419409" y="2859084"/>
              <a:ext cx="3592195" cy="482600"/>
            </a:xfrm>
            <a:custGeom>
              <a:rect b="b" l="l" r="r" t="t"/>
              <a:pathLst>
                <a:path extrusionOk="0" h="482600" w="3592195">
                  <a:moveTo>
                    <a:pt x="3223040" y="0"/>
                  </a:moveTo>
                  <a:lnTo>
                    <a:pt x="368867" y="0"/>
                  </a:lnTo>
                  <a:lnTo>
                    <a:pt x="297631" y="227"/>
                  </a:lnTo>
                  <a:lnTo>
                    <a:pt x="240183" y="1819"/>
                  </a:lnTo>
                  <a:lnTo>
                    <a:pt x="194552" y="6139"/>
                  </a:lnTo>
                  <a:lnTo>
                    <a:pt x="111390" y="37952"/>
                  </a:lnTo>
                  <a:lnTo>
                    <a:pt x="70675" y="70675"/>
                  </a:lnTo>
                  <a:lnTo>
                    <a:pt x="37952" y="111391"/>
                  </a:lnTo>
                  <a:lnTo>
                    <a:pt x="14552" y="158771"/>
                  </a:lnTo>
                  <a:lnTo>
                    <a:pt x="3665" y="199399"/>
                  </a:lnTo>
                  <a:lnTo>
                    <a:pt x="0" y="241300"/>
                  </a:lnTo>
                  <a:lnTo>
                    <a:pt x="919" y="262350"/>
                  </a:lnTo>
                  <a:lnTo>
                    <a:pt x="8216" y="303734"/>
                  </a:lnTo>
                  <a:lnTo>
                    <a:pt x="37952" y="371209"/>
                  </a:lnTo>
                  <a:lnTo>
                    <a:pt x="70675" y="411925"/>
                  </a:lnTo>
                  <a:lnTo>
                    <a:pt x="111390" y="444648"/>
                  </a:lnTo>
                  <a:lnTo>
                    <a:pt x="158770" y="468048"/>
                  </a:lnTo>
                  <a:lnTo>
                    <a:pt x="240183" y="480781"/>
                  </a:lnTo>
                  <a:lnTo>
                    <a:pt x="297631" y="482372"/>
                  </a:lnTo>
                  <a:lnTo>
                    <a:pt x="368867" y="482599"/>
                  </a:lnTo>
                  <a:lnTo>
                    <a:pt x="3223040" y="482599"/>
                  </a:lnTo>
                  <a:lnTo>
                    <a:pt x="3294275" y="482372"/>
                  </a:lnTo>
                  <a:lnTo>
                    <a:pt x="3351724" y="480781"/>
                  </a:lnTo>
                  <a:lnTo>
                    <a:pt x="3397354" y="476461"/>
                  </a:lnTo>
                  <a:lnTo>
                    <a:pt x="3480516" y="444648"/>
                  </a:lnTo>
                  <a:lnTo>
                    <a:pt x="3521231" y="411925"/>
                  </a:lnTo>
                  <a:lnTo>
                    <a:pt x="3553954" y="371209"/>
                  </a:lnTo>
                  <a:lnTo>
                    <a:pt x="3577354" y="323829"/>
                  </a:lnTo>
                  <a:lnTo>
                    <a:pt x="3588241" y="283201"/>
                  </a:lnTo>
                  <a:lnTo>
                    <a:pt x="3591907" y="241300"/>
                  </a:lnTo>
                  <a:lnTo>
                    <a:pt x="3590987" y="220250"/>
                  </a:lnTo>
                  <a:lnTo>
                    <a:pt x="3583690" y="178866"/>
                  </a:lnTo>
                  <a:lnTo>
                    <a:pt x="3553954" y="111391"/>
                  </a:lnTo>
                  <a:lnTo>
                    <a:pt x="3521231" y="70675"/>
                  </a:lnTo>
                  <a:lnTo>
                    <a:pt x="3480516" y="37952"/>
                  </a:lnTo>
                  <a:lnTo>
                    <a:pt x="3433136" y="14552"/>
                  </a:lnTo>
                  <a:lnTo>
                    <a:pt x="3351724" y="1819"/>
                  </a:lnTo>
                  <a:lnTo>
                    <a:pt x="3294275" y="227"/>
                  </a:lnTo>
                  <a:lnTo>
                    <a:pt x="3223040" y="0"/>
                  </a:lnTo>
                  <a:close/>
                </a:path>
              </a:pathLst>
            </a:custGeom>
            <a:solidFill>
              <a:srgbClr val="55555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94" name="Google Shape;394;p12"/>
          <p:cNvSpPr txBox="1"/>
          <p:nvPr/>
        </p:nvSpPr>
        <p:spPr>
          <a:xfrm>
            <a:off x="13555149" y="1915974"/>
            <a:ext cx="5858510" cy="302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Start line: HTTP method + request target + HTTP version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2"/>
          <p:cNvSpPr txBox="1"/>
          <p:nvPr/>
        </p:nvSpPr>
        <p:spPr>
          <a:xfrm>
            <a:off x="13555389" y="2865944"/>
            <a:ext cx="5358130" cy="302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HTTP request headers (many different possibilities)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6" name="Google Shape;396;p12"/>
          <p:cNvGrpSpPr/>
          <p:nvPr/>
        </p:nvGrpSpPr>
        <p:grpSpPr>
          <a:xfrm>
            <a:off x="6801860" y="5553278"/>
            <a:ext cx="1217027" cy="1217027"/>
            <a:chOff x="6801860" y="5553278"/>
            <a:chExt cx="1217027" cy="1217027"/>
          </a:xfrm>
        </p:grpSpPr>
        <p:pic>
          <p:nvPicPr>
            <p:cNvPr id="397" name="Google Shape;39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01860" y="5553278"/>
              <a:ext cx="1217027" cy="12170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12"/>
            <p:cNvSpPr/>
            <p:nvPr/>
          </p:nvSpPr>
          <p:spPr>
            <a:xfrm>
              <a:off x="7063632" y="5653722"/>
              <a:ext cx="694055" cy="694055"/>
            </a:xfrm>
            <a:custGeom>
              <a:rect b="b" l="l" r="r" t="t"/>
              <a:pathLst>
                <a:path extrusionOk="0" h="694054" w="694054">
                  <a:moveTo>
                    <a:pt x="346741" y="0"/>
                  </a:moveTo>
                  <a:lnTo>
                    <a:pt x="302469" y="2821"/>
                  </a:lnTo>
                  <a:lnTo>
                    <a:pt x="258781" y="11284"/>
                  </a:lnTo>
                  <a:lnTo>
                    <a:pt x="216262" y="25389"/>
                  </a:lnTo>
                  <a:lnTo>
                    <a:pt x="175496" y="45136"/>
                  </a:lnTo>
                  <a:lnTo>
                    <a:pt x="137066" y="70526"/>
                  </a:lnTo>
                  <a:lnTo>
                    <a:pt x="101558" y="101557"/>
                  </a:lnTo>
                  <a:lnTo>
                    <a:pt x="70526" y="137066"/>
                  </a:lnTo>
                  <a:lnTo>
                    <a:pt x="45137" y="175495"/>
                  </a:lnTo>
                  <a:lnTo>
                    <a:pt x="25389" y="216262"/>
                  </a:lnTo>
                  <a:lnTo>
                    <a:pt x="11284" y="258781"/>
                  </a:lnTo>
                  <a:lnTo>
                    <a:pt x="2821" y="302469"/>
                  </a:lnTo>
                  <a:lnTo>
                    <a:pt x="0" y="346741"/>
                  </a:lnTo>
                  <a:lnTo>
                    <a:pt x="2821" y="391013"/>
                  </a:lnTo>
                  <a:lnTo>
                    <a:pt x="11284" y="434701"/>
                  </a:lnTo>
                  <a:lnTo>
                    <a:pt x="25389" y="477220"/>
                  </a:lnTo>
                  <a:lnTo>
                    <a:pt x="45137" y="517987"/>
                  </a:lnTo>
                  <a:lnTo>
                    <a:pt x="70526" y="556416"/>
                  </a:lnTo>
                  <a:lnTo>
                    <a:pt x="101558" y="591925"/>
                  </a:lnTo>
                  <a:lnTo>
                    <a:pt x="137066" y="622956"/>
                  </a:lnTo>
                  <a:lnTo>
                    <a:pt x="175496" y="648346"/>
                  </a:lnTo>
                  <a:lnTo>
                    <a:pt x="216262" y="668093"/>
                  </a:lnTo>
                  <a:lnTo>
                    <a:pt x="258781" y="682198"/>
                  </a:lnTo>
                  <a:lnTo>
                    <a:pt x="302469" y="690662"/>
                  </a:lnTo>
                  <a:lnTo>
                    <a:pt x="346741" y="693483"/>
                  </a:lnTo>
                  <a:lnTo>
                    <a:pt x="391013" y="690662"/>
                  </a:lnTo>
                  <a:lnTo>
                    <a:pt x="434701" y="682198"/>
                  </a:lnTo>
                  <a:lnTo>
                    <a:pt x="477220" y="668093"/>
                  </a:lnTo>
                  <a:lnTo>
                    <a:pt x="517987" y="648346"/>
                  </a:lnTo>
                  <a:lnTo>
                    <a:pt x="556416" y="622956"/>
                  </a:lnTo>
                  <a:lnTo>
                    <a:pt x="591924" y="591925"/>
                  </a:lnTo>
                  <a:lnTo>
                    <a:pt x="622956" y="556416"/>
                  </a:lnTo>
                  <a:lnTo>
                    <a:pt x="648346" y="517987"/>
                  </a:lnTo>
                  <a:lnTo>
                    <a:pt x="668093" y="477220"/>
                  </a:lnTo>
                  <a:lnTo>
                    <a:pt x="682199" y="434701"/>
                  </a:lnTo>
                  <a:lnTo>
                    <a:pt x="690662" y="391013"/>
                  </a:lnTo>
                  <a:lnTo>
                    <a:pt x="693483" y="346741"/>
                  </a:lnTo>
                  <a:lnTo>
                    <a:pt x="690662" y="302469"/>
                  </a:lnTo>
                  <a:lnTo>
                    <a:pt x="682199" y="258781"/>
                  </a:lnTo>
                  <a:lnTo>
                    <a:pt x="668093" y="216262"/>
                  </a:lnTo>
                  <a:lnTo>
                    <a:pt x="648346" y="175495"/>
                  </a:lnTo>
                  <a:lnTo>
                    <a:pt x="622956" y="137066"/>
                  </a:lnTo>
                  <a:lnTo>
                    <a:pt x="591924" y="101557"/>
                  </a:lnTo>
                  <a:lnTo>
                    <a:pt x="556416" y="70526"/>
                  </a:lnTo>
                  <a:lnTo>
                    <a:pt x="517987" y="45136"/>
                  </a:lnTo>
                  <a:lnTo>
                    <a:pt x="477220" y="25389"/>
                  </a:lnTo>
                  <a:lnTo>
                    <a:pt x="434701" y="11284"/>
                  </a:lnTo>
                  <a:lnTo>
                    <a:pt x="391013" y="2821"/>
                  </a:lnTo>
                  <a:lnTo>
                    <a:pt x="346741" y="0"/>
                  </a:lnTo>
                  <a:close/>
                </a:path>
              </a:pathLst>
            </a:custGeom>
            <a:solidFill>
              <a:srgbClr val="F4DB1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99" name="Google Shape;399;p12"/>
          <p:cNvSpPr txBox="1"/>
          <p:nvPr/>
        </p:nvSpPr>
        <p:spPr>
          <a:xfrm>
            <a:off x="7295654" y="5769198"/>
            <a:ext cx="229870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2"/>
          <p:cNvSpPr txBox="1"/>
          <p:nvPr/>
        </p:nvSpPr>
        <p:spPr>
          <a:xfrm>
            <a:off x="13555149" y="3768597"/>
            <a:ext cx="6147435" cy="302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Request body (only when sending data to server, e.g. </a:t>
            </a:r>
            <a:r>
              <a:rPr lang="en-US" sz="18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POST</a:t>
            </a:r>
            <a:r>
              <a:rPr lang="en-US" sz="1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7905518" y="8196826"/>
            <a:ext cx="4182110" cy="2630805"/>
          </a:xfrm>
          <a:custGeom>
            <a:rect b="b" l="l" r="r" t="t"/>
            <a:pathLst>
              <a:path extrusionOk="0" h="2630804" w="4182109">
                <a:moveTo>
                  <a:pt x="4181672" y="0"/>
                </a:moveTo>
                <a:lnTo>
                  <a:pt x="0" y="0"/>
                </a:lnTo>
                <a:lnTo>
                  <a:pt x="0" y="2630184"/>
                </a:lnTo>
                <a:lnTo>
                  <a:pt x="4181672" y="2630184"/>
                </a:lnTo>
                <a:lnTo>
                  <a:pt x="4181672" y="0"/>
                </a:lnTo>
                <a:close/>
              </a:path>
            </a:pathLst>
          </a:custGeom>
          <a:solidFill>
            <a:srgbClr val="E7E7E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2" name="Google Shape;402;p12"/>
          <p:cNvSpPr txBox="1"/>
          <p:nvPr/>
        </p:nvSpPr>
        <p:spPr>
          <a:xfrm>
            <a:off x="8163930" y="8409937"/>
            <a:ext cx="2743200" cy="415290"/>
          </a:xfrm>
          <a:prstGeom prst="rect">
            <a:avLst/>
          </a:prstGeom>
          <a:solidFill>
            <a:srgbClr val="E7E7E7"/>
          </a:solidFill>
          <a:ln cap="flat" cmpd="sng" w="41875">
            <a:solidFill>
              <a:srgbClr val="F142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5075">
            <a:spAutoFit/>
          </a:bodyPr>
          <a:lstStyle/>
          <a:p>
            <a:pPr indent="0" lvl="0" marL="1917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HTTP/1.1 </a:t>
            </a:r>
            <a:r>
              <a:rPr b="1" lang="en-US" sz="1900">
                <a:solidFill>
                  <a:srgbClr val="39B385"/>
                </a:solidFill>
                <a:latin typeface="Courier New"/>
                <a:ea typeface="Courier New"/>
                <a:cs typeface="Courier New"/>
                <a:sym typeface="Courier New"/>
              </a:rPr>
              <a:t>200 OK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3" name="Google Shape;403;p12"/>
          <p:cNvSpPr txBox="1"/>
          <p:nvPr/>
        </p:nvSpPr>
        <p:spPr>
          <a:xfrm>
            <a:off x="8163930" y="8965960"/>
            <a:ext cx="3759200" cy="1183005"/>
          </a:xfrm>
          <a:prstGeom prst="rect">
            <a:avLst/>
          </a:prstGeom>
          <a:solidFill>
            <a:srgbClr val="E7E7E7"/>
          </a:solidFill>
          <a:ln cap="flat" cmpd="sng" w="41875">
            <a:solidFill>
              <a:srgbClr val="F043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4125">
            <a:spAutoFit/>
          </a:bodyPr>
          <a:lstStyle/>
          <a:p>
            <a:pPr indent="0" lvl="0" marL="191770" marR="128904" rtl="0" algn="l">
              <a:lnSpc>
                <a:spcPct val="130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Date: Fri, 18 Jan 2021 Content-Type: text/html Transfer-Encoding: chunked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4" name="Google Shape;404;p12"/>
          <p:cNvSpPr txBox="1"/>
          <p:nvPr/>
        </p:nvSpPr>
        <p:spPr>
          <a:xfrm>
            <a:off x="8163930" y="10262791"/>
            <a:ext cx="1209040" cy="415290"/>
          </a:xfrm>
          <a:prstGeom prst="rect">
            <a:avLst/>
          </a:prstGeom>
          <a:solidFill>
            <a:srgbClr val="E7E7E7"/>
          </a:solidFill>
          <a:ln cap="flat" cmpd="sng" w="41875">
            <a:solidFill>
              <a:srgbClr val="EE40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6825">
            <a:spAutoFit/>
          </a:bodyPr>
          <a:lstStyle/>
          <a:p>
            <a:pPr indent="0" lvl="0" marL="1917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&lt;BODY&gt;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405" name="Google Shape;405;p12"/>
          <p:cNvGrpSpPr/>
          <p:nvPr/>
        </p:nvGrpSpPr>
        <p:grpSpPr>
          <a:xfrm>
            <a:off x="9574999" y="8523023"/>
            <a:ext cx="3124835" cy="2029383"/>
            <a:chOff x="9574999" y="8523023"/>
            <a:chExt cx="3124835" cy="2029383"/>
          </a:xfrm>
        </p:grpSpPr>
        <p:sp>
          <p:nvSpPr>
            <p:cNvPr id="406" name="Google Shape;406;p12"/>
            <p:cNvSpPr/>
            <p:nvPr/>
          </p:nvSpPr>
          <p:spPr>
            <a:xfrm>
              <a:off x="11082594" y="8610978"/>
              <a:ext cx="1449705" cy="0"/>
            </a:xfrm>
            <a:custGeom>
              <a:rect b="b" l="l" r="r" t="t"/>
              <a:pathLst>
                <a:path extrusionOk="0" h="120000" w="1449704">
                  <a:moveTo>
                    <a:pt x="0" y="0"/>
                  </a:moveTo>
                  <a:lnTo>
                    <a:pt x="1428544" y="0"/>
                  </a:lnTo>
                  <a:lnTo>
                    <a:pt x="1449486" y="0"/>
                  </a:lnTo>
                </a:path>
              </a:pathLst>
            </a:custGeom>
            <a:noFill/>
            <a:ln cap="flat" cmpd="sng" w="41875">
              <a:solidFill>
                <a:srgbClr val="F242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7" name="Google Shape;407;p12"/>
            <p:cNvSpPr/>
            <p:nvPr/>
          </p:nvSpPr>
          <p:spPr>
            <a:xfrm>
              <a:off x="12511137" y="8523023"/>
              <a:ext cx="176530" cy="176530"/>
            </a:xfrm>
            <a:custGeom>
              <a:rect b="b" l="l" r="r" t="t"/>
              <a:pathLst>
                <a:path extrusionOk="0" h="176529" w="176529">
                  <a:moveTo>
                    <a:pt x="0" y="0"/>
                  </a:move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42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8" name="Google Shape;408;p12"/>
            <p:cNvSpPr/>
            <p:nvPr/>
          </p:nvSpPr>
          <p:spPr>
            <a:xfrm>
              <a:off x="12130478" y="9563906"/>
              <a:ext cx="398780" cy="0"/>
            </a:xfrm>
            <a:custGeom>
              <a:rect b="b" l="l" r="r" t="t"/>
              <a:pathLst>
                <a:path extrusionOk="0" h="120000" w="398779">
                  <a:moveTo>
                    <a:pt x="0" y="0"/>
                  </a:moveTo>
                  <a:lnTo>
                    <a:pt x="377548" y="0"/>
                  </a:lnTo>
                  <a:lnTo>
                    <a:pt x="398490" y="0"/>
                  </a:lnTo>
                </a:path>
              </a:pathLst>
            </a:custGeom>
            <a:noFill/>
            <a:ln cap="flat" cmpd="sng" w="41875">
              <a:solidFill>
                <a:srgbClr val="F043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9" name="Google Shape;409;p12"/>
            <p:cNvSpPr/>
            <p:nvPr/>
          </p:nvSpPr>
          <p:spPr>
            <a:xfrm>
              <a:off x="12508027" y="9475951"/>
              <a:ext cx="176530" cy="176530"/>
            </a:xfrm>
            <a:custGeom>
              <a:rect b="b" l="l" r="r" t="t"/>
              <a:pathLst>
                <a:path extrusionOk="0" h="176529" w="176529">
                  <a:moveTo>
                    <a:pt x="0" y="0"/>
                  </a:move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43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0" name="Google Shape;410;p12"/>
            <p:cNvSpPr/>
            <p:nvPr/>
          </p:nvSpPr>
          <p:spPr>
            <a:xfrm>
              <a:off x="9574999" y="10463832"/>
              <a:ext cx="2969260" cy="0"/>
            </a:xfrm>
            <a:custGeom>
              <a:rect b="b" l="l" r="r" t="t"/>
              <a:pathLst>
                <a:path extrusionOk="0" h="120000" w="2969259">
                  <a:moveTo>
                    <a:pt x="0" y="0"/>
                  </a:moveTo>
                  <a:lnTo>
                    <a:pt x="2948307" y="0"/>
                  </a:lnTo>
                  <a:lnTo>
                    <a:pt x="2969248" y="0"/>
                  </a:lnTo>
                </a:path>
              </a:pathLst>
            </a:custGeom>
            <a:noFill/>
            <a:ln cap="flat" cmpd="sng" w="41875">
              <a:solidFill>
                <a:srgbClr val="EE405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1" name="Google Shape;411;p12"/>
            <p:cNvSpPr/>
            <p:nvPr/>
          </p:nvSpPr>
          <p:spPr>
            <a:xfrm>
              <a:off x="12523304" y="10375876"/>
              <a:ext cx="176530" cy="176530"/>
            </a:xfrm>
            <a:custGeom>
              <a:rect b="b" l="l" r="r" t="t"/>
              <a:pathLst>
                <a:path extrusionOk="0" h="176529" w="176529">
                  <a:moveTo>
                    <a:pt x="0" y="0"/>
                  </a:moveTo>
                  <a:lnTo>
                    <a:pt x="0" y="175910"/>
                  </a:lnTo>
                  <a:lnTo>
                    <a:pt x="175910" y="87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405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12" name="Google Shape;412;p12"/>
          <p:cNvSpPr txBox="1"/>
          <p:nvPr/>
        </p:nvSpPr>
        <p:spPr>
          <a:xfrm>
            <a:off x="12926895" y="8449806"/>
            <a:ext cx="5849620" cy="302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Start line: HTTP version + status code + status message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2"/>
          <p:cNvSpPr txBox="1"/>
          <p:nvPr/>
        </p:nvSpPr>
        <p:spPr>
          <a:xfrm>
            <a:off x="12927136" y="9399778"/>
            <a:ext cx="5528310" cy="302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HTTP response headers (many different possibilities)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2"/>
          <p:cNvSpPr txBox="1"/>
          <p:nvPr/>
        </p:nvSpPr>
        <p:spPr>
          <a:xfrm>
            <a:off x="12926895" y="10302660"/>
            <a:ext cx="3495675" cy="302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Response body (most responses)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2"/>
          <p:cNvSpPr/>
          <p:nvPr/>
        </p:nvSpPr>
        <p:spPr>
          <a:xfrm>
            <a:off x="3121181" y="4933983"/>
            <a:ext cx="2630170" cy="2630170"/>
          </a:xfrm>
          <a:custGeom>
            <a:rect b="b" l="l" r="r" t="t"/>
            <a:pathLst>
              <a:path extrusionOk="0" h="2630170" w="2630170">
                <a:moveTo>
                  <a:pt x="1337338" y="0"/>
                </a:moveTo>
                <a:lnTo>
                  <a:pt x="1292465" y="0"/>
                </a:lnTo>
                <a:lnTo>
                  <a:pt x="1247613" y="1521"/>
                </a:lnTo>
                <a:lnTo>
                  <a:pt x="1202824" y="4565"/>
                </a:lnTo>
                <a:lnTo>
                  <a:pt x="1158140" y="9130"/>
                </a:lnTo>
                <a:lnTo>
                  <a:pt x="1113603" y="15217"/>
                </a:lnTo>
                <a:lnTo>
                  <a:pt x="1069255" y="22825"/>
                </a:lnTo>
                <a:lnTo>
                  <a:pt x="1025138" y="31955"/>
                </a:lnTo>
                <a:lnTo>
                  <a:pt x="981294" y="42607"/>
                </a:lnTo>
                <a:lnTo>
                  <a:pt x="937766" y="54781"/>
                </a:lnTo>
                <a:lnTo>
                  <a:pt x="894595" y="68476"/>
                </a:lnTo>
                <a:lnTo>
                  <a:pt x="851823" y="83693"/>
                </a:lnTo>
                <a:lnTo>
                  <a:pt x="809492" y="100432"/>
                </a:lnTo>
                <a:lnTo>
                  <a:pt x="767644" y="118693"/>
                </a:lnTo>
                <a:lnTo>
                  <a:pt x="726322" y="138475"/>
                </a:lnTo>
                <a:lnTo>
                  <a:pt x="685567" y="159779"/>
                </a:lnTo>
                <a:lnTo>
                  <a:pt x="645421" y="182604"/>
                </a:lnTo>
                <a:lnTo>
                  <a:pt x="605926" y="206952"/>
                </a:lnTo>
                <a:lnTo>
                  <a:pt x="567125" y="232821"/>
                </a:lnTo>
                <a:lnTo>
                  <a:pt x="529060" y="260211"/>
                </a:lnTo>
                <a:lnTo>
                  <a:pt x="491771" y="289124"/>
                </a:lnTo>
                <a:lnTo>
                  <a:pt x="455302" y="319558"/>
                </a:lnTo>
                <a:lnTo>
                  <a:pt x="419695" y="351514"/>
                </a:lnTo>
                <a:lnTo>
                  <a:pt x="384990" y="384991"/>
                </a:lnTo>
                <a:lnTo>
                  <a:pt x="351513" y="419695"/>
                </a:lnTo>
                <a:lnTo>
                  <a:pt x="319557" y="455303"/>
                </a:lnTo>
                <a:lnTo>
                  <a:pt x="289123" y="491772"/>
                </a:lnTo>
                <a:lnTo>
                  <a:pt x="260211" y="529060"/>
                </a:lnTo>
                <a:lnTo>
                  <a:pt x="232820" y="567126"/>
                </a:lnTo>
                <a:lnTo>
                  <a:pt x="206951" y="605927"/>
                </a:lnTo>
                <a:lnTo>
                  <a:pt x="182604" y="645421"/>
                </a:lnTo>
                <a:lnTo>
                  <a:pt x="159778" y="685567"/>
                </a:lnTo>
                <a:lnTo>
                  <a:pt x="138475" y="726322"/>
                </a:lnTo>
                <a:lnTo>
                  <a:pt x="118692" y="767644"/>
                </a:lnTo>
                <a:lnTo>
                  <a:pt x="100432" y="809492"/>
                </a:lnTo>
                <a:lnTo>
                  <a:pt x="83693" y="851823"/>
                </a:lnTo>
                <a:lnTo>
                  <a:pt x="68476" y="894595"/>
                </a:lnTo>
                <a:lnTo>
                  <a:pt x="54781" y="937766"/>
                </a:lnTo>
                <a:lnTo>
                  <a:pt x="42607" y="981295"/>
                </a:lnTo>
                <a:lnTo>
                  <a:pt x="31955" y="1025138"/>
                </a:lnTo>
                <a:lnTo>
                  <a:pt x="22825" y="1069255"/>
                </a:lnTo>
                <a:lnTo>
                  <a:pt x="15217" y="1113603"/>
                </a:lnTo>
                <a:lnTo>
                  <a:pt x="9130" y="1158140"/>
                </a:lnTo>
                <a:lnTo>
                  <a:pt x="4565" y="1202824"/>
                </a:lnTo>
                <a:lnTo>
                  <a:pt x="1521" y="1247613"/>
                </a:lnTo>
                <a:lnTo>
                  <a:pt x="0" y="1292465"/>
                </a:lnTo>
                <a:lnTo>
                  <a:pt x="0" y="1337338"/>
                </a:lnTo>
                <a:lnTo>
                  <a:pt x="1521" y="1382190"/>
                </a:lnTo>
                <a:lnTo>
                  <a:pt x="4565" y="1426979"/>
                </a:lnTo>
                <a:lnTo>
                  <a:pt x="9130" y="1471663"/>
                </a:lnTo>
                <a:lnTo>
                  <a:pt x="15217" y="1516200"/>
                </a:lnTo>
                <a:lnTo>
                  <a:pt x="22825" y="1560548"/>
                </a:lnTo>
                <a:lnTo>
                  <a:pt x="31955" y="1604665"/>
                </a:lnTo>
                <a:lnTo>
                  <a:pt x="42607" y="1648508"/>
                </a:lnTo>
                <a:lnTo>
                  <a:pt x="54781" y="1692037"/>
                </a:lnTo>
                <a:lnTo>
                  <a:pt x="68476" y="1735208"/>
                </a:lnTo>
                <a:lnTo>
                  <a:pt x="83693" y="1777980"/>
                </a:lnTo>
                <a:lnTo>
                  <a:pt x="100432" y="1820311"/>
                </a:lnTo>
                <a:lnTo>
                  <a:pt x="118692" y="1862158"/>
                </a:lnTo>
                <a:lnTo>
                  <a:pt x="138475" y="1903481"/>
                </a:lnTo>
                <a:lnTo>
                  <a:pt x="159778" y="1944236"/>
                </a:lnTo>
                <a:lnTo>
                  <a:pt x="182604" y="1984382"/>
                </a:lnTo>
                <a:lnTo>
                  <a:pt x="206951" y="2023876"/>
                </a:lnTo>
                <a:lnTo>
                  <a:pt x="232820" y="2062677"/>
                </a:lnTo>
                <a:lnTo>
                  <a:pt x="260211" y="2100743"/>
                </a:lnTo>
                <a:lnTo>
                  <a:pt x="289123" y="2138031"/>
                </a:lnTo>
                <a:lnTo>
                  <a:pt x="319557" y="2174500"/>
                </a:lnTo>
                <a:lnTo>
                  <a:pt x="351513" y="2210108"/>
                </a:lnTo>
                <a:lnTo>
                  <a:pt x="384990" y="2244812"/>
                </a:lnTo>
                <a:lnTo>
                  <a:pt x="419695" y="2278290"/>
                </a:lnTo>
                <a:lnTo>
                  <a:pt x="455302" y="2310245"/>
                </a:lnTo>
                <a:lnTo>
                  <a:pt x="491771" y="2340679"/>
                </a:lnTo>
                <a:lnTo>
                  <a:pt x="529060" y="2369592"/>
                </a:lnTo>
                <a:lnTo>
                  <a:pt x="567125" y="2396982"/>
                </a:lnTo>
                <a:lnTo>
                  <a:pt x="605926" y="2422851"/>
                </a:lnTo>
                <a:lnTo>
                  <a:pt x="645421" y="2447199"/>
                </a:lnTo>
                <a:lnTo>
                  <a:pt x="685567" y="2470024"/>
                </a:lnTo>
                <a:lnTo>
                  <a:pt x="726322" y="2491328"/>
                </a:lnTo>
                <a:lnTo>
                  <a:pt x="767644" y="2511110"/>
                </a:lnTo>
                <a:lnTo>
                  <a:pt x="809492" y="2529371"/>
                </a:lnTo>
                <a:lnTo>
                  <a:pt x="851823" y="2546109"/>
                </a:lnTo>
                <a:lnTo>
                  <a:pt x="894595" y="2561326"/>
                </a:lnTo>
                <a:lnTo>
                  <a:pt x="937766" y="2575022"/>
                </a:lnTo>
                <a:lnTo>
                  <a:pt x="981294" y="2587195"/>
                </a:lnTo>
                <a:lnTo>
                  <a:pt x="1025138" y="2597847"/>
                </a:lnTo>
                <a:lnTo>
                  <a:pt x="1069255" y="2606978"/>
                </a:lnTo>
                <a:lnTo>
                  <a:pt x="1113603" y="2614586"/>
                </a:lnTo>
                <a:lnTo>
                  <a:pt x="1158140" y="2620673"/>
                </a:lnTo>
                <a:lnTo>
                  <a:pt x="1202824" y="2625238"/>
                </a:lnTo>
                <a:lnTo>
                  <a:pt x="1247613" y="2628281"/>
                </a:lnTo>
                <a:lnTo>
                  <a:pt x="1292465" y="2629803"/>
                </a:lnTo>
                <a:lnTo>
                  <a:pt x="1337338" y="2629803"/>
                </a:lnTo>
                <a:lnTo>
                  <a:pt x="1382190" y="2628281"/>
                </a:lnTo>
                <a:lnTo>
                  <a:pt x="1426979" y="2625238"/>
                </a:lnTo>
                <a:lnTo>
                  <a:pt x="1471663" y="2620673"/>
                </a:lnTo>
                <a:lnTo>
                  <a:pt x="1516200" y="2614586"/>
                </a:lnTo>
                <a:lnTo>
                  <a:pt x="1560548" y="2606978"/>
                </a:lnTo>
                <a:lnTo>
                  <a:pt x="1604664" y="2597847"/>
                </a:lnTo>
                <a:lnTo>
                  <a:pt x="1648508" y="2587195"/>
                </a:lnTo>
                <a:lnTo>
                  <a:pt x="1692036" y="2575022"/>
                </a:lnTo>
                <a:lnTo>
                  <a:pt x="1735208" y="2561326"/>
                </a:lnTo>
                <a:lnTo>
                  <a:pt x="1777980" y="2546109"/>
                </a:lnTo>
                <a:lnTo>
                  <a:pt x="1820311" y="2529371"/>
                </a:lnTo>
                <a:lnTo>
                  <a:pt x="1862158" y="2511110"/>
                </a:lnTo>
                <a:lnTo>
                  <a:pt x="1903480" y="2491328"/>
                </a:lnTo>
                <a:lnTo>
                  <a:pt x="1944236" y="2470024"/>
                </a:lnTo>
                <a:lnTo>
                  <a:pt x="1984381" y="2447199"/>
                </a:lnTo>
                <a:lnTo>
                  <a:pt x="2023876" y="2422851"/>
                </a:lnTo>
                <a:lnTo>
                  <a:pt x="2062677" y="2396982"/>
                </a:lnTo>
                <a:lnTo>
                  <a:pt x="2100743" y="2369592"/>
                </a:lnTo>
                <a:lnTo>
                  <a:pt x="2138031" y="2340679"/>
                </a:lnTo>
                <a:lnTo>
                  <a:pt x="2174500" y="2310245"/>
                </a:lnTo>
                <a:lnTo>
                  <a:pt x="2210107" y="2278290"/>
                </a:lnTo>
                <a:lnTo>
                  <a:pt x="2244811" y="2244812"/>
                </a:lnTo>
                <a:lnTo>
                  <a:pt x="2278289" y="2210108"/>
                </a:lnTo>
                <a:lnTo>
                  <a:pt x="2310245" y="2174500"/>
                </a:lnTo>
                <a:lnTo>
                  <a:pt x="2340679" y="2138031"/>
                </a:lnTo>
                <a:lnTo>
                  <a:pt x="2369591" y="2100743"/>
                </a:lnTo>
                <a:lnTo>
                  <a:pt x="2396982" y="2062677"/>
                </a:lnTo>
                <a:lnTo>
                  <a:pt x="2422851" y="2023876"/>
                </a:lnTo>
                <a:lnTo>
                  <a:pt x="2447198" y="1984382"/>
                </a:lnTo>
                <a:lnTo>
                  <a:pt x="2470024" y="1944236"/>
                </a:lnTo>
                <a:lnTo>
                  <a:pt x="2491328" y="1903481"/>
                </a:lnTo>
                <a:lnTo>
                  <a:pt x="2511110" y="1862158"/>
                </a:lnTo>
                <a:lnTo>
                  <a:pt x="2529370" y="1820311"/>
                </a:lnTo>
                <a:lnTo>
                  <a:pt x="2546109" y="1777980"/>
                </a:lnTo>
                <a:lnTo>
                  <a:pt x="2561326" y="1735208"/>
                </a:lnTo>
                <a:lnTo>
                  <a:pt x="2575022" y="1692037"/>
                </a:lnTo>
                <a:lnTo>
                  <a:pt x="2587195" y="1648508"/>
                </a:lnTo>
                <a:lnTo>
                  <a:pt x="2597847" y="1604665"/>
                </a:lnTo>
                <a:lnTo>
                  <a:pt x="2606978" y="1560548"/>
                </a:lnTo>
                <a:lnTo>
                  <a:pt x="2614586" y="1516200"/>
                </a:lnTo>
                <a:lnTo>
                  <a:pt x="2620673" y="1471663"/>
                </a:lnTo>
                <a:lnTo>
                  <a:pt x="2625238" y="1426979"/>
                </a:lnTo>
                <a:lnTo>
                  <a:pt x="2628281" y="1382190"/>
                </a:lnTo>
                <a:lnTo>
                  <a:pt x="2629803" y="1337338"/>
                </a:lnTo>
                <a:lnTo>
                  <a:pt x="2629803" y="1292465"/>
                </a:lnTo>
                <a:lnTo>
                  <a:pt x="2628281" y="1247613"/>
                </a:lnTo>
                <a:lnTo>
                  <a:pt x="2625238" y="1202824"/>
                </a:lnTo>
                <a:lnTo>
                  <a:pt x="2620673" y="1158140"/>
                </a:lnTo>
                <a:lnTo>
                  <a:pt x="2614586" y="1113603"/>
                </a:lnTo>
                <a:lnTo>
                  <a:pt x="2606978" y="1069255"/>
                </a:lnTo>
                <a:lnTo>
                  <a:pt x="2597847" y="1025138"/>
                </a:lnTo>
                <a:lnTo>
                  <a:pt x="2587195" y="981295"/>
                </a:lnTo>
                <a:lnTo>
                  <a:pt x="2575022" y="937766"/>
                </a:lnTo>
                <a:lnTo>
                  <a:pt x="2561326" y="894595"/>
                </a:lnTo>
                <a:lnTo>
                  <a:pt x="2546109" y="851823"/>
                </a:lnTo>
                <a:lnTo>
                  <a:pt x="2529370" y="809492"/>
                </a:lnTo>
                <a:lnTo>
                  <a:pt x="2511110" y="767644"/>
                </a:lnTo>
                <a:lnTo>
                  <a:pt x="2491328" y="726322"/>
                </a:lnTo>
                <a:lnTo>
                  <a:pt x="2470024" y="685567"/>
                </a:lnTo>
                <a:lnTo>
                  <a:pt x="2447198" y="645421"/>
                </a:lnTo>
                <a:lnTo>
                  <a:pt x="2422851" y="605927"/>
                </a:lnTo>
                <a:lnTo>
                  <a:pt x="2396982" y="567126"/>
                </a:lnTo>
                <a:lnTo>
                  <a:pt x="2369591" y="529060"/>
                </a:lnTo>
                <a:lnTo>
                  <a:pt x="2340679" y="491772"/>
                </a:lnTo>
                <a:lnTo>
                  <a:pt x="2310245" y="455303"/>
                </a:lnTo>
                <a:lnTo>
                  <a:pt x="2278289" y="419695"/>
                </a:lnTo>
                <a:lnTo>
                  <a:pt x="2244811" y="384991"/>
                </a:lnTo>
                <a:lnTo>
                  <a:pt x="2210107" y="351514"/>
                </a:lnTo>
                <a:lnTo>
                  <a:pt x="2174500" y="319558"/>
                </a:lnTo>
                <a:lnTo>
                  <a:pt x="2138031" y="289124"/>
                </a:lnTo>
                <a:lnTo>
                  <a:pt x="2100743" y="260211"/>
                </a:lnTo>
                <a:lnTo>
                  <a:pt x="2062677" y="232821"/>
                </a:lnTo>
                <a:lnTo>
                  <a:pt x="2023876" y="206952"/>
                </a:lnTo>
                <a:lnTo>
                  <a:pt x="1984381" y="182604"/>
                </a:lnTo>
                <a:lnTo>
                  <a:pt x="1944236" y="159779"/>
                </a:lnTo>
                <a:lnTo>
                  <a:pt x="1903480" y="138475"/>
                </a:lnTo>
                <a:lnTo>
                  <a:pt x="1862158" y="118693"/>
                </a:lnTo>
                <a:lnTo>
                  <a:pt x="1820311" y="100432"/>
                </a:lnTo>
                <a:lnTo>
                  <a:pt x="1777980" y="83693"/>
                </a:lnTo>
                <a:lnTo>
                  <a:pt x="1735208" y="68476"/>
                </a:lnTo>
                <a:lnTo>
                  <a:pt x="1692036" y="54781"/>
                </a:lnTo>
                <a:lnTo>
                  <a:pt x="1648508" y="42607"/>
                </a:lnTo>
                <a:lnTo>
                  <a:pt x="1604664" y="31955"/>
                </a:lnTo>
                <a:lnTo>
                  <a:pt x="1560548" y="22825"/>
                </a:lnTo>
                <a:lnTo>
                  <a:pt x="1516200" y="15217"/>
                </a:lnTo>
                <a:lnTo>
                  <a:pt x="1471663" y="9130"/>
                </a:lnTo>
                <a:lnTo>
                  <a:pt x="1426979" y="4565"/>
                </a:lnTo>
                <a:lnTo>
                  <a:pt x="1382190" y="1521"/>
                </a:lnTo>
                <a:lnTo>
                  <a:pt x="1337338" y="0"/>
                </a:lnTo>
                <a:close/>
              </a:path>
            </a:pathLst>
          </a:custGeom>
          <a:solidFill>
            <a:srgbClr val="F4D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6" name="Google Shape;416;p12"/>
          <p:cNvSpPr txBox="1"/>
          <p:nvPr/>
        </p:nvSpPr>
        <p:spPr>
          <a:xfrm>
            <a:off x="3510101" y="5169544"/>
            <a:ext cx="1852295" cy="986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23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(e.g. browser)</a:t>
            </a: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7" name="Google Shape;417;p12"/>
          <p:cNvGrpSpPr/>
          <p:nvPr/>
        </p:nvGrpSpPr>
        <p:grpSpPr>
          <a:xfrm>
            <a:off x="1483373" y="6363799"/>
            <a:ext cx="5573280" cy="1930964"/>
            <a:chOff x="1483373" y="6363799"/>
            <a:chExt cx="5573280" cy="1930964"/>
          </a:xfrm>
        </p:grpSpPr>
        <p:pic>
          <p:nvPicPr>
            <p:cNvPr id="418" name="Google Shape;418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069588" y="6363799"/>
              <a:ext cx="732961" cy="7329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9" name="Google Shape;419;p1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483373" y="6974493"/>
              <a:ext cx="5573280" cy="13202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0" name="Google Shape;420;p12"/>
            <p:cNvSpPr/>
            <p:nvPr/>
          </p:nvSpPr>
          <p:spPr>
            <a:xfrm>
              <a:off x="1902209" y="7184511"/>
              <a:ext cx="4735830" cy="482600"/>
            </a:xfrm>
            <a:custGeom>
              <a:rect b="b" l="l" r="r" t="t"/>
              <a:pathLst>
                <a:path extrusionOk="0" h="482600" w="4735830">
                  <a:moveTo>
                    <a:pt x="4366743" y="0"/>
                  </a:moveTo>
                  <a:lnTo>
                    <a:pt x="368867" y="0"/>
                  </a:lnTo>
                  <a:lnTo>
                    <a:pt x="297631" y="227"/>
                  </a:lnTo>
                  <a:lnTo>
                    <a:pt x="240183" y="1819"/>
                  </a:lnTo>
                  <a:lnTo>
                    <a:pt x="194552" y="6139"/>
                  </a:lnTo>
                  <a:lnTo>
                    <a:pt x="111391" y="37952"/>
                  </a:lnTo>
                  <a:lnTo>
                    <a:pt x="70675" y="70675"/>
                  </a:lnTo>
                  <a:lnTo>
                    <a:pt x="37952" y="111391"/>
                  </a:lnTo>
                  <a:lnTo>
                    <a:pt x="14552" y="158771"/>
                  </a:lnTo>
                  <a:lnTo>
                    <a:pt x="3666" y="199399"/>
                  </a:lnTo>
                  <a:lnTo>
                    <a:pt x="0" y="241300"/>
                  </a:lnTo>
                  <a:lnTo>
                    <a:pt x="920" y="262350"/>
                  </a:lnTo>
                  <a:lnTo>
                    <a:pt x="8217" y="303734"/>
                  </a:lnTo>
                  <a:lnTo>
                    <a:pt x="37952" y="371209"/>
                  </a:lnTo>
                  <a:lnTo>
                    <a:pt x="70675" y="411925"/>
                  </a:lnTo>
                  <a:lnTo>
                    <a:pt x="111391" y="444648"/>
                  </a:lnTo>
                  <a:lnTo>
                    <a:pt x="158771" y="468048"/>
                  </a:lnTo>
                  <a:lnTo>
                    <a:pt x="240183" y="480781"/>
                  </a:lnTo>
                  <a:lnTo>
                    <a:pt x="297631" y="482372"/>
                  </a:lnTo>
                  <a:lnTo>
                    <a:pt x="368867" y="482599"/>
                  </a:lnTo>
                  <a:lnTo>
                    <a:pt x="4366743" y="482599"/>
                  </a:lnTo>
                  <a:lnTo>
                    <a:pt x="4437979" y="482372"/>
                  </a:lnTo>
                  <a:lnTo>
                    <a:pt x="4495427" y="480781"/>
                  </a:lnTo>
                  <a:lnTo>
                    <a:pt x="4541057" y="476461"/>
                  </a:lnTo>
                  <a:lnTo>
                    <a:pt x="4624219" y="444648"/>
                  </a:lnTo>
                  <a:lnTo>
                    <a:pt x="4664935" y="411925"/>
                  </a:lnTo>
                  <a:lnTo>
                    <a:pt x="4697657" y="371209"/>
                  </a:lnTo>
                  <a:lnTo>
                    <a:pt x="4721058" y="323829"/>
                  </a:lnTo>
                  <a:lnTo>
                    <a:pt x="4731944" y="283201"/>
                  </a:lnTo>
                  <a:lnTo>
                    <a:pt x="4735609" y="241300"/>
                  </a:lnTo>
                  <a:lnTo>
                    <a:pt x="4734689" y="220250"/>
                  </a:lnTo>
                  <a:lnTo>
                    <a:pt x="4727393" y="178866"/>
                  </a:lnTo>
                  <a:lnTo>
                    <a:pt x="4697657" y="111391"/>
                  </a:lnTo>
                  <a:lnTo>
                    <a:pt x="4664935" y="70675"/>
                  </a:lnTo>
                  <a:lnTo>
                    <a:pt x="4624219" y="37952"/>
                  </a:lnTo>
                  <a:lnTo>
                    <a:pt x="4576839" y="14552"/>
                  </a:lnTo>
                  <a:lnTo>
                    <a:pt x="4495427" y="1819"/>
                  </a:lnTo>
                  <a:lnTo>
                    <a:pt x="4437979" y="227"/>
                  </a:lnTo>
                  <a:lnTo>
                    <a:pt x="4366743" y="0"/>
                  </a:lnTo>
                  <a:close/>
                </a:path>
              </a:pathLst>
            </a:custGeom>
            <a:solidFill>
              <a:srgbClr val="55555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21" name="Google Shape;421;p12"/>
          <p:cNvSpPr txBox="1"/>
          <p:nvPr/>
        </p:nvSpPr>
        <p:spPr>
          <a:xfrm>
            <a:off x="2296148" y="7176040"/>
            <a:ext cx="3948429" cy="302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AAAAA"/>
                </a:solidFill>
                <a:latin typeface="Tahoma"/>
                <a:ea typeface="Tahoma"/>
                <a:cs typeface="Tahoma"/>
                <a:sym typeface="Tahoma"/>
              </a:rPr>
              <a:t>h"ps://</a:t>
            </a:r>
            <a:r>
              <a:rPr lang="en-US" sz="1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restcountries.eu</a:t>
            </a:r>
            <a:r>
              <a:rPr lang="en-US" sz="1800">
                <a:solidFill>
                  <a:srgbClr val="AAAAAA"/>
                </a:solidFill>
                <a:latin typeface="Tahoma"/>
                <a:ea typeface="Tahoma"/>
                <a:cs typeface="Tahoma"/>
                <a:sym typeface="Tahoma"/>
              </a:rPr>
              <a:t>/rest/v2/alpha/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2" name="Google Shape;422;p12"/>
          <p:cNvSpPr txBox="1"/>
          <p:nvPr/>
        </p:nvSpPr>
        <p:spPr>
          <a:xfrm>
            <a:off x="4793324" y="2947510"/>
            <a:ext cx="2844165" cy="302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AAAAA"/>
                </a:solidFill>
                <a:latin typeface="Tahoma"/>
                <a:ea typeface="Tahoma"/>
                <a:cs typeface="Tahoma"/>
                <a:sym typeface="Tahoma"/>
              </a:rPr>
              <a:t>h"ps://</a:t>
            </a:r>
            <a:r>
              <a:rPr lang="en-US" sz="1800">
                <a:solidFill>
                  <a:srgbClr val="EEEEEE"/>
                </a:solidFill>
                <a:latin typeface="Tahoma"/>
                <a:ea typeface="Tahoma"/>
                <a:cs typeface="Tahoma"/>
                <a:sym typeface="Tahoma"/>
              </a:rPr>
              <a:t>104.27.142.889</a:t>
            </a:r>
            <a:r>
              <a:rPr lang="en-US" sz="1800">
                <a:solidFill>
                  <a:srgbClr val="AAAAAA"/>
                </a:solidFill>
                <a:latin typeface="Tahoma"/>
                <a:ea typeface="Tahoma"/>
                <a:cs typeface="Tahoma"/>
                <a:sym typeface="Tahoma"/>
              </a:rPr>
              <a:t>:443</a:t>
            </a:r>
            <a:endParaRPr sz="18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23" name="Google Shape;423;p12"/>
          <p:cNvGrpSpPr/>
          <p:nvPr/>
        </p:nvGrpSpPr>
        <p:grpSpPr>
          <a:xfrm>
            <a:off x="1769175" y="7575632"/>
            <a:ext cx="3747763" cy="1232751"/>
            <a:chOff x="1769175" y="7575632"/>
            <a:chExt cx="3747763" cy="1232751"/>
          </a:xfrm>
        </p:grpSpPr>
        <p:sp>
          <p:nvSpPr>
            <p:cNvPr id="424" name="Google Shape;424;p12"/>
            <p:cNvSpPr/>
            <p:nvPr/>
          </p:nvSpPr>
          <p:spPr>
            <a:xfrm>
              <a:off x="1849538" y="7599538"/>
              <a:ext cx="652780" cy="1075690"/>
            </a:xfrm>
            <a:custGeom>
              <a:rect b="b" l="l" r="r" t="t"/>
              <a:pathLst>
                <a:path extrusionOk="0" h="1075690" w="652780">
                  <a:moveTo>
                    <a:pt x="652302" y="0"/>
                  </a:moveTo>
                  <a:lnTo>
                    <a:pt x="10859" y="1057613"/>
                  </a:lnTo>
                  <a:lnTo>
                    <a:pt x="0" y="1075519"/>
                  </a:lnTo>
                </a:path>
              </a:pathLst>
            </a:custGeom>
            <a:noFill/>
            <a:ln cap="flat" cmpd="sng" w="41875">
              <a:solidFill>
                <a:srgbClr val="EF41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5" name="Google Shape;425;p12"/>
            <p:cNvSpPr/>
            <p:nvPr/>
          </p:nvSpPr>
          <p:spPr>
            <a:xfrm>
              <a:off x="1769175" y="8611540"/>
              <a:ext cx="167005" cy="196215"/>
            </a:xfrm>
            <a:custGeom>
              <a:rect b="b" l="l" r="r" t="t"/>
              <a:pathLst>
                <a:path extrusionOk="0" h="196215" w="167005">
                  <a:moveTo>
                    <a:pt x="16018" y="0"/>
                  </a:moveTo>
                  <a:lnTo>
                    <a:pt x="0" y="196020"/>
                  </a:lnTo>
                  <a:lnTo>
                    <a:pt x="166427" y="91222"/>
                  </a:lnTo>
                  <a:lnTo>
                    <a:pt x="16018" y="0"/>
                  </a:lnTo>
                  <a:close/>
                </a:path>
              </a:pathLst>
            </a:custGeom>
            <a:solidFill>
              <a:srgbClr val="EF415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6" name="Google Shape;426;p12"/>
            <p:cNvSpPr/>
            <p:nvPr/>
          </p:nvSpPr>
          <p:spPr>
            <a:xfrm>
              <a:off x="3910952" y="7591188"/>
              <a:ext cx="0" cy="1061720"/>
            </a:xfrm>
            <a:custGeom>
              <a:rect b="b" l="l" r="r" t="t"/>
              <a:pathLst>
                <a:path extrusionOk="0" h="1061720" w="120000">
                  <a:moveTo>
                    <a:pt x="0" y="0"/>
                  </a:moveTo>
                  <a:lnTo>
                    <a:pt x="0" y="1040666"/>
                  </a:lnTo>
                  <a:lnTo>
                    <a:pt x="0" y="1061608"/>
                  </a:lnTo>
                </a:path>
              </a:pathLst>
            </a:custGeom>
            <a:noFill/>
            <a:ln cap="flat" cmpd="sng" w="41875">
              <a:solidFill>
                <a:srgbClr val="F043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7" name="Google Shape;427;p12"/>
            <p:cNvSpPr/>
            <p:nvPr/>
          </p:nvSpPr>
          <p:spPr>
            <a:xfrm>
              <a:off x="3822996" y="8631853"/>
              <a:ext cx="176530" cy="176530"/>
            </a:xfrm>
            <a:custGeom>
              <a:rect b="b" l="l" r="r" t="t"/>
              <a:pathLst>
                <a:path extrusionOk="0" h="176529" w="176529">
                  <a:moveTo>
                    <a:pt x="175910" y="0"/>
                  </a:moveTo>
                  <a:lnTo>
                    <a:pt x="0" y="0"/>
                  </a:lnTo>
                  <a:lnTo>
                    <a:pt x="87955" y="175910"/>
                  </a:lnTo>
                  <a:lnTo>
                    <a:pt x="175910" y="0"/>
                  </a:lnTo>
                  <a:close/>
                </a:path>
              </a:pathLst>
            </a:custGeom>
            <a:solidFill>
              <a:srgbClr val="F043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8" name="Google Shape;428;p12"/>
            <p:cNvSpPr/>
            <p:nvPr/>
          </p:nvSpPr>
          <p:spPr>
            <a:xfrm>
              <a:off x="5025879" y="7575632"/>
              <a:ext cx="416559" cy="1067435"/>
            </a:xfrm>
            <a:custGeom>
              <a:rect b="b" l="l" r="r" t="t"/>
              <a:pathLst>
                <a:path extrusionOk="0" h="1067434" w="416560">
                  <a:moveTo>
                    <a:pt x="0" y="0"/>
                  </a:moveTo>
                  <a:lnTo>
                    <a:pt x="408538" y="1047503"/>
                  </a:lnTo>
                  <a:lnTo>
                    <a:pt x="416147" y="1067014"/>
                  </a:lnTo>
                </a:path>
              </a:pathLst>
            </a:custGeom>
            <a:noFill/>
            <a:ln cap="flat" cmpd="sng" w="41875">
              <a:solidFill>
                <a:srgbClr val="F043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9" name="Google Shape;429;p12"/>
            <p:cNvSpPr/>
            <p:nvPr/>
          </p:nvSpPr>
          <p:spPr>
            <a:xfrm>
              <a:off x="5352473" y="8591176"/>
              <a:ext cx="164465" cy="196215"/>
            </a:xfrm>
            <a:custGeom>
              <a:rect b="b" l="l" r="r" t="t"/>
              <a:pathLst>
                <a:path extrusionOk="0" h="196215" w="164464">
                  <a:moveTo>
                    <a:pt x="163887" y="0"/>
                  </a:moveTo>
                  <a:lnTo>
                    <a:pt x="0" y="63918"/>
                  </a:lnTo>
                  <a:lnTo>
                    <a:pt x="145861" y="195846"/>
                  </a:lnTo>
                  <a:lnTo>
                    <a:pt x="163887" y="0"/>
                  </a:lnTo>
                  <a:close/>
                </a:path>
              </a:pathLst>
            </a:custGeom>
            <a:solidFill>
              <a:srgbClr val="F043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0" name="Google Shape;430;p12"/>
            <p:cNvSpPr/>
            <p:nvPr/>
          </p:nvSpPr>
          <p:spPr>
            <a:xfrm>
              <a:off x="1849538" y="7599538"/>
              <a:ext cx="652780" cy="1075690"/>
            </a:xfrm>
            <a:custGeom>
              <a:rect b="b" l="l" r="r" t="t"/>
              <a:pathLst>
                <a:path extrusionOk="0" h="1075690" w="652780">
                  <a:moveTo>
                    <a:pt x="652302" y="0"/>
                  </a:moveTo>
                  <a:lnTo>
                    <a:pt x="10859" y="1057613"/>
                  </a:lnTo>
                  <a:lnTo>
                    <a:pt x="0" y="1075519"/>
                  </a:lnTo>
                </a:path>
              </a:pathLst>
            </a:custGeom>
            <a:noFill/>
            <a:ln cap="flat" cmpd="sng" w="41875">
              <a:solidFill>
                <a:srgbClr val="F043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1" name="Google Shape;431;p12"/>
            <p:cNvSpPr/>
            <p:nvPr/>
          </p:nvSpPr>
          <p:spPr>
            <a:xfrm>
              <a:off x="1769175" y="8611540"/>
              <a:ext cx="167005" cy="196215"/>
            </a:xfrm>
            <a:custGeom>
              <a:rect b="b" l="l" r="r" t="t"/>
              <a:pathLst>
                <a:path extrusionOk="0" h="196215" w="167005">
                  <a:moveTo>
                    <a:pt x="16018" y="0"/>
                  </a:moveTo>
                  <a:lnTo>
                    <a:pt x="0" y="196020"/>
                  </a:lnTo>
                  <a:lnTo>
                    <a:pt x="166427" y="91222"/>
                  </a:lnTo>
                  <a:lnTo>
                    <a:pt x="16018" y="0"/>
                  </a:lnTo>
                  <a:close/>
                </a:path>
              </a:pathLst>
            </a:custGeom>
            <a:solidFill>
              <a:srgbClr val="F0435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32" name="Google Shape;432;p12"/>
          <p:cNvSpPr txBox="1"/>
          <p:nvPr/>
        </p:nvSpPr>
        <p:spPr>
          <a:xfrm>
            <a:off x="3176461" y="8947508"/>
            <a:ext cx="1458595" cy="302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Domain name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2"/>
          <p:cNvSpPr txBox="1"/>
          <p:nvPr/>
        </p:nvSpPr>
        <p:spPr>
          <a:xfrm>
            <a:off x="5041389" y="8946048"/>
            <a:ext cx="1003300" cy="302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Resource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2"/>
          <p:cNvSpPr txBox="1"/>
          <p:nvPr/>
        </p:nvSpPr>
        <p:spPr>
          <a:xfrm>
            <a:off x="804195" y="8894106"/>
            <a:ext cx="1807210" cy="737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3975">
            <a:spAutoFit/>
          </a:bodyPr>
          <a:lstStyle/>
          <a:p>
            <a:pPr indent="0" lvl="0" marL="63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Protocol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(HTTP or HTTPS)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44444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2023-08-06T02:59:40Z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2023-08-06T00:00:00Z</vt:filetime>
  </property>
  <property fmtid="{D5CDD505-2E9C-101B-9397-08002B2CF9AE}" pid="3" name="Creator">
    <vt:lpwstr>Keynote</vt:lpwstr>
  </property>
  <property fmtid="{D5CDD505-2E9C-101B-9397-08002B2CF9AE}" pid="4" name="LastSaved">
    <vt:filetime>2023-08-06T00:00:00Z</vt:filetime>
  </property>
  <property fmtid="{D5CDD505-2E9C-101B-9397-08002B2CF9AE}" pid="5" name="Producer">
    <vt:lpwstr>macOS Version 11.0.1 (Build 20B29) Quartz PDFContext</vt:lpwstr>
  </property>
</Properties>
</file>