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1309350" cx="20104100"/>
  <p:notesSz cx="20104100" cy="113093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hYQ04dg6G37v/7xM1u3voWzgrb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/>
          <p:nvPr>
            <p:ph type="title"/>
          </p:nvPr>
        </p:nvSpPr>
        <p:spPr>
          <a:xfrm>
            <a:off x="603309" y="259543"/>
            <a:ext cx="1113853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" type="body"/>
          </p:nvPr>
        </p:nvSpPr>
        <p:spPr>
          <a:xfrm>
            <a:off x="10335740" y="3109853"/>
            <a:ext cx="8647430" cy="277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4" name="Google Shape;2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5"/>
          <p:cNvSpPr txBox="1"/>
          <p:nvPr>
            <p:ph type="ctrTitle"/>
          </p:nvPr>
        </p:nvSpPr>
        <p:spPr>
          <a:xfrm>
            <a:off x="603309" y="259543"/>
            <a:ext cx="3780790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/>
          <p:nvPr>
            <p:ph type="title"/>
          </p:nvPr>
        </p:nvSpPr>
        <p:spPr>
          <a:xfrm>
            <a:off x="603309" y="259543"/>
            <a:ext cx="1113853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603309" y="259543"/>
            <a:ext cx="1113853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2"/>
          <p:cNvSpPr txBox="1"/>
          <p:nvPr>
            <p:ph type="title"/>
          </p:nvPr>
        </p:nvSpPr>
        <p:spPr>
          <a:xfrm>
            <a:off x="603309" y="259543"/>
            <a:ext cx="1113853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 u="none" cap="none" strike="noStrike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2"/>
          <p:cNvSpPr txBox="1"/>
          <p:nvPr>
            <p:ph idx="1" type="body"/>
          </p:nvPr>
        </p:nvSpPr>
        <p:spPr>
          <a:xfrm>
            <a:off x="10335740" y="3109853"/>
            <a:ext cx="8647430" cy="277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2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8.jp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6.jpg"/><Relationship Id="rId5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8.jp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jp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8.jp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"/>
          <p:cNvSpPr txBox="1"/>
          <p:nvPr/>
        </p:nvSpPr>
        <p:spPr>
          <a:xfrm>
            <a:off x="10280650" y="2517449"/>
            <a:ext cx="9525000" cy="694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marR="197485" rtl="0" algn="l">
              <a:lnSpc>
                <a:spcPct val="103529"/>
              </a:lnSpc>
              <a:spcBef>
                <a:spcPts val="175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OBJECT ORIENTED PROGRAMMING (OOP) WITH JAVASCRIPT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marR="5080" rtl="0" algn="l">
              <a:lnSpc>
                <a:spcPct val="103529"/>
              </a:lnSpc>
              <a:spcBef>
                <a:spcPts val="180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INHERITANCE BETWEEN "CLASSES": OBJECT.CREATE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 txBox="1"/>
          <p:nvPr>
            <p:ph type="title"/>
          </p:nvPr>
        </p:nvSpPr>
        <p:spPr>
          <a:xfrm>
            <a:off x="603309" y="259543"/>
            <a:ext cx="156209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INHERITANCE BETWEEN “CLASSES”: OBJECT.CREATE</a:t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8507755" y="1877165"/>
            <a:ext cx="3964304" cy="2311400"/>
          </a:xfrm>
          <a:custGeom>
            <a:rect b="b" l="l" r="r" t="t"/>
            <a:pathLst>
              <a:path extrusionOk="0" h="2311400" w="3964304">
                <a:moveTo>
                  <a:pt x="3964100" y="0"/>
                </a:moveTo>
                <a:lnTo>
                  <a:pt x="0" y="0"/>
                </a:lnTo>
                <a:lnTo>
                  <a:pt x="0" y="2311241"/>
                </a:lnTo>
                <a:lnTo>
                  <a:pt x="3964100" y="2311241"/>
                </a:lnTo>
                <a:lnTo>
                  <a:pt x="3964100" y="0"/>
                </a:lnTo>
                <a:close/>
              </a:path>
            </a:pathLst>
          </a:custGeom>
          <a:solidFill>
            <a:srgbClr val="6BCB7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" name="Google Shape;57;p2"/>
          <p:cNvSpPr txBox="1"/>
          <p:nvPr/>
        </p:nvSpPr>
        <p:spPr>
          <a:xfrm>
            <a:off x="8507755" y="1877165"/>
            <a:ext cx="396430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445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284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[PersonProto]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8964879" y="3032786"/>
            <a:ext cx="3049905" cy="882650"/>
          </a:xfrm>
          <a:prstGeom prst="rect">
            <a:avLst/>
          </a:prstGeom>
          <a:solidFill>
            <a:srgbClr val="FFFFFF">
              <a:alpha val="40392"/>
            </a:srgbClr>
          </a:solidFill>
          <a:ln>
            <a:noFill/>
          </a:ln>
        </p:spPr>
        <p:txBody>
          <a:bodyPr anchorCtr="0" anchor="t" bIns="0" lIns="0" spcFirstLastPara="1" rIns="0" wrap="square" tIns="275575">
            <a:spAutoFit/>
          </a:bodyPr>
          <a:lstStyle/>
          <a:p>
            <a:pPr indent="0" lvl="0" marL="1898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calcAge: </a:t>
            </a:r>
            <a:r>
              <a:rPr b="1" i="1" lang="en-US" sz="205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endParaRPr sz="205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9" name="Google Shape;59;p2"/>
          <p:cNvGrpSpPr/>
          <p:nvPr/>
        </p:nvGrpSpPr>
        <p:grpSpPr>
          <a:xfrm>
            <a:off x="19040194" y="2220438"/>
            <a:ext cx="402590" cy="8454232"/>
            <a:chOff x="19040194" y="2220438"/>
            <a:chExt cx="402590" cy="8454232"/>
          </a:xfrm>
        </p:grpSpPr>
        <p:sp>
          <p:nvSpPr>
            <p:cNvPr id="60" name="Google Shape;60;p2"/>
            <p:cNvSpPr/>
            <p:nvPr/>
          </p:nvSpPr>
          <p:spPr>
            <a:xfrm>
              <a:off x="19241235" y="2570165"/>
              <a:ext cx="0" cy="8104505"/>
            </a:xfrm>
            <a:custGeom>
              <a:rect b="b" l="l" r="r" t="t"/>
              <a:pathLst>
                <a:path extrusionOk="0" h="8104505" w="120000">
                  <a:moveTo>
                    <a:pt x="0" y="0"/>
                  </a:moveTo>
                  <a:lnTo>
                    <a:pt x="0" y="52354"/>
                  </a:lnTo>
                  <a:lnTo>
                    <a:pt x="0" y="8104220"/>
                  </a:lnTo>
                </a:path>
              </a:pathLst>
            </a:custGeom>
            <a:noFill/>
            <a:ln cap="flat" cmpd="sng" w="104700">
              <a:solidFill>
                <a:srgbClr val="F242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9040194" y="2220438"/>
              <a:ext cx="402590" cy="402590"/>
            </a:xfrm>
            <a:custGeom>
              <a:rect b="b" l="l" r="r" t="t"/>
              <a:pathLst>
                <a:path extrusionOk="0" h="402589" w="402590">
                  <a:moveTo>
                    <a:pt x="201040" y="0"/>
                  </a:moveTo>
                  <a:lnTo>
                    <a:pt x="0" y="402081"/>
                  </a:lnTo>
                  <a:lnTo>
                    <a:pt x="402081" y="402081"/>
                  </a:lnTo>
                  <a:lnTo>
                    <a:pt x="201040" y="0"/>
                  </a:lnTo>
                  <a:close/>
                </a:path>
              </a:pathLst>
            </a:custGeom>
            <a:solidFill>
              <a:srgbClr val="F2425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2" name="Google Shape;62;p2"/>
          <p:cNvSpPr txBox="1"/>
          <p:nvPr/>
        </p:nvSpPr>
        <p:spPr>
          <a:xfrm>
            <a:off x="16997725" y="5522498"/>
            <a:ext cx="191579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444500" lvl="0" marL="456565" marR="508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2425B"/>
                </a:solidFill>
                <a:latin typeface="Arial"/>
                <a:ea typeface="Arial"/>
                <a:cs typeface="Arial"/>
                <a:sym typeface="Arial"/>
              </a:rPr>
              <a:t>PROTOTYPE CHAIN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2"/>
          <p:cNvGrpSpPr/>
          <p:nvPr/>
        </p:nvGrpSpPr>
        <p:grpSpPr>
          <a:xfrm>
            <a:off x="10326460" y="4403678"/>
            <a:ext cx="327025" cy="539443"/>
            <a:chOff x="10326460" y="4403678"/>
            <a:chExt cx="327025" cy="539443"/>
          </a:xfrm>
        </p:grpSpPr>
        <p:sp>
          <p:nvSpPr>
            <p:cNvPr id="64" name="Google Shape;64;p2"/>
            <p:cNvSpPr/>
            <p:nvPr/>
          </p:nvSpPr>
          <p:spPr>
            <a:xfrm>
              <a:off x="10489806" y="4688486"/>
              <a:ext cx="0" cy="254635"/>
            </a:xfrm>
            <a:custGeom>
              <a:rect b="b" l="l" r="r" t="t"/>
              <a:pathLst>
                <a:path extrusionOk="0" h="254635" w="120000">
                  <a:moveTo>
                    <a:pt x="0" y="254178"/>
                  </a:moveTo>
                  <a:lnTo>
                    <a:pt x="0" y="41883"/>
                  </a:lnTo>
                  <a:lnTo>
                    <a:pt x="0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0326460" y="4403678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163345" y="0"/>
                  </a:moveTo>
                  <a:lnTo>
                    <a:pt x="0" y="326691"/>
                  </a:lnTo>
                  <a:lnTo>
                    <a:pt x="326691" y="326691"/>
                  </a:lnTo>
                  <a:lnTo>
                    <a:pt x="163345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66" name="Google Shape;66;p2"/>
          <p:cNvGrpSpPr/>
          <p:nvPr/>
        </p:nvGrpSpPr>
        <p:grpSpPr>
          <a:xfrm>
            <a:off x="2805064" y="4337576"/>
            <a:ext cx="7298207" cy="670136"/>
            <a:chOff x="2805064" y="4337576"/>
            <a:chExt cx="7298207" cy="670136"/>
          </a:xfrm>
        </p:grpSpPr>
        <p:pic>
          <p:nvPicPr>
            <p:cNvPr id="67" name="Google Shape;67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05064" y="4337576"/>
              <a:ext cx="7298207" cy="6701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" name="Google Shape;68;p2"/>
            <p:cNvSpPr/>
            <p:nvPr/>
          </p:nvSpPr>
          <p:spPr>
            <a:xfrm>
              <a:off x="7968770" y="4417404"/>
              <a:ext cx="1725295" cy="400685"/>
            </a:xfrm>
            <a:custGeom>
              <a:rect b="b" l="l" r="r" t="t"/>
              <a:pathLst>
                <a:path extrusionOk="0" h="400685" w="1725295">
                  <a:moveTo>
                    <a:pt x="0" y="0"/>
                  </a:moveTo>
                  <a:lnTo>
                    <a:pt x="1725223" y="0"/>
                  </a:lnTo>
                  <a:lnTo>
                    <a:pt x="1725223" y="400511"/>
                  </a:lnTo>
                  <a:lnTo>
                    <a:pt x="0" y="40051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83750">
              <a:solidFill>
                <a:srgbClr val="A15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69" name="Google Shape;69;p2"/>
          <p:cNvGrpSpPr/>
          <p:nvPr/>
        </p:nvGrpSpPr>
        <p:grpSpPr>
          <a:xfrm>
            <a:off x="3962751" y="7619401"/>
            <a:ext cx="6140630" cy="670136"/>
            <a:chOff x="3962751" y="7619401"/>
            <a:chExt cx="6140630" cy="670136"/>
          </a:xfrm>
        </p:grpSpPr>
        <p:pic>
          <p:nvPicPr>
            <p:cNvPr id="70" name="Google Shape;70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962751" y="7619401"/>
              <a:ext cx="6140630" cy="6701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2"/>
            <p:cNvSpPr/>
            <p:nvPr/>
          </p:nvSpPr>
          <p:spPr>
            <a:xfrm>
              <a:off x="7843723" y="7758922"/>
              <a:ext cx="1861185" cy="400685"/>
            </a:xfrm>
            <a:custGeom>
              <a:rect b="b" l="l" r="r" t="t"/>
              <a:pathLst>
                <a:path extrusionOk="0" h="400684" w="1861184">
                  <a:moveTo>
                    <a:pt x="0" y="0"/>
                  </a:moveTo>
                  <a:lnTo>
                    <a:pt x="1860741" y="0"/>
                  </a:lnTo>
                  <a:lnTo>
                    <a:pt x="1860741" y="400511"/>
                  </a:lnTo>
                  <a:lnTo>
                    <a:pt x="0" y="40051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83750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2" name="Google Shape;72;p2"/>
          <p:cNvSpPr txBox="1"/>
          <p:nvPr/>
        </p:nvSpPr>
        <p:spPr>
          <a:xfrm>
            <a:off x="10891261" y="4453604"/>
            <a:ext cx="178498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.__proto__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507755" y="5157937"/>
            <a:ext cx="3964304" cy="2311400"/>
          </a:xfrm>
          <a:custGeom>
            <a:rect b="b" l="l" r="r" t="t"/>
            <a:pathLst>
              <a:path extrusionOk="0" h="2311400" w="3964304">
                <a:moveTo>
                  <a:pt x="3964100" y="0"/>
                </a:moveTo>
                <a:lnTo>
                  <a:pt x="0" y="0"/>
                </a:lnTo>
                <a:lnTo>
                  <a:pt x="0" y="2311241"/>
                </a:lnTo>
                <a:lnTo>
                  <a:pt x="3964100" y="2311241"/>
                </a:lnTo>
                <a:lnTo>
                  <a:pt x="3964100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" name="Google Shape;74;p2"/>
          <p:cNvSpPr txBox="1"/>
          <p:nvPr/>
        </p:nvSpPr>
        <p:spPr>
          <a:xfrm>
            <a:off x="8507755" y="5157937"/>
            <a:ext cx="396430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4450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284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[StudentProto]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75" name="Google Shape;75;p2"/>
          <p:cNvGrpSpPr/>
          <p:nvPr/>
        </p:nvGrpSpPr>
        <p:grpSpPr>
          <a:xfrm>
            <a:off x="8964879" y="6313558"/>
            <a:ext cx="3049905" cy="882650"/>
            <a:chOff x="8964879" y="6313558"/>
            <a:chExt cx="3049905" cy="882650"/>
          </a:xfrm>
        </p:grpSpPr>
        <p:sp>
          <p:nvSpPr>
            <p:cNvPr id="76" name="Google Shape;76;p2"/>
            <p:cNvSpPr/>
            <p:nvPr/>
          </p:nvSpPr>
          <p:spPr>
            <a:xfrm>
              <a:off x="8964879" y="6313558"/>
              <a:ext cx="3049905" cy="882650"/>
            </a:xfrm>
            <a:custGeom>
              <a:rect b="b" l="l" r="r" t="t"/>
              <a:pathLst>
                <a:path extrusionOk="0" h="882650" w="3049904">
                  <a:moveTo>
                    <a:pt x="3049853" y="0"/>
                  </a:moveTo>
                  <a:lnTo>
                    <a:pt x="0" y="0"/>
                  </a:lnTo>
                  <a:lnTo>
                    <a:pt x="0" y="882130"/>
                  </a:lnTo>
                  <a:lnTo>
                    <a:pt x="3049853" y="882130"/>
                  </a:lnTo>
                  <a:lnTo>
                    <a:pt x="3049853" y="0"/>
                  </a:lnTo>
                  <a:close/>
                </a:path>
              </a:pathLst>
            </a:custGeom>
            <a:solidFill>
              <a:srgbClr val="FFFFFF">
                <a:alpha val="6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9704489" y="6709880"/>
              <a:ext cx="1414145" cy="0"/>
            </a:xfrm>
            <a:custGeom>
              <a:rect b="b" l="l" r="r" t="t"/>
              <a:pathLst>
                <a:path extrusionOk="0" h="120000" w="1414145">
                  <a:moveTo>
                    <a:pt x="0" y="0"/>
                  </a:moveTo>
                  <a:lnTo>
                    <a:pt x="314126" y="0"/>
                  </a:lnTo>
                </a:path>
                <a:path extrusionOk="0" h="120000" w="1414145">
                  <a:moveTo>
                    <a:pt x="1099442" y="0"/>
                  </a:moveTo>
                  <a:lnTo>
                    <a:pt x="1413569" y="0"/>
                  </a:lnTo>
                </a:path>
              </a:pathLst>
            </a:custGeom>
            <a:noFill/>
            <a:ln cap="flat" cmpd="sng" w="23550">
              <a:solidFill>
                <a:srgbClr val="43434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8" name="Google Shape;78;p2"/>
          <p:cNvSpPr txBox="1"/>
          <p:nvPr/>
        </p:nvSpPr>
        <p:spPr>
          <a:xfrm>
            <a:off x="8964879" y="6313558"/>
            <a:ext cx="3049905" cy="88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950">
            <a:spAutoFit/>
          </a:bodyPr>
          <a:lstStyle/>
          <a:p>
            <a:pPr indent="0" lvl="0" marL="1053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proto	:</a:t>
            </a:r>
            <a:endParaRPr sz="20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9506188" y="6742466"/>
            <a:ext cx="197167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1937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PersonProto</a:t>
            </a:r>
            <a:endParaRPr sz="20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9334613" y="2480291"/>
            <a:ext cx="2310765" cy="400685"/>
          </a:xfrm>
          <a:custGeom>
            <a:rect b="b" l="l" r="r" t="t"/>
            <a:pathLst>
              <a:path extrusionOk="0" h="400685" w="2310765">
                <a:moveTo>
                  <a:pt x="0" y="0"/>
                </a:moveTo>
                <a:lnTo>
                  <a:pt x="2310386" y="0"/>
                </a:lnTo>
                <a:lnTo>
                  <a:pt x="2310386" y="400511"/>
                </a:lnTo>
                <a:lnTo>
                  <a:pt x="0" y="400511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83750">
            <a:solidFill>
              <a:srgbClr val="A15A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81" name="Google Shape;81;p2"/>
          <p:cNvGrpSpPr/>
          <p:nvPr/>
        </p:nvGrpSpPr>
        <p:grpSpPr>
          <a:xfrm>
            <a:off x="10326460" y="7684449"/>
            <a:ext cx="327025" cy="539443"/>
            <a:chOff x="10326460" y="7684449"/>
            <a:chExt cx="327025" cy="539443"/>
          </a:xfrm>
        </p:grpSpPr>
        <p:sp>
          <p:nvSpPr>
            <p:cNvPr id="82" name="Google Shape;82;p2"/>
            <p:cNvSpPr/>
            <p:nvPr/>
          </p:nvSpPr>
          <p:spPr>
            <a:xfrm>
              <a:off x="10489806" y="7969257"/>
              <a:ext cx="0" cy="254635"/>
            </a:xfrm>
            <a:custGeom>
              <a:rect b="b" l="l" r="r" t="t"/>
              <a:pathLst>
                <a:path extrusionOk="0" h="254634" w="120000">
                  <a:moveTo>
                    <a:pt x="0" y="254178"/>
                  </a:moveTo>
                  <a:lnTo>
                    <a:pt x="0" y="41883"/>
                  </a:lnTo>
                  <a:lnTo>
                    <a:pt x="0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0326460" y="7684449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163345" y="0"/>
                  </a:moveTo>
                  <a:lnTo>
                    <a:pt x="0" y="326691"/>
                  </a:lnTo>
                  <a:lnTo>
                    <a:pt x="326691" y="326691"/>
                  </a:lnTo>
                  <a:lnTo>
                    <a:pt x="163345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84" name="Google Shape;84;p2"/>
          <p:cNvGrpSpPr/>
          <p:nvPr/>
        </p:nvGrpSpPr>
        <p:grpSpPr>
          <a:xfrm>
            <a:off x="9246731" y="5759312"/>
            <a:ext cx="2486660" cy="1384195"/>
            <a:chOff x="9246731" y="5759312"/>
            <a:chExt cx="2486660" cy="1384195"/>
          </a:xfrm>
        </p:grpSpPr>
        <p:sp>
          <p:nvSpPr>
            <p:cNvPr id="85" name="Google Shape;85;p2"/>
            <p:cNvSpPr/>
            <p:nvPr/>
          </p:nvSpPr>
          <p:spPr>
            <a:xfrm>
              <a:off x="9464305" y="6742822"/>
              <a:ext cx="2055495" cy="400685"/>
            </a:xfrm>
            <a:custGeom>
              <a:rect b="b" l="l" r="r" t="t"/>
              <a:pathLst>
                <a:path extrusionOk="0" h="400684" w="2055495">
                  <a:moveTo>
                    <a:pt x="0" y="0"/>
                  </a:moveTo>
                  <a:lnTo>
                    <a:pt x="2055043" y="0"/>
                  </a:lnTo>
                  <a:lnTo>
                    <a:pt x="2055043" y="400511"/>
                  </a:lnTo>
                  <a:lnTo>
                    <a:pt x="0" y="40051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83750">
              <a:solidFill>
                <a:srgbClr val="A15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246731" y="5759312"/>
              <a:ext cx="2486660" cy="400685"/>
            </a:xfrm>
            <a:custGeom>
              <a:rect b="b" l="l" r="r" t="t"/>
              <a:pathLst>
                <a:path extrusionOk="0" h="400685" w="2486659">
                  <a:moveTo>
                    <a:pt x="0" y="0"/>
                  </a:moveTo>
                  <a:lnTo>
                    <a:pt x="2486148" y="0"/>
                  </a:lnTo>
                  <a:lnTo>
                    <a:pt x="2486148" y="400511"/>
                  </a:lnTo>
                  <a:lnTo>
                    <a:pt x="0" y="40051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83750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7" name="Google Shape;87;p2"/>
          <p:cNvSpPr txBox="1"/>
          <p:nvPr/>
        </p:nvSpPr>
        <p:spPr>
          <a:xfrm>
            <a:off x="10891250" y="7756494"/>
            <a:ext cx="178498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.__proto__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8507755" y="8438707"/>
            <a:ext cx="3964304" cy="2311400"/>
          </a:xfrm>
          <a:custGeom>
            <a:rect b="b" l="l" r="r" t="t"/>
            <a:pathLst>
              <a:path extrusionOk="0" h="2311400" w="3964304">
                <a:moveTo>
                  <a:pt x="3964100" y="0"/>
                </a:moveTo>
                <a:lnTo>
                  <a:pt x="0" y="0"/>
                </a:lnTo>
                <a:lnTo>
                  <a:pt x="0" y="2311241"/>
                </a:lnTo>
                <a:lnTo>
                  <a:pt x="3964100" y="2311241"/>
                </a:lnTo>
                <a:lnTo>
                  <a:pt x="3964100" y="0"/>
                </a:lnTo>
                <a:close/>
              </a:path>
            </a:pathLst>
          </a:cu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" name="Google Shape;89;p2"/>
          <p:cNvSpPr txBox="1"/>
          <p:nvPr/>
        </p:nvSpPr>
        <p:spPr>
          <a:xfrm>
            <a:off x="8507755" y="8438707"/>
            <a:ext cx="396430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4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[jay]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90" name="Google Shape;90;p2"/>
          <p:cNvGrpSpPr/>
          <p:nvPr/>
        </p:nvGrpSpPr>
        <p:grpSpPr>
          <a:xfrm>
            <a:off x="8964879" y="9594329"/>
            <a:ext cx="3049905" cy="882650"/>
            <a:chOff x="8964879" y="9594329"/>
            <a:chExt cx="3049905" cy="882650"/>
          </a:xfrm>
        </p:grpSpPr>
        <p:sp>
          <p:nvSpPr>
            <p:cNvPr id="91" name="Google Shape;91;p2"/>
            <p:cNvSpPr/>
            <p:nvPr/>
          </p:nvSpPr>
          <p:spPr>
            <a:xfrm>
              <a:off x="8964879" y="9594329"/>
              <a:ext cx="3049905" cy="882650"/>
            </a:xfrm>
            <a:custGeom>
              <a:rect b="b" l="l" r="r" t="t"/>
              <a:pathLst>
                <a:path extrusionOk="0" h="882650" w="3049904">
                  <a:moveTo>
                    <a:pt x="3049853" y="0"/>
                  </a:moveTo>
                  <a:lnTo>
                    <a:pt x="0" y="0"/>
                  </a:lnTo>
                  <a:lnTo>
                    <a:pt x="0" y="882130"/>
                  </a:lnTo>
                  <a:lnTo>
                    <a:pt x="3049853" y="882130"/>
                  </a:lnTo>
                  <a:lnTo>
                    <a:pt x="3049853" y="0"/>
                  </a:lnTo>
                  <a:close/>
                </a:path>
              </a:pathLst>
            </a:custGeom>
            <a:solidFill>
              <a:srgbClr val="FFFFFF">
                <a:alpha val="2980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9704489" y="9990652"/>
              <a:ext cx="1414145" cy="0"/>
            </a:xfrm>
            <a:custGeom>
              <a:rect b="b" l="l" r="r" t="t"/>
              <a:pathLst>
                <a:path extrusionOk="0" h="120000" w="1414145">
                  <a:moveTo>
                    <a:pt x="0" y="0"/>
                  </a:moveTo>
                  <a:lnTo>
                    <a:pt x="314126" y="0"/>
                  </a:lnTo>
                </a:path>
                <a:path extrusionOk="0" h="120000" w="1414145">
                  <a:moveTo>
                    <a:pt x="1099442" y="0"/>
                  </a:moveTo>
                  <a:lnTo>
                    <a:pt x="1413569" y="0"/>
                  </a:lnTo>
                </a:path>
              </a:pathLst>
            </a:custGeom>
            <a:noFill/>
            <a:ln cap="flat" cmpd="sng" w="23550">
              <a:solidFill>
                <a:srgbClr val="FEFE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3" name="Google Shape;93;p2"/>
          <p:cNvSpPr txBox="1"/>
          <p:nvPr/>
        </p:nvSpPr>
        <p:spPr>
          <a:xfrm>
            <a:off x="8964879" y="9594329"/>
            <a:ext cx="3049905" cy="88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950">
            <a:spAutoFit/>
          </a:bodyPr>
          <a:lstStyle/>
          <a:p>
            <a:pPr indent="0" lvl="0" marL="1053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proto	:</a:t>
            </a:r>
            <a:endParaRPr sz="20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9502147" y="10023237"/>
            <a:ext cx="197548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45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StudentProto</a:t>
            </a:r>
            <a:endParaRPr sz="20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9460263" y="10023593"/>
            <a:ext cx="2059305" cy="400685"/>
          </a:xfrm>
          <a:custGeom>
            <a:rect b="b" l="l" r="r" t="t"/>
            <a:pathLst>
              <a:path extrusionOk="0" h="400684" w="2059304">
                <a:moveTo>
                  <a:pt x="0" y="0"/>
                </a:moveTo>
                <a:lnTo>
                  <a:pt x="2059084" y="0"/>
                </a:lnTo>
                <a:lnTo>
                  <a:pt x="2059084" y="400511"/>
                </a:lnTo>
                <a:lnTo>
                  <a:pt x="0" y="400511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83750">
            <a:solidFill>
              <a:srgbClr val="F1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96" name="Google Shape;96;p2"/>
          <p:cNvGrpSpPr/>
          <p:nvPr/>
        </p:nvGrpSpPr>
        <p:grpSpPr>
          <a:xfrm>
            <a:off x="12594077" y="2907082"/>
            <a:ext cx="1049717" cy="3481549"/>
            <a:chOff x="12594077" y="2907082"/>
            <a:chExt cx="1049717" cy="3481549"/>
          </a:xfrm>
        </p:grpSpPr>
        <p:sp>
          <p:nvSpPr>
            <p:cNvPr id="97" name="Google Shape;97;p2"/>
            <p:cNvSpPr/>
            <p:nvPr/>
          </p:nvSpPr>
          <p:spPr>
            <a:xfrm>
              <a:off x="12657004" y="3004081"/>
              <a:ext cx="986790" cy="3384550"/>
            </a:xfrm>
            <a:custGeom>
              <a:rect b="b" l="l" r="r" t="t"/>
              <a:pathLst>
                <a:path extrusionOk="0" h="3384550" w="986790">
                  <a:moveTo>
                    <a:pt x="57929" y="0"/>
                  </a:moveTo>
                  <a:lnTo>
                    <a:pt x="115607" y="48033"/>
                  </a:lnTo>
                  <a:lnTo>
                    <a:pt x="155994" y="83026"/>
                  </a:lnTo>
                  <a:lnTo>
                    <a:pt x="195422" y="118086"/>
                  </a:lnTo>
                  <a:lnTo>
                    <a:pt x="233891" y="153213"/>
                  </a:lnTo>
                  <a:lnTo>
                    <a:pt x="271402" y="188407"/>
                  </a:lnTo>
                  <a:lnTo>
                    <a:pt x="307954" y="223668"/>
                  </a:lnTo>
                  <a:lnTo>
                    <a:pt x="343548" y="258996"/>
                  </a:lnTo>
                  <a:lnTo>
                    <a:pt x="378183" y="294391"/>
                  </a:lnTo>
                  <a:lnTo>
                    <a:pt x="411859" y="329853"/>
                  </a:lnTo>
                  <a:lnTo>
                    <a:pt x="444577" y="365382"/>
                  </a:lnTo>
                  <a:lnTo>
                    <a:pt x="476336" y="400978"/>
                  </a:lnTo>
                  <a:lnTo>
                    <a:pt x="507136" y="436642"/>
                  </a:lnTo>
                  <a:lnTo>
                    <a:pt x="536978" y="472372"/>
                  </a:lnTo>
                  <a:lnTo>
                    <a:pt x="565861" y="508170"/>
                  </a:lnTo>
                  <a:lnTo>
                    <a:pt x="593785" y="544034"/>
                  </a:lnTo>
                  <a:lnTo>
                    <a:pt x="620751" y="579966"/>
                  </a:lnTo>
                  <a:lnTo>
                    <a:pt x="646758" y="615964"/>
                  </a:lnTo>
                  <a:lnTo>
                    <a:pt x="671807" y="652030"/>
                  </a:lnTo>
                  <a:lnTo>
                    <a:pt x="695897" y="688163"/>
                  </a:lnTo>
                  <a:lnTo>
                    <a:pt x="719028" y="724362"/>
                  </a:lnTo>
                  <a:lnTo>
                    <a:pt x="741201" y="760629"/>
                  </a:lnTo>
                  <a:lnTo>
                    <a:pt x="762415" y="796963"/>
                  </a:lnTo>
                  <a:lnTo>
                    <a:pt x="782670" y="833364"/>
                  </a:lnTo>
                  <a:lnTo>
                    <a:pt x="801967" y="869832"/>
                  </a:lnTo>
                  <a:lnTo>
                    <a:pt x="820305" y="906367"/>
                  </a:lnTo>
                  <a:lnTo>
                    <a:pt x="837685" y="942969"/>
                  </a:lnTo>
                  <a:lnTo>
                    <a:pt x="854106" y="979638"/>
                  </a:lnTo>
                  <a:lnTo>
                    <a:pt x="869568" y="1016374"/>
                  </a:lnTo>
                  <a:lnTo>
                    <a:pt x="884072" y="1053178"/>
                  </a:lnTo>
                  <a:lnTo>
                    <a:pt x="897617" y="1090048"/>
                  </a:lnTo>
                  <a:lnTo>
                    <a:pt x="910203" y="1126985"/>
                  </a:lnTo>
                  <a:lnTo>
                    <a:pt x="921831" y="1163990"/>
                  </a:lnTo>
                  <a:lnTo>
                    <a:pt x="932500" y="1201061"/>
                  </a:lnTo>
                  <a:lnTo>
                    <a:pt x="942210" y="1238200"/>
                  </a:lnTo>
                  <a:lnTo>
                    <a:pt x="950962" y="1275405"/>
                  </a:lnTo>
                  <a:lnTo>
                    <a:pt x="965590" y="1350018"/>
                  </a:lnTo>
                  <a:lnTo>
                    <a:pt x="976383" y="1424899"/>
                  </a:lnTo>
                  <a:lnTo>
                    <a:pt x="983342" y="1500047"/>
                  </a:lnTo>
                  <a:lnTo>
                    <a:pt x="986466" y="1575464"/>
                  </a:lnTo>
                  <a:lnTo>
                    <a:pt x="986590" y="1613274"/>
                  </a:lnTo>
                  <a:lnTo>
                    <a:pt x="985756" y="1651150"/>
                  </a:lnTo>
                  <a:lnTo>
                    <a:pt x="981211" y="1727103"/>
                  </a:lnTo>
                  <a:lnTo>
                    <a:pt x="977501" y="1765181"/>
                  </a:lnTo>
                  <a:lnTo>
                    <a:pt x="972832" y="1803325"/>
                  </a:lnTo>
                  <a:lnTo>
                    <a:pt x="967204" y="1841537"/>
                  </a:lnTo>
                  <a:lnTo>
                    <a:pt x="960618" y="1879815"/>
                  </a:lnTo>
                  <a:lnTo>
                    <a:pt x="953073" y="1918161"/>
                  </a:lnTo>
                  <a:lnTo>
                    <a:pt x="944570" y="1956573"/>
                  </a:lnTo>
                  <a:lnTo>
                    <a:pt x="935108" y="1995053"/>
                  </a:lnTo>
                  <a:lnTo>
                    <a:pt x="924687" y="2033600"/>
                  </a:lnTo>
                  <a:lnTo>
                    <a:pt x="913308" y="2072214"/>
                  </a:lnTo>
                  <a:lnTo>
                    <a:pt x="900970" y="2110895"/>
                  </a:lnTo>
                  <a:lnTo>
                    <a:pt x="887673" y="2149643"/>
                  </a:lnTo>
                  <a:lnTo>
                    <a:pt x="873418" y="2188458"/>
                  </a:lnTo>
                  <a:lnTo>
                    <a:pt x="858204" y="2227340"/>
                  </a:lnTo>
                  <a:lnTo>
                    <a:pt x="842031" y="2266289"/>
                  </a:lnTo>
                  <a:lnTo>
                    <a:pt x="824900" y="2305305"/>
                  </a:lnTo>
                  <a:lnTo>
                    <a:pt x="806810" y="2344388"/>
                  </a:lnTo>
                  <a:lnTo>
                    <a:pt x="787762" y="2383539"/>
                  </a:lnTo>
                  <a:lnTo>
                    <a:pt x="767755" y="2422756"/>
                  </a:lnTo>
                  <a:lnTo>
                    <a:pt x="746789" y="2462041"/>
                  </a:lnTo>
                  <a:lnTo>
                    <a:pt x="724865" y="2501392"/>
                  </a:lnTo>
                  <a:lnTo>
                    <a:pt x="701982" y="2540811"/>
                  </a:lnTo>
                  <a:lnTo>
                    <a:pt x="678141" y="2580296"/>
                  </a:lnTo>
                  <a:lnTo>
                    <a:pt x="653341" y="2619849"/>
                  </a:lnTo>
                  <a:lnTo>
                    <a:pt x="627582" y="2659469"/>
                  </a:lnTo>
                  <a:lnTo>
                    <a:pt x="600865" y="2699156"/>
                  </a:lnTo>
                  <a:lnTo>
                    <a:pt x="573189" y="2738909"/>
                  </a:lnTo>
                  <a:lnTo>
                    <a:pt x="544554" y="2778730"/>
                  </a:lnTo>
                  <a:lnTo>
                    <a:pt x="514961" y="2818618"/>
                  </a:lnTo>
                  <a:lnTo>
                    <a:pt x="484409" y="2858573"/>
                  </a:lnTo>
                  <a:lnTo>
                    <a:pt x="452898" y="2898596"/>
                  </a:lnTo>
                  <a:lnTo>
                    <a:pt x="420429" y="2938685"/>
                  </a:lnTo>
                  <a:lnTo>
                    <a:pt x="387001" y="2978841"/>
                  </a:lnTo>
                  <a:lnTo>
                    <a:pt x="352615" y="3019064"/>
                  </a:lnTo>
                  <a:lnTo>
                    <a:pt x="317270" y="3059355"/>
                  </a:lnTo>
                  <a:lnTo>
                    <a:pt x="280966" y="3099712"/>
                  </a:lnTo>
                  <a:lnTo>
                    <a:pt x="243704" y="3140137"/>
                  </a:lnTo>
                  <a:lnTo>
                    <a:pt x="205483" y="3180628"/>
                  </a:lnTo>
                  <a:lnTo>
                    <a:pt x="166304" y="3221187"/>
                  </a:lnTo>
                  <a:lnTo>
                    <a:pt x="126166" y="3261813"/>
                  </a:lnTo>
                  <a:lnTo>
                    <a:pt x="85069" y="3302505"/>
                  </a:lnTo>
                  <a:lnTo>
                    <a:pt x="43013" y="3343265"/>
                  </a:lnTo>
                  <a:lnTo>
                    <a:pt x="0" y="3384092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2594077" y="2907082"/>
              <a:ext cx="192405" cy="179070"/>
            </a:xfrm>
            <a:custGeom>
              <a:rect b="b" l="l" r="r" t="t"/>
              <a:pathLst>
                <a:path extrusionOk="0" h="179069" w="192404">
                  <a:moveTo>
                    <a:pt x="0" y="0"/>
                  </a:moveTo>
                  <a:lnTo>
                    <a:pt x="82144" y="178701"/>
                  </a:lnTo>
                  <a:lnTo>
                    <a:pt x="192245" y="415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9" name="Google Shape;99;p2"/>
          <p:cNvSpPr txBox="1"/>
          <p:nvPr/>
        </p:nvSpPr>
        <p:spPr>
          <a:xfrm>
            <a:off x="13885798" y="3984749"/>
            <a:ext cx="160274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400">
            <a:spAutoFit/>
          </a:bodyPr>
          <a:lstStyle/>
          <a:p>
            <a:pPr indent="0" lvl="0" marL="12700" marR="5080" rtl="0" algn="l">
              <a:lnSpc>
                <a:spcPct val="117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Student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inherits from </a:t>
            </a:r>
            <a:r>
              <a:rPr b="1" lang="en-US" sz="21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Person</a:t>
            </a:r>
            <a:endParaRPr sz="215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/>
        </p:nvSpPr>
        <p:spPr>
          <a:xfrm>
            <a:off x="9899650" y="2517449"/>
            <a:ext cx="9677400" cy="5568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marR="5080" rtl="0" algn="l">
              <a:lnSpc>
                <a:spcPct val="103529"/>
              </a:lnSpc>
              <a:spcBef>
                <a:spcPts val="175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OBJECT ORIENTED PROGRAMMING (OOP) WITH JAVASCRIPT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ES6 CLASSES SUMMARY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4"/>
          <p:cNvGrpSpPr/>
          <p:nvPr/>
        </p:nvGrpSpPr>
        <p:grpSpPr>
          <a:xfrm>
            <a:off x="7858227" y="151132"/>
            <a:ext cx="8796616" cy="11006293"/>
            <a:chOff x="7858227" y="151132"/>
            <a:chExt cx="8796616" cy="11006293"/>
          </a:xfrm>
        </p:grpSpPr>
        <p:pic>
          <p:nvPicPr>
            <p:cNvPr id="113" name="Google Shape;113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27716" y="151132"/>
              <a:ext cx="7047987" cy="110062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4"/>
            <p:cNvSpPr/>
            <p:nvPr/>
          </p:nvSpPr>
          <p:spPr>
            <a:xfrm>
              <a:off x="7895001" y="528161"/>
              <a:ext cx="1261745" cy="105410"/>
            </a:xfrm>
            <a:custGeom>
              <a:rect b="b" l="l" r="r" t="t"/>
              <a:pathLst>
                <a:path extrusionOk="0" h="105409" w="1261745">
                  <a:moveTo>
                    <a:pt x="0" y="0"/>
                  </a:moveTo>
                  <a:lnTo>
                    <a:pt x="1240265" y="103516"/>
                  </a:lnTo>
                  <a:lnTo>
                    <a:pt x="1261139" y="105258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9127955" y="544035"/>
              <a:ext cx="182880" cy="175895"/>
            </a:xfrm>
            <a:custGeom>
              <a:rect b="b" l="l" r="r" t="t"/>
              <a:pathLst>
                <a:path extrusionOk="0" h="175895" w="182879">
                  <a:moveTo>
                    <a:pt x="14630" y="0"/>
                  </a:moveTo>
                  <a:lnTo>
                    <a:pt x="0" y="175303"/>
                  </a:lnTo>
                  <a:lnTo>
                    <a:pt x="182617" y="102279"/>
                  </a:lnTo>
                  <a:lnTo>
                    <a:pt x="1463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7864090" y="952917"/>
              <a:ext cx="1262380" cy="15240"/>
            </a:xfrm>
            <a:custGeom>
              <a:rect b="b" l="l" r="r" t="t"/>
              <a:pathLst>
                <a:path extrusionOk="0" h="15240" w="1262379">
                  <a:moveTo>
                    <a:pt x="0" y="0"/>
                  </a:moveTo>
                  <a:lnTo>
                    <a:pt x="1240982" y="14632"/>
                  </a:lnTo>
                  <a:lnTo>
                    <a:pt x="1261922" y="14879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9104035" y="879601"/>
              <a:ext cx="177165" cy="175895"/>
            </a:xfrm>
            <a:custGeom>
              <a:rect b="b" l="l" r="r" t="t"/>
              <a:pathLst>
                <a:path extrusionOk="0" h="175894" w="177165">
                  <a:moveTo>
                    <a:pt x="2074" y="0"/>
                  </a:moveTo>
                  <a:lnTo>
                    <a:pt x="0" y="175898"/>
                  </a:lnTo>
                  <a:lnTo>
                    <a:pt x="176935" y="90023"/>
                  </a:lnTo>
                  <a:lnTo>
                    <a:pt x="2074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7865627" y="1421243"/>
              <a:ext cx="1290320" cy="8255"/>
            </a:xfrm>
            <a:custGeom>
              <a:rect b="b" l="l" r="r" t="t"/>
              <a:pathLst>
                <a:path extrusionOk="0" h="8255" w="1290320">
                  <a:moveTo>
                    <a:pt x="0" y="0"/>
                  </a:moveTo>
                  <a:lnTo>
                    <a:pt x="1269037" y="7973"/>
                  </a:lnTo>
                  <a:lnTo>
                    <a:pt x="1289978" y="810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9134112" y="1341263"/>
              <a:ext cx="176530" cy="176530"/>
            </a:xfrm>
            <a:custGeom>
              <a:rect b="b" l="l" r="r" t="t"/>
              <a:pathLst>
                <a:path extrusionOk="0" h="176530" w="176529">
                  <a:moveTo>
                    <a:pt x="1105" y="0"/>
                  </a:moveTo>
                  <a:lnTo>
                    <a:pt x="0" y="175907"/>
                  </a:lnTo>
                  <a:lnTo>
                    <a:pt x="176460" y="89059"/>
                  </a:lnTo>
                  <a:lnTo>
                    <a:pt x="110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7858227" y="2155295"/>
              <a:ext cx="1503045" cy="57150"/>
            </a:xfrm>
            <a:custGeom>
              <a:rect b="b" l="l" r="r" t="t"/>
              <a:pathLst>
                <a:path extrusionOk="0" h="57150" w="1503045">
                  <a:moveTo>
                    <a:pt x="0" y="0"/>
                  </a:moveTo>
                  <a:lnTo>
                    <a:pt x="1481889" y="56307"/>
                  </a:lnTo>
                  <a:lnTo>
                    <a:pt x="1502817" y="57103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9336778" y="2123711"/>
              <a:ext cx="179705" cy="175895"/>
            </a:xfrm>
            <a:custGeom>
              <a:rect b="b" l="l" r="r" t="t"/>
              <a:pathLst>
                <a:path extrusionOk="0" h="175894" w="179704">
                  <a:moveTo>
                    <a:pt x="6679" y="0"/>
                  </a:moveTo>
                  <a:lnTo>
                    <a:pt x="0" y="175784"/>
                  </a:lnTo>
                  <a:lnTo>
                    <a:pt x="179123" y="94571"/>
                  </a:lnTo>
                  <a:lnTo>
                    <a:pt x="6679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865627" y="9582058"/>
              <a:ext cx="1290320" cy="8255"/>
            </a:xfrm>
            <a:custGeom>
              <a:rect b="b" l="l" r="r" t="t"/>
              <a:pathLst>
                <a:path extrusionOk="0" h="8254" w="1290320">
                  <a:moveTo>
                    <a:pt x="0" y="0"/>
                  </a:moveTo>
                  <a:lnTo>
                    <a:pt x="1269037" y="7973"/>
                  </a:lnTo>
                  <a:lnTo>
                    <a:pt x="1289978" y="810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9134112" y="9502077"/>
              <a:ext cx="176530" cy="176530"/>
            </a:xfrm>
            <a:custGeom>
              <a:rect b="b" l="l" r="r" t="t"/>
              <a:pathLst>
                <a:path extrusionOk="0" h="176529" w="176529">
                  <a:moveTo>
                    <a:pt x="1105" y="0"/>
                  </a:moveTo>
                  <a:lnTo>
                    <a:pt x="0" y="175906"/>
                  </a:lnTo>
                  <a:lnTo>
                    <a:pt x="176460" y="89058"/>
                  </a:lnTo>
                  <a:lnTo>
                    <a:pt x="110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7865627" y="8532810"/>
              <a:ext cx="1290320" cy="8255"/>
            </a:xfrm>
            <a:custGeom>
              <a:rect b="b" l="l" r="r" t="t"/>
              <a:pathLst>
                <a:path extrusionOk="0" h="8254" w="1290320">
                  <a:moveTo>
                    <a:pt x="0" y="0"/>
                  </a:moveTo>
                  <a:lnTo>
                    <a:pt x="1269037" y="7973"/>
                  </a:lnTo>
                  <a:lnTo>
                    <a:pt x="1289978" y="810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9134112" y="8452830"/>
              <a:ext cx="176530" cy="176530"/>
            </a:xfrm>
            <a:custGeom>
              <a:rect b="b" l="l" r="r" t="t"/>
              <a:pathLst>
                <a:path extrusionOk="0" h="176529" w="176529">
                  <a:moveTo>
                    <a:pt x="1105" y="0"/>
                  </a:moveTo>
                  <a:lnTo>
                    <a:pt x="0" y="175906"/>
                  </a:lnTo>
                  <a:lnTo>
                    <a:pt x="176460" y="89059"/>
                  </a:lnTo>
                  <a:lnTo>
                    <a:pt x="110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7865627" y="7483562"/>
              <a:ext cx="1290320" cy="8255"/>
            </a:xfrm>
            <a:custGeom>
              <a:rect b="b" l="l" r="r" t="t"/>
              <a:pathLst>
                <a:path extrusionOk="0" h="8254" w="1290320">
                  <a:moveTo>
                    <a:pt x="0" y="0"/>
                  </a:moveTo>
                  <a:lnTo>
                    <a:pt x="1269037" y="7973"/>
                  </a:lnTo>
                  <a:lnTo>
                    <a:pt x="1289978" y="810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9134112" y="7403582"/>
              <a:ext cx="176530" cy="176530"/>
            </a:xfrm>
            <a:custGeom>
              <a:rect b="b" l="l" r="r" t="t"/>
              <a:pathLst>
                <a:path extrusionOk="0" h="176529" w="176529">
                  <a:moveTo>
                    <a:pt x="1105" y="0"/>
                  </a:moveTo>
                  <a:lnTo>
                    <a:pt x="0" y="175907"/>
                  </a:lnTo>
                  <a:lnTo>
                    <a:pt x="176460" y="89059"/>
                  </a:lnTo>
                  <a:lnTo>
                    <a:pt x="110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7865627" y="4043173"/>
              <a:ext cx="1290320" cy="8255"/>
            </a:xfrm>
            <a:custGeom>
              <a:rect b="b" l="l" r="r" t="t"/>
              <a:pathLst>
                <a:path extrusionOk="0" h="8254" w="1290320">
                  <a:moveTo>
                    <a:pt x="0" y="0"/>
                  </a:moveTo>
                  <a:lnTo>
                    <a:pt x="1269037" y="7973"/>
                  </a:lnTo>
                  <a:lnTo>
                    <a:pt x="1289978" y="810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9134112" y="3963193"/>
              <a:ext cx="176530" cy="176530"/>
            </a:xfrm>
            <a:custGeom>
              <a:rect b="b" l="l" r="r" t="t"/>
              <a:pathLst>
                <a:path extrusionOk="0" h="176529" w="176529">
                  <a:moveTo>
                    <a:pt x="1105" y="0"/>
                  </a:moveTo>
                  <a:lnTo>
                    <a:pt x="0" y="175907"/>
                  </a:lnTo>
                  <a:lnTo>
                    <a:pt x="176460" y="89059"/>
                  </a:lnTo>
                  <a:lnTo>
                    <a:pt x="110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7865627" y="6414721"/>
              <a:ext cx="1290320" cy="8255"/>
            </a:xfrm>
            <a:custGeom>
              <a:rect b="b" l="l" r="r" t="t"/>
              <a:pathLst>
                <a:path extrusionOk="0" h="8254" w="1290320">
                  <a:moveTo>
                    <a:pt x="0" y="0"/>
                  </a:moveTo>
                  <a:lnTo>
                    <a:pt x="1269037" y="7973"/>
                  </a:lnTo>
                  <a:lnTo>
                    <a:pt x="1289978" y="810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9134112" y="6334741"/>
              <a:ext cx="176530" cy="176530"/>
            </a:xfrm>
            <a:custGeom>
              <a:rect b="b" l="l" r="r" t="t"/>
              <a:pathLst>
                <a:path extrusionOk="0" h="176529" w="176529">
                  <a:moveTo>
                    <a:pt x="1105" y="0"/>
                  </a:moveTo>
                  <a:lnTo>
                    <a:pt x="0" y="175907"/>
                  </a:lnTo>
                  <a:lnTo>
                    <a:pt x="176460" y="89059"/>
                  </a:lnTo>
                  <a:lnTo>
                    <a:pt x="110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7865627" y="10842319"/>
              <a:ext cx="1070610" cy="56515"/>
            </a:xfrm>
            <a:custGeom>
              <a:rect b="b" l="l" r="r" t="t"/>
              <a:pathLst>
                <a:path extrusionOk="0" h="56515" w="1070609">
                  <a:moveTo>
                    <a:pt x="0" y="0"/>
                  </a:moveTo>
                  <a:lnTo>
                    <a:pt x="1049317" y="55368"/>
                  </a:lnTo>
                  <a:lnTo>
                    <a:pt x="1070231" y="56472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8910311" y="10809854"/>
              <a:ext cx="180340" cy="175895"/>
            </a:xfrm>
            <a:custGeom>
              <a:rect b="b" l="l" r="r" t="t"/>
              <a:pathLst>
                <a:path extrusionOk="0" h="175895" w="180340">
                  <a:moveTo>
                    <a:pt x="9269" y="0"/>
                  </a:moveTo>
                  <a:lnTo>
                    <a:pt x="0" y="175666"/>
                  </a:lnTo>
                  <a:lnTo>
                    <a:pt x="180301" y="97102"/>
                  </a:lnTo>
                  <a:lnTo>
                    <a:pt x="9269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7865627" y="5464823"/>
              <a:ext cx="1500505" cy="18415"/>
            </a:xfrm>
            <a:custGeom>
              <a:rect b="b" l="l" r="r" t="t"/>
              <a:pathLst>
                <a:path extrusionOk="0" h="18414" w="1500504">
                  <a:moveTo>
                    <a:pt x="0" y="0"/>
                  </a:moveTo>
                  <a:lnTo>
                    <a:pt x="1479442" y="18136"/>
                  </a:lnTo>
                  <a:lnTo>
                    <a:pt x="1500383" y="18393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9343992" y="5395010"/>
              <a:ext cx="177165" cy="175895"/>
            </a:xfrm>
            <a:custGeom>
              <a:rect b="b" l="l" r="r" t="t"/>
              <a:pathLst>
                <a:path extrusionOk="0" h="175895" w="177165">
                  <a:moveTo>
                    <a:pt x="2155" y="0"/>
                  </a:moveTo>
                  <a:lnTo>
                    <a:pt x="0" y="175898"/>
                  </a:lnTo>
                  <a:lnTo>
                    <a:pt x="176975" y="90106"/>
                  </a:lnTo>
                  <a:lnTo>
                    <a:pt x="215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14751515" y="2127205"/>
              <a:ext cx="1706880" cy="1117600"/>
            </a:xfrm>
            <a:custGeom>
              <a:rect b="b" l="l" r="r" t="t"/>
              <a:pathLst>
                <a:path extrusionOk="0" h="1117600" w="1706880">
                  <a:moveTo>
                    <a:pt x="1706641" y="1117566"/>
                  </a:moveTo>
                  <a:lnTo>
                    <a:pt x="17548" y="11492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14621868" y="2042309"/>
              <a:ext cx="195580" cy="170180"/>
            </a:xfrm>
            <a:custGeom>
              <a:rect b="b" l="l" r="r" t="t"/>
              <a:pathLst>
                <a:path extrusionOk="0" h="170180" w="195580">
                  <a:moveTo>
                    <a:pt x="0" y="0"/>
                  </a:moveTo>
                  <a:lnTo>
                    <a:pt x="98981" y="169950"/>
                  </a:lnTo>
                  <a:lnTo>
                    <a:pt x="195344" y="227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10673567" y="502127"/>
              <a:ext cx="5760720" cy="1881505"/>
            </a:xfrm>
            <a:custGeom>
              <a:rect b="b" l="l" r="r" t="t"/>
              <a:pathLst>
                <a:path extrusionOk="0" h="1881505" w="5760719">
                  <a:moveTo>
                    <a:pt x="5760445" y="1881288"/>
                  </a:moveTo>
                  <a:lnTo>
                    <a:pt x="19942" y="6513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10526255" y="425013"/>
              <a:ext cx="194945" cy="167640"/>
            </a:xfrm>
            <a:custGeom>
              <a:rect b="b" l="l" r="r" t="t"/>
              <a:pathLst>
                <a:path extrusionOk="0" h="167640" w="194945">
                  <a:moveTo>
                    <a:pt x="194528" y="0"/>
                  </a:moveTo>
                  <a:lnTo>
                    <a:pt x="0" y="29004"/>
                  </a:lnTo>
                  <a:lnTo>
                    <a:pt x="139922" y="167220"/>
                  </a:lnTo>
                  <a:lnTo>
                    <a:pt x="194528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12336266" y="352993"/>
              <a:ext cx="4083050" cy="123189"/>
            </a:xfrm>
            <a:custGeom>
              <a:rect b="b" l="l" r="r" t="t"/>
              <a:pathLst>
                <a:path extrusionOk="0" h="123190" w="4083050">
                  <a:moveTo>
                    <a:pt x="4082498" y="122769"/>
                  </a:moveTo>
                  <a:lnTo>
                    <a:pt x="20932" y="629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12181367" y="265709"/>
              <a:ext cx="179070" cy="175895"/>
            </a:xfrm>
            <a:custGeom>
              <a:rect b="b" l="l" r="r" t="t"/>
              <a:pathLst>
                <a:path extrusionOk="0" h="175895" w="179070">
                  <a:moveTo>
                    <a:pt x="178476" y="0"/>
                  </a:moveTo>
                  <a:lnTo>
                    <a:pt x="0" y="82625"/>
                  </a:lnTo>
                  <a:lnTo>
                    <a:pt x="173188" y="175837"/>
                  </a:lnTo>
                  <a:lnTo>
                    <a:pt x="178476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7865627" y="2766908"/>
              <a:ext cx="1496695" cy="121285"/>
            </a:xfrm>
            <a:custGeom>
              <a:rect b="b" l="l" r="r" t="t"/>
              <a:pathLst>
                <a:path extrusionOk="0" h="121285" w="1496695">
                  <a:moveTo>
                    <a:pt x="0" y="120666"/>
                  </a:moveTo>
                  <a:lnTo>
                    <a:pt x="1475669" y="1683"/>
                  </a:lnTo>
                  <a:lnTo>
                    <a:pt x="1496547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9334231" y="2680921"/>
              <a:ext cx="182880" cy="175895"/>
            </a:xfrm>
            <a:custGeom>
              <a:rect b="b" l="l" r="r" t="t"/>
              <a:pathLst>
                <a:path extrusionOk="0" h="175894" w="182879">
                  <a:moveTo>
                    <a:pt x="0" y="0"/>
                  </a:moveTo>
                  <a:lnTo>
                    <a:pt x="14137" y="175341"/>
                  </a:lnTo>
                  <a:lnTo>
                    <a:pt x="182410" y="735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7865627" y="3274665"/>
              <a:ext cx="1497330" cy="175895"/>
            </a:xfrm>
            <a:custGeom>
              <a:rect b="b" l="l" r="r" t="t"/>
              <a:pathLst>
                <a:path extrusionOk="0" h="175895" w="1497329">
                  <a:moveTo>
                    <a:pt x="0" y="175582"/>
                  </a:moveTo>
                  <a:lnTo>
                    <a:pt x="1476294" y="2441"/>
                  </a:lnTo>
                  <a:lnTo>
                    <a:pt x="1497099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9331684" y="3189747"/>
              <a:ext cx="185420" cy="175260"/>
            </a:xfrm>
            <a:custGeom>
              <a:rect b="b" l="l" r="r" t="t"/>
              <a:pathLst>
                <a:path extrusionOk="0" h="175260" w="185420">
                  <a:moveTo>
                    <a:pt x="0" y="0"/>
                  </a:moveTo>
                  <a:lnTo>
                    <a:pt x="20489" y="174713"/>
                  </a:lnTo>
                  <a:lnTo>
                    <a:pt x="184957" y="66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11493217" y="437173"/>
              <a:ext cx="4886960" cy="920115"/>
            </a:xfrm>
            <a:custGeom>
              <a:rect b="b" l="l" r="r" t="t"/>
              <a:pathLst>
                <a:path extrusionOk="0" h="920115" w="4886959">
                  <a:moveTo>
                    <a:pt x="4886839" y="919799"/>
                  </a:moveTo>
                  <a:lnTo>
                    <a:pt x="20596" y="3878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" name="Google Shape;147;p4"/>
            <p:cNvSpPr/>
            <p:nvPr/>
          </p:nvSpPr>
          <p:spPr>
            <a:xfrm>
              <a:off x="11340921" y="354607"/>
              <a:ext cx="189230" cy="173355"/>
            </a:xfrm>
            <a:custGeom>
              <a:rect b="b" l="l" r="r" t="t"/>
              <a:pathLst>
                <a:path extrusionOk="0" h="173354" w="189229">
                  <a:moveTo>
                    <a:pt x="189135" y="0"/>
                  </a:moveTo>
                  <a:lnTo>
                    <a:pt x="0" y="53904"/>
                  </a:lnTo>
                  <a:lnTo>
                    <a:pt x="156602" y="172874"/>
                  </a:lnTo>
                  <a:lnTo>
                    <a:pt x="18913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8" name="Google Shape;14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414013" y="7807666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414013" y="9001348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414013" y="9503950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414013" y="10352091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" name="Google Shape;152;p4"/>
          <p:cNvSpPr txBox="1"/>
          <p:nvPr/>
        </p:nvSpPr>
        <p:spPr>
          <a:xfrm>
            <a:off x="1019907" y="9177983"/>
            <a:ext cx="6692265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20065" lvl="0" marL="53213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Static method (available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. Can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access instance properties nor methods, only static ones)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2322101" y="8127917"/>
            <a:ext cx="5389245" cy="738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329565" lvl="0" marL="12700" marR="5080" rtl="0" algn="l">
              <a:lnSpc>
                <a:spcPct val="108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Setter method (use </a:t>
            </a:r>
            <a:r>
              <a:rPr b="1" lang="en-US" sz="21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_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to set property with same name as method, and also add getter)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3801" y="6078156"/>
            <a:ext cx="272243" cy="27224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"/>
          <p:cNvSpPr txBox="1"/>
          <p:nvPr/>
        </p:nvSpPr>
        <p:spPr>
          <a:xfrm>
            <a:off x="2999863" y="10645295"/>
            <a:ext cx="47117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Creating new object with </a:t>
            </a:r>
            <a:r>
              <a:rPr b="1" lang="en-US" sz="21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operator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2129750" y="5268072"/>
            <a:ext cx="5581650" cy="2371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Referencing private field and method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-380365" lvl="0" marL="392430" marR="5080" rtl="0" algn="l">
              <a:lnSpc>
                <a:spcPct val="11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Private method (	Might not yet work in your browser. “Fake” alternative: </a:t>
            </a:r>
            <a:r>
              <a:rPr b="1" lang="en-US" sz="21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_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instead of </a:t>
            </a:r>
            <a:r>
              <a:rPr b="1" lang="en-US" sz="21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Arial"/>
              <a:ea typeface="Arial"/>
              <a:cs typeface="Arial"/>
              <a:sym typeface="Arial"/>
            </a:endParaRPr>
          </a:p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Getter method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16604950" y="3064214"/>
            <a:ext cx="2893060" cy="1806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Constructor method, called by </a:t>
            </a:r>
            <a:r>
              <a:rPr b="1" lang="en-US" sz="21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operator. Mandatory in regular class, might be omitted in a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child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436290" y="208240"/>
            <a:ext cx="7289800" cy="3990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75">
            <a:spAutoFit/>
          </a:bodyPr>
          <a:lstStyle/>
          <a:p>
            <a:pPr indent="-1606550" lvl="0" marL="1618615" marR="5080" rtl="0" algn="r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Public field (similar to property, available on created object) Private fields (not accessible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outside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of class) Static public field (available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0" marR="19050" rtl="0" algn="r">
              <a:lnSpc>
                <a:spcPct val="100000"/>
              </a:lnSpc>
              <a:spcBef>
                <a:spcPts val="185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Call to parent (super) class (necessary with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0" marR="19050" rtl="0" algn="r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extend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). Needs to happen before accessing </a:t>
            </a:r>
            <a:r>
              <a:rPr b="1" lang="en-US" sz="21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endParaRPr sz="215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9050" rtl="0" algn="r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Instance property (available on created object)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0" marR="19050" rtl="0" algn="r">
              <a:lnSpc>
                <a:spcPct val="100000"/>
              </a:lnSpc>
              <a:spcBef>
                <a:spcPts val="185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Redefining private field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0" marR="19050" rtl="0" algn="r">
              <a:lnSpc>
                <a:spcPct val="100000"/>
              </a:lnSpc>
              <a:spcBef>
                <a:spcPts val="209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Public method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16575800" y="301740"/>
            <a:ext cx="2764790" cy="2263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20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Parent class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20320" marR="5080" rtl="0" algn="l">
              <a:lnSpc>
                <a:spcPct val="108700"/>
              </a:lnSpc>
              <a:spcBef>
                <a:spcPts val="160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Inheritance between classes, automatically sets prototype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46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Child class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16910324" y="7732044"/>
            <a:ext cx="2782570" cy="326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91770" rtl="0" algn="l">
              <a:lnSpc>
                <a:spcPct val="11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Classes are just “</a:t>
            </a:r>
            <a:r>
              <a:rPr b="1"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syntactic sugar</a:t>
            </a:r>
            <a:r>
              <a:rPr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” over constructor functions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6985" rtl="0" algn="l">
              <a:lnSpc>
                <a:spcPct val="160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Classes are </a:t>
            </a:r>
            <a:r>
              <a:rPr b="1"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hoisted Classes are </a:t>
            </a:r>
            <a:r>
              <a:rPr b="1"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first-class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citizens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10600"/>
              </a:lnSpc>
              <a:spcBef>
                <a:spcPts val="124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Class body is always executed in </a:t>
            </a:r>
            <a:r>
              <a:rPr b="1"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strict mode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/>
        </p:nvSpPr>
        <p:spPr>
          <a:xfrm>
            <a:off x="589950" y="1103925"/>
            <a:ext cx="19091700" cy="87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244090" marR="2239645" rtl="0" algn="ctr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MAPTY APP: OOP, GEOLOCATION,</a:t>
            </a:r>
            <a:endParaRPr sz="132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ctr">
              <a:lnSpc>
                <a:spcPct val="1098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3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EXTERNAL LIBRARIES, AND MORE!</a:t>
            </a:r>
            <a:endParaRPr sz="1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 txBox="1"/>
          <p:nvPr/>
        </p:nvSpPr>
        <p:spPr>
          <a:xfrm>
            <a:off x="10280651" y="2517449"/>
            <a:ext cx="9398028" cy="5568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marR="5080" rtl="0" algn="l">
              <a:lnSpc>
                <a:spcPct val="103529"/>
              </a:lnSpc>
              <a:spcBef>
                <a:spcPts val="175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MAPTY APP: OOP, GEOLOCATION, EXTERNAL LIBRARIES, AND MORE!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HOW TO PLAN A WEB PROJECT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 txBox="1"/>
          <p:nvPr>
            <p:ph type="title"/>
          </p:nvPr>
        </p:nvSpPr>
        <p:spPr>
          <a:xfrm>
            <a:off x="603309" y="259543"/>
            <a:ext cx="94487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	PLANNING</a:t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962531" y="5206932"/>
            <a:ext cx="2932430" cy="1574800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363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 STORIES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7"/>
          <p:cNvGrpSpPr/>
          <p:nvPr/>
        </p:nvGrpSpPr>
        <p:grpSpPr>
          <a:xfrm>
            <a:off x="962536" y="7569632"/>
            <a:ext cx="14367510" cy="225124"/>
            <a:chOff x="962536" y="7569632"/>
            <a:chExt cx="14367510" cy="225124"/>
          </a:xfrm>
        </p:grpSpPr>
        <p:sp>
          <p:nvSpPr>
            <p:cNvPr id="182" name="Google Shape;182;p7"/>
            <p:cNvSpPr/>
            <p:nvPr/>
          </p:nvSpPr>
          <p:spPr>
            <a:xfrm>
              <a:off x="962536" y="7794756"/>
              <a:ext cx="14367510" cy="0"/>
            </a:xfrm>
            <a:custGeom>
              <a:rect b="b" l="l" r="r" t="t"/>
              <a:pathLst>
                <a:path extrusionOk="0" h="120000" w="14367510">
                  <a:moveTo>
                    <a:pt x="1436723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7327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999179" y="7569632"/>
              <a:ext cx="0" cy="188595"/>
            </a:xfrm>
            <a:custGeom>
              <a:rect b="b" l="l" r="r" t="t"/>
              <a:pathLst>
                <a:path extrusionOk="0" h="188595" w="120000">
                  <a:moveTo>
                    <a:pt x="0" y="0"/>
                  </a:moveTo>
                  <a:lnTo>
                    <a:pt x="0" y="188475"/>
                  </a:lnTo>
                </a:path>
              </a:pathLst>
            </a:custGeom>
            <a:noFill/>
            <a:ln cap="flat" cmpd="sng" w="7327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15293125" y="7569632"/>
              <a:ext cx="0" cy="188595"/>
            </a:xfrm>
            <a:custGeom>
              <a:rect b="b" l="l" r="r" t="t"/>
              <a:pathLst>
                <a:path extrusionOk="0" h="188595" w="120000">
                  <a:moveTo>
                    <a:pt x="0" y="0"/>
                  </a:moveTo>
                  <a:lnTo>
                    <a:pt x="0" y="188475"/>
                  </a:lnTo>
                </a:path>
              </a:pathLst>
            </a:custGeom>
            <a:noFill/>
            <a:ln cap="flat" cmpd="sng" w="7327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5" name="Google Shape;185;p7"/>
          <p:cNvSpPr txBox="1"/>
          <p:nvPr/>
        </p:nvSpPr>
        <p:spPr>
          <a:xfrm>
            <a:off x="6779031" y="8021708"/>
            <a:ext cx="273431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PLANNING STEP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7"/>
          <p:cNvGrpSpPr/>
          <p:nvPr/>
        </p:nvGrpSpPr>
        <p:grpSpPr>
          <a:xfrm>
            <a:off x="4032948" y="5830851"/>
            <a:ext cx="603145" cy="327025"/>
            <a:chOff x="4032948" y="5830851"/>
            <a:chExt cx="603145" cy="327025"/>
          </a:xfrm>
        </p:grpSpPr>
        <p:sp>
          <p:nvSpPr>
            <p:cNvPr id="187" name="Google Shape;187;p7"/>
            <p:cNvSpPr/>
            <p:nvPr/>
          </p:nvSpPr>
          <p:spPr>
            <a:xfrm>
              <a:off x="4032948" y="5994197"/>
              <a:ext cx="318135" cy="0"/>
            </a:xfrm>
            <a:custGeom>
              <a:rect b="b" l="l" r="r" t="t"/>
              <a:pathLst>
                <a:path extrusionOk="0" h="120000" w="318135">
                  <a:moveTo>
                    <a:pt x="0" y="0"/>
                  </a:moveTo>
                  <a:lnTo>
                    <a:pt x="276119" y="0"/>
                  </a:lnTo>
                  <a:lnTo>
                    <a:pt x="318003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4309068" y="5830851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9" name="Google Shape;189;p7"/>
          <p:cNvSpPr txBox="1"/>
          <p:nvPr/>
        </p:nvSpPr>
        <p:spPr>
          <a:xfrm>
            <a:off x="4774329" y="5206932"/>
            <a:ext cx="2932430" cy="1574800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363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8586126" y="5206932"/>
            <a:ext cx="2932430" cy="1574800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363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FLOWCHART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" name="Google Shape;191;p7"/>
          <p:cNvGrpSpPr/>
          <p:nvPr/>
        </p:nvGrpSpPr>
        <p:grpSpPr>
          <a:xfrm>
            <a:off x="7844745" y="5830851"/>
            <a:ext cx="603145" cy="327025"/>
            <a:chOff x="7844745" y="5830851"/>
            <a:chExt cx="603145" cy="327025"/>
          </a:xfrm>
        </p:grpSpPr>
        <p:sp>
          <p:nvSpPr>
            <p:cNvPr id="192" name="Google Shape;192;p7"/>
            <p:cNvSpPr/>
            <p:nvPr/>
          </p:nvSpPr>
          <p:spPr>
            <a:xfrm>
              <a:off x="7844745" y="5994197"/>
              <a:ext cx="318135" cy="0"/>
            </a:xfrm>
            <a:custGeom>
              <a:rect b="b" l="l" r="r" t="t"/>
              <a:pathLst>
                <a:path extrusionOk="0" h="120000" w="318134">
                  <a:moveTo>
                    <a:pt x="0" y="0"/>
                  </a:moveTo>
                  <a:lnTo>
                    <a:pt x="276119" y="0"/>
                  </a:lnTo>
                  <a:lnTo>
                    <a:pt x="318003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8120865" y="5830851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4" name="Google Shape;194;p7"/>
          <p:cNvSpPr txBox="1"/>
          <p:nvPr/>
        </p:nvSpPr>
        <p:spPr>
          <a:xfrm>
            <a:off x="12397926" y="5206932"/>
            <a:ext cx="2932430" cy="1574800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363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7"/>
          <p:cNvGrpSpPr/>
          <p:nvPr/>
        </p:nvGrpSpPr>
        <p:grpSpPr>
          <a:xfrm>
            <a:off x="11656545" y="5830851"/>
            <a:ext cx="603143" cy="327025"/>
            <a:chOff x="11656545" y="5830851"/>
            <a:chExt cx="603143" cy="327025"/>
          </a:xfrm>
        </p:grpSpPr>
        <p:sp>
          <p:nvSpPr>
            <p:cNvPr id="196" name="Google Shape;196;p7"/>
            <p:cNvSpPr/>
            <p:nvPr/>
          </p:nvSpPr>
          <p:spPr>
            <a:xfrm>
              <a:off x="11656545" y="5994197"/>
              <a:ext cx="318135" cy="0"/>
            </a:xfrm>
            <a:custGeom>
              <a:rect b="b" l="l" r="r" t="t"/>
              <a:pathLst>
                <a:path extrusionOk="0" h="120000" w="318134">
                  <a:moveTo>
                    <a:pt x="0" y="0"/>
                  </a:moveTo>
                  <a:lnTo>
                    <a:pt x="276119" y="0"/>
                  </a:lnTo>
                  <a:lnTo>
                    <a:pt x="318003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11932663" y="5830851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8" name="Google Shape;198;p7"/>
          <p:cNvSpPr txBox="1"/>
          <p:nvPr/>
        </p:nvSpPr>
        <p:spPr>
          <a:xfrm>
            <a:off x="16209716" y="5206932"/>
            <a:ext cx="2932430" cy="1574800"/>
          </a:xfrm>
          <a:prstGeom prst="rect">
            <a:avLst/>
          </a:prstGeom>
          <a:solidFill>
            <a:srgbClr val="F4DA1E"/>
          </a:solidFill>
          <a:ln>
            <a:noFill/>
          </a:ln>
        </p:spPr>
        <p:txBody>
          <a:bodyPr anchorCtr="0" anchor="t" bIns="0" lIns="0" spcFirstLastPara="1" rIns="0" wrap="square" tIns="310500">
            <a:spAutoFit/>
          </a:bodyPr>
          <a:lstStyle/>
          <a:p>
            <a:pPr indent="-767714" lvl="0" marL="1058545" marR="28321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DEVELOPMENT STEP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" name="Google Shape;199;p7"/>
          <p:cNvGrpSpPr/>
          <p:nvPr/>
        </p:nvGrpSpPr>
        <p:grpSpPr>
          <a:xfrm>
            <a:off x="15468334" y="5830851"/>
            <a:ext cx="603153" cy="327025"/>
            <a:chOff x="15468334" y="5830851"/>
            <a:chExt cx="603153" cy="327025"/>
          </a:xfrm>
        </p:grpSpPr>
        <p:sp>
          <p:nvSpPr>
            <p:cNvPr id="200" name="Google Shape;200;p7"/>
            <p:cNvSpPr/>
            <p:nvPr/>
          </p:nvSpPr>
          <p:spPr>
            <a:xfrm>
              <a:off x="15468334" y="5994197"/>
              <a:ext cx="318135" cy="0"/>
            </a:xfrm>
            <a:custGeom>
              <a:rect b="b" l="l" r="r" t="t"/>
              <a:pathLst>
                <a:path extrusionOk="0" h="120000" w="318134">
                  <a:moveTo>
                    <a:pt x="0" y="0"/>
                  </a:moveTo>
                  <a:lnTo>
                    <a:pt x="276119" y="0"/>
                  </a:lnTo>
                  <a:lnTo>
                    <a:pt x="318003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15744462" y="5830851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02" name="Google Shape;202;p7"/>
          <p:cNvGrpSpPr/>
          <p:nvPr/>
        </p:nvGrpSpPr>
        <p:grpSpPr>
          <a:xfrm>
            <a:off x="1934633" y="3872261"/>
            <a:ext cx="451769" cy="1026221"/>
            <a:chOff x="1934633" y="3872261"/>
            <a:chExt cx="451769" cy="1026221"/>
          </a:xfrm>
        </p:grpSpPr>
        <p:sp>
          <p:nvSpPr>
            <p:cNvPr id="203" name="Google Shape;203;p7"/>
            <p:cNvSpPr/>
            <p:nvPr/>
          </p:nvSpPr>
          <p:spPr>
            <a:xfrm>
              <a:off x="2022547" y="3872261"/>
              <a:ext cx="363855" cy="871219"/>
            </a:xfrm>
            <a:custGeom>
              <a:rect b="b" l="l" r="r" t="t"/>
              <a:pathLst>
                <a:path extrusionOk="0" h="871220" w="363855">
                  <a:moveTo>
                    <a:pt x="634" y="870749"/>
                  </a:moveTo>
                  <a:lnTo>
                    <a:pt x="1858" y="791513"/>
                  </a:lnTo>
                  <a:lnTo>
                    <a:pt x="5635" y="734717"/>
                  </a:lnTo>
                  <a:lnTo>
                    <a:pt x="11331" y="679430"/>
                  </a:lnTo>
                  <a:lnTo>
                    <a:pt x="18946" y="625652"/>
                  </a:lnTo>
                  <a:lnTo>
                    <a:pt x="28480" y="573382"/>
                  </a:lnTo>
                  <a:lnTo>
                    <a:pt x="39932" y="522620"/>
                  </a:lnTo>
                  <a:lnTo>
                    <a:pt x="53304" y="473368"/>
                  </a:lnTo>
                  <a:lnTo>
                    <a:pt x="68594" y="425623"/>
                  </a:lnTo>
                  <a:lnTo>
                    <a:pt x="85804" y="379388"/>
                  </a:lnTo>
                  <a:lnTo>
                    <a:pt x="104932" y="334660"/>
                  </a:lnTo>
                  <a:lnTo>
                    <a:pt x="125979" y="291442"/>
                  </a:lnTo>
                  <a:lnTo>
                    <a:pt x="148945" y="249732"/>
                  </a:lnTo>
                  <a:lnTo>
                    <a:pt x="173829" y="209530"/>
                  </a:lnTo>
                  <a:lnTo>
                    <a:pt x="200633" y="170837"/>
                  </a:lnTo>
                  <a:lnTo>
                    <a:pt x="229355" y="133652"/>
                  </a:lnTo>
                  <a:lnTo>
                    <a:pt x="259997" y="97976"/>
                  </a:lnTo>
                  <a:lnTo>
                    <a:pt x="292557" y="63809"/>
                  </a:lnTo>
                  <a:lnTo>
                    <a:pt x="327036" y="31150"/>
                  </a:lnTo>
                  <a:lnTo>
                    <a:pt x="363434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1934633" y="4719412"/>
              <a:ext cx="175895" cy="179070"/>
            </a:xfrm>
            <a:custGeom>
              <a:rect b="b" l="l" r="r" t="t"/>
              <a:pathLst>
                <a:path extrusionOk="0" h="179070" w="175894">
                  <a:moveTo>
                    <a:pt x="175830" y="0"/>
                  </a:moveTo>
                  <a:lnTo>
                    <a:pt x="0" y="5331"/>
                  </a:lnTo>
                  <a:lnTo>
                    <a:pt x="93246" y="178496"/>
                  </a:lnTo>
                  <a:lnTo>
                    <a:pt x="17583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5" name="Google Shape;205;p7"/>
          <p:cNvSpPr txBox="1"/>
          <p:nvPr/>
        </p:nvSpPr>
        <p:spPr>
          <a:xfrm>
            <a:off x="1464037" y="2173958"/>
            <a:ext cx="4910455" cy="1449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Description of the application’s functionality from the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user’s perspective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. All user stories put together describe the entire application.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7"/>
          <p:cNvGrpSpPr/>
          <p:nvPr/>
        </p:nvGrpSpPr>
        <p:grpSpPr>
          <a:xfrm>
            <a:off x="17303756" y="7090506"/>
            <a:ext cx="621861" cy="1497237"/>
            <a:chOff x="17303756" y="7090506"/>
            <a:chExt cx="621861" cy="1497237"/>
          </a:xfrm>
        </p:grpSpPr>
        <p:sp>
          <p:nvSpPr>
            <p:cNvPr id="207" name="Google Shape;207;p7"/>
            <p:cNvSpPr/>
            <p:nvPr/>
          </p:nvSpPr>
          <p:spPr>
            <a:xfrm>
              <a:off x="17303756" y="7245353"/>
              <a:ext cx="534035" cy="1342390"/>
            </a:xfrm>
            <a:custGeom>
              <a:rect b="b" l="l" r="r" t="t"/>
              <a:pathLst>
                <a:path extrusionOk="0" h="1342390" w="534034">
                  <a:moveTo>
                    <a:pt x="533024" y="0"/>
                  </a:moveTo>
                  <a:lnTo>
                    <a:pt x="533858" y="20925"/>
                  </a:lnTo>
                  <a:lnTo>
                    <a:pt x="533672" y="76616"/>
                  </a:lnTo>
                  <a:lnTo>
                    <a:pt x="532273" y="131505"/>
                  </a:lnTo>
                  <a:lnTo>
                    <a:pt x="529659" y="185591"/>
                  </a:lnTo>
                  <a:lnTo>
                    <a:pt x="525830" y="238873"/>
                  </a:lnTo>
                  <a:lnTo>
                    <a:pt x="520787" y="291352"/>
                  </a:lnTo>
                  <a:lnTo>
                    <a:pt x="514529" y="343028"/>
                  </a:lnTo>
                  <a:lnTo>
                    <a:pt x="507057" y="393901"/>
                  </a:lnTo>
                  <a:lnTo>
                    <a:pt x="498370" y="443971"/>
                  </a:lnTo>
                  <a:lnTo>
                    <a:pt x="488469" y="493238"/>
                  </a:lnTo>
                  <a:lnTo>
                    <a:pt x="477354" y="541701"/>
                  </a:lnTo>
                  <a:lnTo>
                    <a:pt x="465024" y="589362"/>
                  </a:lnTo>
                  <a:lnTo>
                    <a:pt x="451479" y="636219"/>
                  </a:lnTo>
                  <a:lnTo>
                    <a:pt x="436720" y="682273"/>
                  </a:lnTo>
                  <a:lnTo>
                    <a:pt x="420747" y="727524"/>
                  </a:lnTo>
                  <a:lnTo>
                    <a:pt x="403559" y="771971"/>
                  </a:lnTo>
                  <a:lnTo>
                    <a:pt x="385156" y="815616"/>
                  </a:lnTo>
                  <a:lnTo>
                    <a:pt x="365539" y="858458"/>
                  </a:lnTo>
                  <a:lnTo>
                    <a:pt x="344708" y="900496"/>
                  </a:lnTo>
                  <a:lnTo>
                    <a:pt x="322662" y="941731"/>
                  </a:lnTo>
                  <a:lnTo>
                    <a:pt x="299401" y="982163"/>
                  </a:lnTo>
                  <a:lnTo>
                    <a:pt x="274926" y="1021792"/>
                  </a:lnTo>
                  <a:lnTo>
                    <a:pt x="249237" y="1060618"/>
                  </a:lnTo>
                  <a:lnTo>
                    <a:pt x="222333" y="1098640"/>
                  </a:lnTo>
                  <a:lnTo>
                    <a:pt x="194214" y="1135859"/>
                  </a:lnTo>
                  <a:lnTo>
                    <a:pt x="164881" y="1172276"/>
                  </a:lnTo>
                  <a:lnTo>
                    <a:pt x="134334" y="1207889"/>
                  </a:lnTo>
                  <a:lnTo>
                    <a:pt x="102572" y="1242699"/>
                  </a:lnTo>
                  <a:lnTo>
                    <a:pt x="69596" y="1276706"/>
                  </a:lnTo>
                  <a:lnTo>
                    <a:pt x="35405" y="1309909"/>
                  </a:lnTo>
                  <a:lnTo>
                    <a:pt x="0" y="134231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17749722" y="7090506"/>
              <a:ext cx="175895" cy="179705"/>
            </a:xfrm>
            <a:custGeom>
              <a:rect b="b" l="l" r="r" t="t"/>
              <a:pathLst>
                <a:path extrusionOk="0" h="179704" w="175894">
                  <a:moveTo>
                    <a:pt x="80887" y="0"/>
                  </a:moveTo>
                  <a:lnTo>
                    <a:pt x="0" y="179273"/>
                  </a:lnTo>
                  <a:lnTo>
                    <a:pt x="175774" y="172270"/>
                  </a:lnTo>
                  <a:lnTo>
                    <a:pt x="80887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9" name="Google Shape;209;p7"/>
          <p:cNvSpPr txBox="1"/>
          <p:nvPr/>
        </p:nvSpPr>
        <p:spPr>
          <a:xfrm>
            <a:off x="15954520" y="8766549"/>
            <a:ext cx="2428875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Implementation of our plan using code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7"/>
          <p:cNvGrpSpPr/>
          <p:nvPr/>
        </p:nvGrpSpPr>
        <p:grpSpPr>
          <a:xfrm>
            <a:off x="9202342" y="3872261"/>
            <a:ext cx="451770" cy="1026222"/>
            <a:chOff x="9202342" y="3872261"/>
            <a:chExt cx="451770" cy="1026222"/>
          </a:xfrm>
        </p:grpSpPr>
        <p:sp>
          <p:nvSpPr>
            <p:cNvPr id="211" name="Google Shape;211;p7"/>
            <p:cNvSpPr/>
            <p:nvPr/>
          </p:nvSpPr>
          <p:spPr>
            <a:xfrm>
              <a:off x="9290257" y="3872261"/>
              <a:ext cx="363855" cy="871219"/>
            </a:xfrm>
            <a:custGeom>
              <a:rect b="b" l="l" r="r" t="t"/>
              <a:pathLst>
                <a:path extrusionOk="0" h="871220" w="363854">
                  <a:moveTo>
                    <a:pt x="634" y="870749"/>
                  </a:moveTo>
                  <a:lnTo>
                    <a:pt x="1858" y="791513"/>
                  </a:lnTo>
                  <a:lnTo>
                    <a:pt x="5635" y="734717"/>
                  </a:lnTo>
                  <a:lnTo>
                    <a:pt x="11331" y="679430"/>
                  </a:lnTo>
                  <a:lnTo>
                    <a:pt x="18946" y="625652"/>
                  </a:lnTo>
                  <a:lnTo>
                    <a:pt x="28480" y="573382"/>
                  </a:lnTo>
                  <a:lnTo>
                    <a:pt x="39932" y="522620"/>
                  </a:lnTo>
                  <a:lnTo>
                    <a:pt x="53304" y="473368"/>
                  </a:lnTo>
                  <a:lnTo>
                    <a:pt x="68594" y="425623"/>
                  </a:lnTo>
                  <a:lnTo>
                    <a:pt x="85804" y="379388"/>
                  </a:lnTo>
                  <a:lnTo>
                    <a:pt x="104932" y="334660"/>
                  </a:lnTo>
                  <a:lnTo>
                    <a:pt x="125979" y="291442"/>
                  </a:lnTo>
                  <a:lnTo>
                    <a:pt x="148945" y="249732"/>
                  </a:lnTo>
                  <a:lnTo>
                    <a:pt x="173829" y="209530"/>
                  </a:lnTo>
                  <a:lnTo>
                    <a:pt x="200633" y="170837"/>
                  </a:lnTo>
                  <a:lnTo>
                    <a:pt x="229355" y="133652"/>
                  </a:lnTo>
                  <a:lnTo>
                    <a:pt x="259997" y="97976"/>
                  </a:lnTo>
                  <a:lnTo>
                    <a:pt x="292557" y="63809"/>
                  </a:lnTo>
                  <a:lnTo>
                    <a:pt x="327036" y="31150"/>
                  </a:lnTo>
                  <a:lnTo>
                    <a:pt x="363434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9202342" y="4719413"/>
              <a:ext cx="175895" cy="179070"/>
            </a:xfrm>
            <a:custGeom>
              <a:rect b="b" l="l" r="r" t="t"/>
              <a:pathLst>
                <a:path extrusionOk="0" h="179070" w="175895">
                  <a:moveTo>
                    <a:pt x="175830" y="0"/>
                  </a:moveTo>
                  <a:lnTo>
                    <a:pt x="0" y="5330"/>
                  </a:lnTo>
                  <a:lnTo>
                    <a:pt x="93246" y="178495"/>
                  </a:lnTo>
                  <a:lnTo>
                    <a:pt x="17583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3" name="Google Shape;213;p7"/>
          <p:cNvSpPr txBox="1"/>
          <p:nvPr/>
        </p:nvSpPr>
        <p:spPr>
          <a:xfrm>
            <a:off x="8717212" y="3318709"/>
            <a:ext cx="23590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WHAT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we will build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7"/>
          <p:cNvGrpSpPr/>
          <p:nvPr/>
        </p:nvGrpSpPr>
        <p:grpSpPr>
          <a:xfrm>
            <a:off x="12845053" y="3872261"/>
            <a:ext cx="451770" cy="1026222"/>
            <a:chOff x="12845053" y="3872261"/>
            <a:chExt cx="451770" cy="1026222"/>
          </a:xfrm>
        </p:grpSpPr>
        <p:sp>
          <p:nvSpPr>
            <p:cNvPr id="215" name="Google Shape;215;p7"/>
            <p:cNvSpPr/>
            <p:nvPr/>
          </p:nvSpPr>
          <p:spPr>
            <a:xfrm>
              <a:off x="12932968" y="3872261"/>
              <a:ext cx="363855" cy="871219"/>
            </a:xfrm>
            <a:custGeom>
              <a:rect b="b" l="l" r="r" t="t"/>
              <a:pathLst>
                <a:path extrusionOk="0" h="871220" w="363855">
                  <a:moveTo>
                    <a:pt x="634" y="870749"/>
                  </a:moveTo>
                  <a:lnTo>
                    <a:pt x="1858" y="791513"/>
                  </a:lnTo>
                  <a:lnTo>
                    <a:pt x="5635" y="734717"/>
                  </a:lnTo>
                  <a:lnTo>
                    <a:pt x="11331" y="679430"/>
                  </a:lnTo>
                  <a:lnTo>
                    <a:pt x="18946" y="625652"/>
                  </a:lnTo>
                  <a:lnTo>
                    <a:pt x="28480" y="573382"/>
                  </a:lnTo>
                  <a:lnTo>
                    <a:pt x="39932" y="522620"/>
                  </a:lnTo>
                  <a:lnTo>
                    <a:pt x="53304" y="473368"/>
                  </a:lnTo>
                  <a:lnTo>
                    <a:pt x="68594" y="425623"/>
                  </a:lnTo>
                  <a:lnTo>
                    <a:pt x="85804" y="379388"/>
                  </a:lnTo>
                  <a:lnTo>
                    <a:pt x="104932" y="334660"/>
                  </a:lnTo>
                  <a:lnTo>
                    <a:pt x="125979" y="291442"/>
                  </a:lnTo>
                  <a:lnTo>
                    <a:pt x="148945" y="249732"/>
                  </a:lnTo>
                  <a:lnTo>
                    <a:pt x="173829" y="209530"/>
                  </a:lnTo>
                  <a:lnTo>
                    <a:pt x="200633" y="170837"/>
                  </a:lnTo>
                  <a:lnTo>
                    <a:pt x="229355" y="133652"/>
                  </a:lnTo>
                  <a:lnTo>
                    <a:pt x="259997" y="97976"/>
                  </a:lnTo>
                  <a:lnTo>
                    <a:pt x="292557" y="63809"/>
                  </a:lnTo>
                  <a:lnTo>
                    <a:pt x="327036" y="31150"/>
                  </a:lnTo>
                  <a:lnTo>
                    <a:pt x="363434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12845053" y="4719413"/>
              <a:ext cx="175895" cy="179070"/>
            </a:xfrm>
            <a:custGeom>
              <a:rect b="b" l="l" r="r" t="t"/>
              <a:pathLst>
                <a:path extrusionOk="0" h="179070" w="175894">
                  <a:moveTo>
                    <a:pt x="175837" y="0"/>
                  </a:moveTo>
                  <a:lnTo>
                    <a:pt x="0" y="5330"/>
                  </a:lnTo>
                  <a:lnTo>
                    <a:pt x="93253" y="178495"/>
                  </a:lnTo>
                  <a:lnTo>
                    <a:pt x="175837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7" name="Google Shape;217;p7"/>
          <p:cNvSpPr txBox="1"/>
          <p:nvPr/>
        </p:nvSpPr>
        <p:spPr>
          <a:xfrm>
            <a:off x="12359928" y="3318709"/>
            <a:ext cx="244856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HOW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we will build it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/>
          <p:nvPr/>
        </p:nvSpPr>
        <p:spPr>
          <a:xfrm>
            <a:off x="3609498" y="1814966"/>
            <a:ext cx="12885420" cy="1714500"/>
          </a:xfrm>
          <a:custGeom>
            <a:rect b="b" l="l" r="r" t="t"/>
            <a:pathLst>
              <a:path extrusionOk="0" h="1714500" w="12885419">
                <a:moveTo>
                  <a:pt x="12885105" y="0"/>
                </a:moveTo>
                <a:lnTo>
                  <a:pt x="0" y="0"/>
                </a:lnTo>
                <a:lnTo>
                  <a:pt x="0" y="1714435"/>
                </a:lnTo>
                <a:lnTo>
                  <a:pt x="12885105" y="1714435"/>
                </a:lnTo>
                <a:lnTo>
                  <a:pt x="12885105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23" name="Google Shape;2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 txBox="1"/>
          <p:nvPr>
            <p:ph type="title"/>
          </p:nvPr>
        </p:nvSpPr>
        <p:spPr>
          <a:xfrm>
            <a:off x="603308" y="259543"/>
            <a:ext cx="54101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	USER STORIES</a:t>
            </a:r>
            <a:endParaRPr/>
          </a:p>
        </p:txBody>
      </p:sp>
      <p:pic>
        <p:nvPicPr>
          <p:cNvPr id="225" name="Google Shape;22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50059" y="283696"/>
            <a:ext cx="1936926" cy="79382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3934274" y="4842350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8"/>
                </a:lnTo>
                <a:lnTo>
                  <a:pt x="13310" y="370146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8"/>
                </a:lnTo>
                <a:lnTo>
                  <a:pt x="118392" y="514805"/>
                </a:lnTo>
                <a:lnTo>
                  <a:pt x="156905" y="538098"/>
                </a:lnTo>
                <a:lnTo>
                  <a:pt x="197899" y="554735"/>
                </a:lnTo>
                <a:lnTo>
                  <a:pt x="240547" y="564718"/>
                </a:lnTo>
                <a:lnTo>
                  <a:pt x="284022" y="568045"/>
                </a:lnTo>
                <a:lnTo>
                  <a:pt x="327497" y="564718"/>
                </a:lnTo>
                <a:lnTo>
                  <a:pt x="370145" y="554735"/>
                </a:lnTo>
                <a:lnTo>
                  <a:pt x="411139" y="538098"/>
                </a:lnTo>
                <a:lnTo>
                  <a:pt x="449652" y="514805"/>
                </a:lnTo>
                <a:lnTo>
                  <a:pt x="484857" y="484858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6"/>
                </a:lnTo>
                <a:lnTo>
                  <a:pt x="564718" y="327498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7" name="Google Shape;227;p8"/>
          <p:cNvSpPr txBox="1"/>
          <p:nvPr/>
        </p:nvSpPr>
        <p:spPr>
          <a:xfrm>
            <a:off x="4121492" y="4933439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4819281" y="4645081"/>
            <a:ext cx="10953750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a user, I want to log my running workouts with location, distance, time, pace and steps/minute, so I can keep a log of all my running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4819281" y="5916247"/>
            <a:ext cx="11044555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a user, I want to log my cycling workouts with location, distance, time, speed and elevation gain, so I can keep a log of all my cycling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4819281" y="7187412"/>
            <a:ext cx="11166475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a user, I want to see all my workouts at a glance, so I can easily track my progress over time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4819281" y="8458578"/>
            <a:ext cx="10616565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a user, I want to also see my workouts on a map, so I can easily check where I work out the most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4819281" y="9729743"/>
            <a:ext cx="11153140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a user, I want to see all my workouts when I leave the app and come back later, so that I can keep using there app over time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4865" y="2233716"/>
            <a:ext cx="261772" cy="26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4865" y="2830556"/>
            <a:ext cx="261772" cy="2617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8"/>
          <p:cNvGrpSpPr/>
          <p:nvPr/>
        </p:nvGrpSpPr>
        <p:grpSpPr>
          <a:xfrm>
            <a:off x="7992596" y="3205597"/>
            <a:ext cx="618906" cy="515332"/>
            <a:chOff x="7992596" y="3205597"/>
            <a:chExt cx="618906" cy="515332"/>
          </a:xfrm>
        </p:grpSpPr>
        <p:sp>
          <p:nvSpPr>
            <p:cNvPr id="236" name="Google Shape;236;p8"/>
            <p:cNvSpPr/>
            <p:nvPr/>
          </p:nvSpPr>
          <p:spPr>
            <a:xfrm>
              <a:off x="8074927" y="3357709"/>
              <a:ext cx="536575" cy="363220"/>
            </a:xfrm>
            <a:custGeom>
              <a:rect b="b" l="l" r="r" t="t"/>
              <a:pathLst>
                <a:path extrusionOk="0" h="363220" w="536575">
                  <a:moveTo>
                    <a:pt x="0" y="0"/>
                  </a:moveTo>
                  <a:lnTo>
                    <a:pt x="20742" y="60773"/>
                  </a:lnTo>
                  <a:lnTo>
                    <a:pt x="40754" y="98564"/>
                  </a:lnTo>
                  <a:lnTo>
                    <a:pt x="64040" y="133931"/>
                  </a:lnTo>
                  <a:lnTo>
                    <a:pt x="90600" y="166871"/>
                  </a:lnTo>
                  <a:lnTo>
                    <a:pt x="120432" y="197387"/>
                  </a:lnTo>
                  <a:lnTo>
                    <a:pt x="153539" y="225476"/>
                  </a:lnTo>
                  <a:lnTo>
                    <a:pt x="189918" y="251141"/>
                  </a:lnTo>
                  <a:lnTo>
                    <a:pt x="229571" y="274379"/>
                  </a:lnTo>
                  <a:lnTo>
                    <a:pt x="272498" y="295193"/>
                  </a:lnTo>
                  <a:lnTo>
                    <a:pt x="318698" y="313581"/>
                  </a:lnTo>
                  <a:lnTo>
                    <a:pt x="368171" y="329544"/>
                  </a:lnTo>
                  <a:lnTo>
                    <a:pt x="420918" y="343082"/>
                  </a:lnTo>
                  <a:lnTo>
                    <a:pt x="476939" y="354194"/>
                  </a:lnTo>
                  <a:lnTo>
                    <a:pt x="536233" y="362882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7992596" y="3205597"/>
              <a:ext cx="172720" cy="189865"/>
            </a:xfrm>
            <a:custGeom>
              <a:rect b="b" l="l" r="r" t="t"/>
              <a:pathLst>
                <a:path extrusionOk="0" h="189864" w="172720">
                  <a:moveTo>
                    <a:pt x="52707" y="0"/>
                  </a:moveTo>
                  <a:lnTo>
                    <a:pt x="0" y="189480"/>
                  </a:lnTo>
                  <a:lnTo>
                    <a:pt x="172666" y="155852"/>
                  </a:lnTo>
                  <a:lnTo>
                    <a:pt x="52707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38" name="Google Shape;238;p8"/>
          <p:cNvGrpSpPr/>
          <p:nvPr/>
        </p:nvGrpSpPr>
        <p:grpSpPr>
          <a:xfrm>
            <a:off x="11168298" y="3197594"/>
            <a:ext cx="618899" cy="515332"/>
            <a:chOff x="11168298" y="3197594"/>
            <a:chExt cx="618899" cy="515332"/>
          </a:xfrm>
        </p:grpSpPr>
        <p:sp>
          <p:nvSpPr>
            <p:cNvPr id="239" name="Google Shape;239;p8"/>
            <p:cNvSpPr/>
            <p:nvPr/>
          </p:nvSpPr>
          <p:spPr>
            <a:xfrm>
              <a:off x="11250622" y="3349706"/>
              <a:ext cx="536575" cy="363220"/>
            </a:xfrm>
            <a:custGeom>
              <a:rect b="b" l="l" r="r" t="t"/>
              <a:pathLst>
                <a:path extrusionOk="0" h="363220" w="536575">
                  <a:moveTo>
                    <a:pt x="0" y="0"/>
                  </a:moveTo>
                  <a:lnTo>
                    <a:pt x="20742" y="60773"/>
                  </a:lnTo>
                  <a:lnTo>
                    <a:pt x="40754" y="98564"/>
                  </a:lnTo>
                  <a:lnTo>
                    <a:pt x="64040" y="133931"/>
                  </a:lnTo>
                  <a:lnTo>
                    <a:pt x="90600" y="166871"/>
                  </a:lnTo>
                  <a:lnTo>
                    <a:pt x="120432" y="197387"/>
                  </a:lnTo>
                  <a:lnTo>
                    <a:pt x="153539" y="225476"/>
                  </a:lnTo>
                  <a:lnTo>
                    <a:pt x="189918" y="251141"/>
                  </a:lnTo>
                  <a:lnTo>
                    <a:pt x="229571" y="274379"/>
                  </a:lnTo>
                  <a:lnTo>
                    <a:pt x="272498" y="295193"/>
                  </a:lnTo>
                  <a:lnTo>
                    <a:pt x="318698" y="313581"/>
                  </a:lnTo>
                  <a:lnTo>
                    <a:pt x="368171" y="329544"/>
                  </a:lnTo>
                  <a:lnTo>
                    <a:pt x="420918" y="343082"/>
                  </a:lnTo>
                  <a:lnTo>
                    <a:pt x="476939" y="354194"/>
                  </a:lnTo>
                  <a:lnTo>
                    <a:pt x="536233" y="362882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11168298" y="3197594"/>
              <a:ext cx="172720" cy="189865"/>
            </a:xfrm>
            <a:custGeom>
              <a:rect b="b" l="l" r="r" t="t"/>
              <a:pathLst>
                <a:path extrusionOk="0" h="189864" w="172720">
                  <a:moveTo>
                    <a:pt x="52699" y="0"/>
                  </a:moveTo>
                  <a:lnTo>
                    <a:pt x="0" y="189480"/>
                  </a:lnTo>
                  <a:lnTo>
                    <a:pt x="172664" y="155852"/>
                  </a:lnTo>
                  <a:lnTo>
                    <a:pt x="52699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41" name="Google Shape;241;p8"/>
          <p:cNvGrpSpPr/>
          <p:nvPr/>
        </p:nvGrpSpPr>
        <p:grpSpPr>
          <a:xfrm>
            <a:off x="13476468" y="3205597"/>
            <a:ext cx="618899" cy="515332"/>
            <a:chOff x="13476468" y="3205597"/>
            <a:chExt cx="618899" cy="515332"/>
          </a:xfrm>
        </p:grpSpPr>
        <p:sp>
          <p:nvSpPr>
            <p:cNvPr id="242" name="Google Shape;242;p8"/>
            <p:cNvSpPr/>
            <p:nvPr/>
          </p:nvSpPr>
          <p:spPr>
            <a:xfrm>
              <a:off x="13558792" y="3357709"/>
              <a:ext cx="536575" cy="363220"/>
            </a:xfrm>
            <a:custGeom>
              <a:rect b="b" l="l" r="r" t="t"/>
              <a:pathLst>
                <a:path extrusionOk="0" h="363220" w="536575">
                  <a:moveTo>
                    <a:pt x="0" y="0"/>
                  </a:moveTo>
                  <a:lnTo>
                    <a:pt x="20742" y="60773"/>
                  </a:lnTo>
                  <a:lnTo>
                    <a:pt x="40754" y="98564"/>
                  </a:lnTo>
                  <a:lnTo>
                    <a:pt x="64040" y="133931"/>
                  </a:lnTo>
                  <a:lnTo>
                    <a:pt x="90600" y="166871"/>
                  </a:lnTo>
                  <a:lnTo>
                    <a:pt x="120432" y="197387"/>
                  </a:lnTo>
                  <a:lnTo>
                    <a:pt x="153539" y="225476"/>
                  </a:lnTo>
                  <a:lnTo>
                    <a:pt x="189918" y="251141"/>
                  </a:lnTo>
                  <a:lnTo>
                    <a:pt x="229571" y="274379"/>
                  </a:lnTo>
                  <a:lnTo>
                    <a:pt x="272498" y="295193"/>
                  </a:lnTo>
                  <a:lnTo>
                    <a:pt x="318698" y="313581"/>
                  </a:lnTo>
                  <a:lnTo>
                    <a:pt x="368171" y="329544"/>
                  </a:lnTo>
                  <a:lnTo>
                    <a:pt x="420918" y="343082"/>
                  </a:lnTo>
                  <a:lnTo>
                    <a:pt x="476939" y="354194"/>
                  </a:lnTo>
                  <a:lnTo>
                    <a:pt x="536233" y="362882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13476468" y="3205597"/>
              <a:ext cx="172720" cy="189865"/>
            </a:xfrm>
            <a:custGeom>
              <a:rect b="b" l="l" r="r" t="t"/>
              <a:pathLst>
                <a:path extrusionOk="0" h="189864" w="172719">
                  <a:moveTo>
                    <a:pt x="52699" y="0"/>
                  </a:moveTo>
                  <a:lnTo>
                    <a:pt x="0" y="189480"/>
                  </a:lnTo>
                  <a:lnTo>
                    <a:pt x="172664" y="155852"/>
                  </a:lnTo>
                  <a:lnTo>
                    <a:pt x="52699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44" name="Google Shape;244;p8"/>
          <p:cNvSpPr txBox="1"/>
          <p:nvPr/>
        </p:nvSpPr>
        <p:spPr>
          <a:xfrm>
            <a:off x="4755709" y="2182140"/>
            <a:ext cx="11052175" cy="2072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User story: 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Description of the application’s functionality from the user’s perspective.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39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Common format: 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a </a:t>
            </a:r>
            <a:r>
              <a:rPr i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[type of user]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I want </a:t>
            </a:r>
            <a:r>
              <a:rPr i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[an action] 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so that </a:t>
            </a:r>
            <a:r>
              <a:rPr i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[a benefit]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399542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Who?	</a:t>
            </a:r>
            <a:r>
              <a:rPr b="1" baseline="30000" lang="en-US" sz="3225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What?	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Why?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399542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Example: user, admin, etc.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3934274" y="6112395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8"/>
                </a:lnTo>
                <a:lnTo>
                  <a:pt x="13310" y="370146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8"/>
                </a:lnTo>
                <a:lnTo>
                  <a:pt x="118392" y="514805"/>
                </a:lnTo>
                <a:lnTo>
                  <a:pt x="156905" y="538098"/>
                </a:lnTo>
                <a:lnTo>
                  <a:pt x="197899" y="554735"/>
                </a:lnTo>
                <a:lnTo>
                  <a:pt x="240547" y="564718"/>
                </a:lnTo>
                <a:lnTo>
                  <a:pt x="284022" y="568045"/>
                </a:lnTo>
                <a:lnTo>
                  <a:pt x="327497" y="564718"/>
                </a:lnTo>
                <a:lnTo>
                  <a:pt x="370145" y="554735"/>
                </a:lnTo>
                <a:lnTo>
                  <a:pt x="411139" y="538098"/>
                </a:lnTo>
                <a:lnTo>
                  <a:pt x="449652" y="514805"/>
                </a:lnTo>
                <a:lnTo>
                  <a:pt x="484857" y="484858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6"/>
                </a:lnTo>
                <a:lnTo>
                  <a:pt x="564718" y="327498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6" name="Google Shape;246;p8"/>
          <p:cNvSpPr txBox="1"/>
          <p:nvPr/>
        </p:nvSpPr>
        <p:spPr>
          <a:xfrm>
            <a:off x="4121492" y="6203484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934274" y="7382440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7"/>
                </a:lnTo>
                <a:lnTo>
                  <a:pt x="13310" y="370145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6"/>
                </a:lnTo>
                <a:lnTo>
                  <a:pt x="118392" y="514804"/>
                </a:lnTo>
                <a:lnTo>
                  <a:pt x="156905" y="538097"/>
                </a:lnTo>
                <a:lnTo>
                  <a:pt x="197899" y="554735"/>
                </a:lnTo>
                <a:lnTo>
                  <a:pt x="240547" y="564717"/>
                </a:lnTo>
                <a:lnTo>
                  <a:pt x="284022" y="568045"/>
                </a:lnTo>
                <a:lnTo>
                  <a:pt x="327497" y="564717"/>
                </a:lnTo>
                <a:lnTo>
                  <a:pt x="370145" y="554735"/>
                </a:lnTo>
                <a:lnTo>
                  <a:pt x="411139" y="538097"/>
                </a:lnTo>
                <a:lnTo>
                  <a:pt x="449652" y="514804"/>
                </a:lnTo>
                <a:lnTo>
                  <a:pt x="484857" y="484856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5"/>
                </a:lnTo>
                <a:lnTo>
                  <a:pt x="564718" y="327497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8" name="Google Shape;248;p8"/>
          <p:cNvSpPr txBox="1"/>
          <p:nvPr/>
        </p:nvSpPr>
        <p:spPr>
          <a:xfrm>
            <a:off x="4121492" y="7473529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934274" y="8652485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8"/>
                </a:lnTo>
                <a:lnTo>
                  <a:pt x="13310" y="370146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8"/>
                </a:lnTo>
                <a:lnTo>
                  <a:pt x="118392" y="514805"/>
                </a:lnTo>
                <a:lnTo>
                  <a:pt x="156905" y="538098"/>
                </a:lnTo>
                <a:lnTo>
                  <a:pt x="197899" y="554735"/>
                </a:lnTo>
                <a:lnTo>
                  <a:pt x="240547" y="564718"/>
                </a:lnTo>
                <a:lnTo>
                  <a:pt x="284022" y="568045"/>
                </a:lnTo>
                <a:lnTo>
                  <a:pt x="327497" y="564718"/>
                </a:lnTo>
                <a:lnTo>
                  <a:pt x="370145" y="554735"/>
                </a:lnTo>
                <a:lnTo>
                  <a:pt x="411139" y="538098"/>
                </a:lnTo>
                <a:lnTo>
                  <a:pt x="449652" y="514805"/>
                </a:lnTo>
                <a:lnTo>
                  <a:pt x="484857" y="484858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6"/>
                </a:lnTo>
                <a:lnTo>
                  <a:pt x="564718" y="327498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0" name="Google Shape;250;p8"/>
          <p:cNvSpPr txBox="1"/>
          <p:nvPr/>
        </p:nvSpPr>
        <p:spPr>
          <a:xfrm>
            <a:off x="4121492" y="8743574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3934274" y="9922530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7"/>
                </a:lnTo>
                <a:lnTo>
                  <a:pt x="13310" y="370145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7"/>
                </a:lnTo>
                <a:lnTo>
                  <a:pt x="118392" y="514805"/>
                </a:lnTo>
                <a:lnTo>
                  <a:pt x="156905" y="538097"/>
                </a:lnTo>
                <a:lnTo>
                  <a:pt x="197899" y="554735"/>
                </a:lnTo>
                <a:lnTo>
                  <a:pt x="240547" y="564718"/>
                </a:lnTo>
                <a:lnTo>
                  <a:pt x="284022" y="568045"/>
                </a:lnTo>
                <a:lnTo>
                  <a:pt x="327497" y="564718"/>
                </a:lnTo>
                <a:lnTo>
                  <a:pt x="370145" y="554735"/>
                </a:lnTo>
                <a:lnTo>
                  <a:pt x="411139" y="538097"/>
                </a:lnTo>
                <a:lnTo>
                  <a:pt x="449652" y="514805"/>
                </a:lnTo>
                <a:lnTo>
                  <a:pt x="484857" y="484857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5"/>
                </a:lnTo>
                <a:lnTo>
                  <a:pt x="564718" y="327497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" name="Google Shape;252;p8"/>
          <p:cNvSpPr txBox="1"/>
          <p:nvPr/>
        </p:nvSpPr>
        <p:spPr>
          <a:xfrm>
            <a:off x="4121492" y="10013619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9"/>
          <p:cNvSpPr txBox="1"/>
          <p:nvPr>
            <p:ph type="title"/>
          </p:nvPr>
        </p:nvSpPr>
        <p:spPr>
          <a:xfrm>
            <a:off x="603309" y="259543"/>
            <a:ext cx="73151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	FEATURES</a:t>
            </a:r>
            <a:endParaRPr/>
          </a:p>
        </p:txBody>
      </p:sp>
      <p:pic>
        <p:nvPicPr>
          <p:cNvPr id="259" name="Google Shape;2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50059" y="283696"/>
            <a:ext cx="1936926" cy="79382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9"/>
          <p:cNvSpPr/>
          <p:nvPr/>
        </p:nvSpPr>
        <p:spPr>
          <a:xfrm>
            <a:off x="1172544" y="3459263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8"/>
                </a:lnTo>
                <a:lnTo>
                  <a:pt x="13310" y="370146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8"/>
                </a:lnTo>
                <a:lnTo>
                  <a:pt x="118392" y="514805"/>
                </a:lnTo>
                <a:lnTo>
                  <a:pt x="156905" y="538098"/>
                </a:lnTo>
                <a:lnTo>
                  <a:pt x="197899" y="554735"/>
                </a:lnTo>
                <a:lnTo>
                  <a:pt x="240547" y="564718"/>
                </a:lnTo>
                <a:lnTo>
                  <a:pt x="284022" y="568045"/>
                </a:lnTo>
                <a:lnTo>
                  <a:pt x="327497" y="564718"/>
                </a:lnTo>
                <a:lnTo>
                  <a:pt x="370145" y="554735"/>
                </a:lnTo>
                <a:lnTo>
                  <a:pt x="411139" y="538098"/>
                </a:lnTo>
                <a:lnTo>
                  <a:pt x="449652" y="514805"/>
                </a:lnTo>
                <a:lnTo>
                  <a:pt x="484857" y="484858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6"/>
                </a:lnTo>
                <a:lnTo>
                  <a:pt x="564718" y="327498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1" name="Google Shape;261;p9"/>
          <p:cNvSpPr txBox="1"/>
          <p:nvPr/>
        </p:nvSpPr>
        <p:spPr>
          <a:xfrm>
            <a:off x="1359762" y="3550352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2057552" y="3293407"/>
            <a:ext cx="5207635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Log my running workouts with location, distance, time, pace and steps/minute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2057552" y="4983408"/>
            <a:ext cx="5282565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Log my cycling workouts with location, distance, time, speed and elevation gain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2057552" y="6747753"/>
            <a:ext cx="41986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See all my workouts at a glance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2057552" y="8011588"/>
            <a:ext cx="359219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See my workouts on a map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2057552" y="9201081"/>
            <a:ext cx="4873625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See all my workouts when I leave the app and come back later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172544" y="5148144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8"/>
                </a:lnTo>
                <a:lnTo>
                  <a:pt x="13310" y="370146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8"/>
                </a:lnTo>
                <a:lnTo>
                  <a:pt x="118392" y="514805"/>
                </a:lnTo>
                <a:lnTo>
                  <a:pt x="156905" y="538098"/>
                </a:lnTo>
                <a:lnTo>
                  <a:pt x="197899" y="554735"/>
                </a:lnTo>
                <a:lnTo>
                  <a:pt x="240547" y="564718"/>
                </a:lnTo>
                <a:lnTo>
                  <a:pt x="284022" y="568045"/>
                </a:lnTo>
                <a:lnTo>
                  <a:pt x="327497" y="564718"/>
                </a:lnTo>
                <a:lnTo>
                  <a:pt x="370145" y="554735"/>
                </a:lnTo>
                <a:lnTo>
                  <a:pt x="411139" y="538098"/>
                </a:lnTo>
                <a:lnTo>
                  <a:pt x="449652" y="514805"/>
                </a:lnTo>
                <a:lnTo>
                  <a:pt x="484857" y="484858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6"/>
                </a:lnTo>
                <a:lnTo>
                  <a:pt x="564718" y="327498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8" name="Google Shape;268;p9"/>
          <p:cNvSpPr txBox="1"/>
          <p:nvPr/>
        </p:nvSpPr>
        <p:spPr>
          <a:xfrm>
            <a:off x="1359762" y="5239233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172544" y="6659019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7"/>
                </a:lnTo>
                <a:lnTo>
                  <a:pt x="13310" y="370145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6"/>
                </a:lnTo>
                <a:lnTo>
                  <a:pt x="118392" y="514804"/>
                </a:lnTo>
                <a:lnTo>
                  <a:pt x="156905" y="538097"/>
                </a:lnTo>
                <a:lnTo>
                  <a:pt x="197899" y="554735"/>
                </a:lnTo>
                <a:lnTo>
                  <a:pt x="240547" y="564717"/>
                </a:lnTo>
                <a:lnTo>
                  <a:pt x="284022" y="568045"/>
                </a:lnTo>
                <a:lnTo>
                  <a:pt x="327497" y="564717"/>
                </a:lnTo>
                <a:lnTo>
                  <a:pt x="370145" y="554735"/>
                </a:lnTo>
                <a:lnTo>
                  <a:pt x="411139" y="538097"/>
                </a:lnTo>
                <a:lnTo>
                  <a:pt x="449652" y="514804"/>
                </a:lnTo>
                <a:lnTo>
                  <a:pt x="484857" y="484856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5"/>
                </a:lnTo>
                <a:lnTo>
                  <a:pt x="564718" y="327497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0" name="Google Shape;270;p9"/>
          <p:cNvSpPr txBox="1"/>
          <p:nvPr/>
        </p:nvSpPr>
        <p:spPr>
          <a:xfrm>
            <a:off x="1359762" y="6750108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172544" y="7929064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8"/>
                </a:lnTo>
                <a:lnTo>
                  <a:pt x="13310" y="370146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8"/>
                </a:lnTo>
                <a:lnTo>
                  <a:pt x="118392" y="514805"/>
                </a:lnTo>
                <a:lnTo>
                  <a:pt x="156905" y="538098"/>
                </a:lnTo>
                <a:lnTo>
                  <a:pt x="197899" y="554735"/>
                </a:lnTo>
                <a:lnTo>
                  <a:pt x="240547" y="564718"/>
                </a:lnTo>
                <a:lnTo>
                  <a:pt x="284022" y="568045"/>
                </a:lnTo>
                <a:lnTo>
                  <a:pt x="327497" y="564718"/>
                </a:lnTo>
                <a:lnTo>
                  <a:pt x="370145" y="554735"/>
                </a:lnTo>
                <a:lnTo>
                  <a:pt x="411139" y="538098"/>
                </a:lnTo>
                <a:lnTo>
                  <a:pt x="449652" y="514805"/>
                </a:lnTo>
                <a:lnTo>
                  <a:pt x="484857" y="484858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6"/>
                </a:lnTo>
                <a:lnTo>
                  <a:pt x="564718" y="327498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2" name="Google Shape;272;p9"/>
          <p:cNvSpPr txBox="1"/>
          <p:nvPr/>
        </p:nvSpPr>
        <p:spPr>
          <a:xfrm>
            <a:off x="1359762" y="8020153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172544" y="9398056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899"/>
                </a:lnTo>
                <a:lnTo>
                  <a:pt x="3327" y="240547"/>
                </a:lnTo>
                <a:lnTo>
                  <a:pt x="0" y="284022"/>
                </a:lnTo>
                <a:lnTo>
                  <a:pt x="3327" y="327497"/>
                </a:lnTo>
                <a:lnTo>
                  <a:pt x="13310" y="370145"/>
                </a:lnTo>
                <a:lnTo>
                  <a:pt x="29947" y="411138"/>
                </a:lnTo>
                <a:lnTo>
                  <a:pt x="53240" y="449651"/>
                </a:lnTo>
                <a:lnTo>
                  <a:pt x="83187" y="484856"/>
                </a:lnTo>
                <a:lnTo>
                  <a:pt x="118392" y="514804"/>
                </a:lnTo>
                <a:lnTo>
                  <a:pt x="156905" y="538097"/>
                </a:lnTo>
                <a:lnTo>
                  <a:pt x="197899" y="554735"/>
                </a:lnTo>
                <a:lnTo>
                  <a:pt x="240547" y="564717"/>
                </a:lnTo>
                <a:lnTo>
                  <a:pt x="284022" y="568045"/>
                </a:lnTo>
                <a:lnTo>
                  <a:pt x="327497" y="564717"/>
                </a:lnTo>
                <a:lnTo>
                  <a:pt x="370145" y="554735"/>
                </a:lnTo>
                <a:lnTo>
                  <a:pt x="411139" y="538097"/>
                </a:lnTo>
                <a:lnTo>
                  <a:pt x="449652" y="514804"/>
                </a:lnTo>
                <a:lnTo>
                  <a:pt x="484857" y="484856"/>
                </a:lnTo>
                <a:lnTo>
                  <a:pt x="514805" y="449651"/>
                </a:lnTo>
                <a:lnTo>
                  <a:pt x="538097" y="411138"/>
                </a:lnTo>
                <a:lnTo>
                  <a:pt x="554735" y="370145"/>
                </a:lnTo>
                <a:lnTo>
                  <a:pt x="564718" y="327497"/>
                </a:lnTo>
                <a:lnTo>
                  <a:pt x="568045" y="284022"/>
                </a:lnTo>
                <a:lnTo>
                  <a:pt x="564718" y="240547"/>
                </a:lnTo>
                <a:lnTo>
                  <a:pt x="554735" y="197899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4" name="Google Shape;274;p9"/>
          <p:cNvSpPr txBox="1"/>
          <p:nvPr/>
        </p:nvSpPr>
        <p:spPr>
          <a:xfrm>
            <a:off x="1359762" y="9489145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9"/>
          <p:cNvGrpSpPr/>
          <p:nvPr/>
        </p:nvGrpSpPr>
        <p:grpSpPr>
          <a:xfrm>
            <a:off x="10335740" y="3109853"/>
            <a:ext cx="8647430" cy="2774950"/>
            <a:chOff x="10335740" y="3109853"/>
            <a:chExt cx="8647430" cy="2774950"/>
          </a:xfrm>
        </p:grpSpPr>
        <p:sp>
          <p:nvSpPr>
            <p:cNvPr id="276" name="Google Shape;276;p9"/>
            <p:cNvSpPr/>
            <p:nvPr/>
          </p:nvSpPr>
          <p:spPr>
            <a:xfrm>
              <a:off x="10335740" y="3109853"/>
              <a:ext cx="8647430" cy="2774950"/>
            </a:xfrm>
            <a:custGeom>
              <a:rect b="b" l="l" r="r" t="t"/>
              <a:pathLst>
                <a:path extrusionOk="0" h="2774950" w="8647430">
                  <a:moveTo>
                    <a:pt x="8646925" y="0"/>
                  </a:moveTo>
                  <a:lnTo>
                    <a:pt x="0" y="0"/>
                  </a:lnTo>
                  <a:lnTo>
                    <a:pt x="0" y="2774784"/>
                  </a:lnTo>
                  <a:lnTo>
                    <a:pt x="8646925" y="2774784"/>
                  </a:lnTo>
                  <a:lnTo>
                    <a:pt x="8646925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77" name="Google Shape;277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545155" y="3372933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545155" y="4357197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545155" y="5341460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" name="Google Shape;280;p9"/>
          <p:cNvSpPr txBox="1"/>
          <p:nvPr>
            <p:ph idx="1" type="body"/>
          </p:nvPr>
        </p:nvSpPr>
        <p:spPr>
          <a:xfrm>
            <a:off x="10335740" y="3109853"/>
            <a:ext cx="8647430" cy="277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8575">
            <a:spAutoFit/>
          </a:bodyPr>
          <a:lstStyle/>
          <a:p>
            <a:pPr indent="0" lvl="0" marL="732790" marR="607695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Map where user clicks to add new workout (best way to get location coordinates)</a:t>
            </a:r>
            <a:endParaRPr/>
          </a:p>
          <a:p>
            <a:pPr indent="0" lvl="0" marL="732790" marR="323215" rtl="0" algn="l">
              <a:lnSpc>
                <a:spcPct val="110500"/>
              </a:lnSpc>
              <a:spcBef>
                <a:spcPts val="1645"/>
              </a:spcBef>
              <a:spcAft>
                <a:spcPts val="0"/>
              </a:spcAft>
              <a:buNone/>
            </a:pPr>
            <a:r>
              <a:rPr lang="en-US"/>
              <a:t>Geolocation to display map at current location (more user friendly)</a:t>
            </a:r>
            <a:endParaRPr/>
          </a:p>
          <a:p>
            <a:pPr indent="0" lvl="0" marL="732790" rtl="0" algn="l">
              <a:lnSpc>
                <a:spcPct val="100000"/>
              </a:lnSpc>
              <a:spcBef>
                <a:spcPts val="1939"/>
              </a:spcBef>
              <a:spcAft>
                <a:spcPts val="0"/>
              </a:spcAft>
              <a:buNone/>
            </a:pPr>
            <a:r>
              <a:rPr lang="en-US"/>
              <a:t>Form to input distance, time, pace, steps/minute</a:t>
            </a:r>
            <a:endParaRPr/>
          </a:p>
        </p:txBody>
      </p:sp>
      <p:grpSp>
        <p:nvGrpSpPr>
          <p:cNvPr id="281" name="Google Shape;281;p9"/>
          <p:cNvGrpSpPr/>
          <p:nvPr/>
        </p:nvGrpSpPr>
        <p:grpSpPr>
          <a:xfrm>
            <a:off x="10335740" y="6030274"/>
            <a:ext cx="8647430" cy="806450"/>
            <a:chOff x="10335740" y="6030274"/>
            <a:chExt cx="8647430" cy="806450"/>
          </a:xfrm>
        </p:grpSpPr>
        <p:sp>
          <p:nvSpPr>
            <p:cNvPr id="282" name="Google Shape;282;p9"/>
            <p:cNvSpPr/>
            <p:nvPr/>
          </p:nvSpPr>
          <p:spPr>
            <a:xfrm>
              <a:off x="10335740" y="6030274"/>
              <a:ext cx="8647430" cy="806450"/>
            </a:xfrm>
            <a:custGeom>
              <a:rect b="b" l="l" r="r" t="t"/>
              <a:pathLst>
                <a:path extrusionOk="0" h="806450" w="8647430">
                  <a:moveTo>
                    <a:pt x="8646925" y="0"/>
                  </a:moveTo>
                  <a:lnTo>
                    <a:pt x="0" y="0"/>
                  </a:lnTo>
                  <a:lnTo>
                    <a:pt x="0" y="806258"/>
                  </a:lnTo>
                  <a:lnTo>
                    <a:pt x="8646925" y="806258"/>
                  </a:lnTo>
                  <a:lnTo>
                    <a:pt x="8646925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83" name="Google Shape;283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545155" y="6293355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4" name="Google Shape;284;p9"/>
          <p:cNvSpPr txBox="1"/>
          <p:nvPr/>
        </p:nvSpPr>
        <p:spPr>
          <a:xfrm>
            <a:off x="10335740" y="6030274"/>
            <a:ext cx="8647430" cy="806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4775">
            <a:spAutoFit/>
          </a:bodyPr>
          <a:lstStyle/>
          <a:p>
            <a:pPr indent="0" lvl="0" marL="732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Form to input distance, time, speed, elevation gain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" name="Google Shape;285;p9"/>
          <p:cNvGrpSpPr/>
          <p:nvPr/>
        </p:nvGrpSpPr>
        <p:grpSpPr>
          <a:xfrm>
            <a:off x="10335740" y="6982645"/>
            <a:ext cx="8647430" cy="806450"/>
            <a:chOff x="10335740" y="6982645"/>
            <a:chExt cx="8647430" cy="806450"/>
          </a:xfrm>
        </p:grpSpPr>
        <p:sp>
          <p:nvSpPr>
            <p:cNvPr id="286" name="Google Shape;286;p9"/>
            <p:cNvSpPr/>
            <p:nvPr/>
          </p:nvSpPr>
          <p:spPr>
            <a:xfrm>
              <a:off x="10335740" y="6982645"/>
              <a:ext cx="8647430" cy="806450"/>
            </a:xfrm>
            <a:custGeom>
              <a:rect b="b" l="l" r="r" t="t"/>
              <a:pathLst>
                <a:path extrusionOk="0" h="806450" w="8647430">
                  <a:moveTo>
                    <a:pt x="8646925" y="0"/>
                  </a:moveTo>
                  <a:lnTo>
                    <a:pt x="0" y="0"/>
                  </a:lnTo>
                  <a:lnTo>
                    <a:pt x="0" y="806258"/>
                  </a:lnTo>
                  <a:lnTo>
                    <a:pt x="8646925" y="806258"/>
                  </a:lnTo>
                  <a:lnTo>
                    <a:pt x="8646925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87" name="Google Shape;287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545155" y="7245726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9"/>
          <p:cNvSpPr txBox="1"/>
          <p:nvPr/>
        </p:nvSpPr>
        <p:spPr>
          <a:xfrm>
            <a:off x="10335740" y="6982645"/>
            <a:ext cx="8647430" cy="806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4775">
            <a:spAutoFit/>
          </a:bodyPr>
          <a:lstStyle/>
          <a:p>
            <a:pPr indent="0" lvl="0" marL="732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Display all workouts in a list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9" name="Google Shape;289;p9"/>
          <p:cNvGrpSpPr/>
          <p:nvPr/>
        </p:nvGrpSpPr>
        <p:grpSpPr>
          <a:xfrm>
            <a:off x="10335740" y="7935019"/>
            <a:ext cx="8647430" cy="806450"/>
            <a:chOff x="10335740" y="7935019"/>
            <a:chExt cx="8647430" cy="806450"/>
          </a:xfrm>
        </p:grpSpPr>
        <p:sp>
          <p:nvSpPr>
            <p:cNvPr id="290" name="Google Shape;290;p9"/>
            <p:cNvSpPr/>
            <p:nvPr/>
          </p:nvSpPr>
          <p:spPr>
            <a:xfrm>
              <a:off x="10335740" y="7935019"/>
              <a:ext cx="8647430" cy="806450"/>
            </a:xfrm>
            <a:custGeom>
              <a:rect b="b" l="l" r="r" t="t"/>
              <a:pathLst>
                <a:path extrusionOk="0" h="806450" w="8647430">
                  <a:moveTo>
                    <a:pt x="8646925" y="0"/>
                  </a:moveTo>
                  <a:lnTo>
                    <a:pt x="0" y="0"/>
                  </a:lnTo>
                  <a:lnTo>
                    <a:pt x="0" y="806258"/>
                  </a:lnTo>
                  <a:lnTo>
                    <a:pt x="8646925" y="806258"/>
                  </a:lnTo>
                  <a:lnTo>
                    <a:pt x="8646925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91" name="Google Shape;291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545155" y="8198100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2" name="Google Shape;292;p9"/>
          <p:cNvSpPr txBox="1"/>
          <p:nvPr/>
        </p:nvSpPr>
        <p:spPr>
          <a:xfrm>
            <a:off x="10335740" y="7935019"/>
            <a:ext cx="8647430" cy="806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4775">
            <a:spAutoFit/>
          </a:bodyPr>
          <a:lstStyle/>
          <a:p>
            <a:pPr indent="0" lvl="0" marL="732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Display all workouts on the map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p9"/>
          <p:cNvGrpSpPr/>
          <p:nvPr/>
        </p:nvGrpSpPr>
        <p:grpSpPr>
          <a:xfrm>
            <a:off x="10335741" y="8887391"/>
            <a:ext cx="8647430" cy="1790700"/>
            <a:chOff x="10335741" y="8887391"/>
            <a:chExt cx="8647430" cy="1790700"/>
          </a:xfrm>
        </p:grpSpPr>
        <p:sp>
          <p:nvSpPr>
            <p:cNvPr id="294" name="Google Shape;294;p9"/>
            <p:cNvSpPr/>
            <p:nvPr/>
          </p:nvSpPr>
          <p:spPr>
            <a:xfrm>
              <a:off x="10335741" y="8887391"/>
              <a:ext cx="8647430" cy="1790700"/>
            </a:xfrm>
            <a:custGeom>
              <a:rect b="b" l="l" r="r" t="t"/>
              <a:pathLst>
                <a:path extrusionOk="0" h="1790700" w="8647430">
                  <a:moveTo>
                    <a:pt x="8646925" y="0"/>
                  </a:moveTo>
                  <a:lnTo>
                    <a:pt x="0" y="0"/>
                  </a:lnTo>
                  <a:lnTo>
                    <a:pt x="0" y="1790521"/>
                  </a:lnTo>
                  <a:lnTo>
                    <a:pt x="8646925" y="1790521"/>
                  </a:lnTo>
                  <a:lnTo>
                    <a:pt x="8646925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95" name="Google Shape;295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545155" y="9150472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545155" y="9747312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" name="Google Shape;297;p9"/>
          <p:cNvSpPr txBox="1"/>
          <p:nvPr/>
        </p:nvSpPr>
        <p:spPr>
          <a:xfrm>
            <a:off x="10335741" y="8887391"/>
            <a:ext cx="864743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4775">
            <a:spAutoFit/>
          </a:bodyPr>
          <a:lstStyle/>
          <a:p>
            <a:pPr indent="0" lvl="0" marL="732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Store workout data in the browser using local storage API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732790" marR="409575" rtl="0" algn="l">
              <a:lnSpc>
                <a:spcPct val="110500"/>
              </a:lnSpc>
              <a:spcBef>
                <a:spcPts val="165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On page load, read the saved data from local storage and display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" name="Google Shape;298;p9"/>
          <p:cNvGrpSpPr/>
          <p:nvPr/>
        </p:nvGrpSpPr>
        <p:grpSpPr>
          <a:xfrm>
            <a:off x="7515161" y="3837470"/>
            <a:ext cx="2537288" cy="576770"/>
            <a:chOff x="7515161" y="3837470"/>
            <a:chExt cx="2537288" cy="576770"/>
          </a:xfrm>
        </p:grpSpPr>
        <p:sp>
          <p:nvSpPr>
            <p:cNvPr id="299" name="Google Shape;299;p9"/>
            <p:cNvSpPr/>
            <p:nvPr/>
          </p:nvSpPr>
          <p:spPr>
            <a:xfrm>
              <a:off x="7515161" y="3837470"/>
              <a:ext cx="2385695" cy="494665"/>
            </a:xfrm>
            <a:custGeom>
              <a:rect b="b" l="l" r="r" t="t"/>
              <a:pathLst>
                <a:path extrusionOk="0" h="494664" w="2385695">
                  <a:moveTo>
                    <a:pt x="2385146" y="494425"/>
                  </a:moveTo>
                  <a:lnTo>
                    <a:pt x="2364640" y="490175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9861949" y="4241520"/>
              <a:ext cx="190500" cy="172720"/>
            </a:xfrm>
            <a:custGeom>
              <a:rect b="b" l="l" r="r" t="t"/>
              <a:pathLst>
                <a:path extrusionOk="0" h="172720" w="190500">
                  <a:moveTo>
                    <a:pt x="35703" y="0"/>
                  </a:moveTo>
                  <a:lnTo>
                    <a:pt x="0" y="172249"/>
                  </a:lnTo>
                  <a:lnTo>
                    <a:pt x="190101" y="121827"/>
                  </a:lnTo>
                  <a:lnTo>
                    <a:pt x="35703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01" name="Google Shape;301;p9"/>
          <p:cNvGrpSpPr/>
          <p:nvPr/>
        </p:nvGrpSpPr>
        <p:grpSpPr>
          <a:xfrm>
            <a:off x="7641523" y="5535127"/>
            <a:ext cx="2411006" cy="943062"/>
            <a:chOff x="7641523" y="5535127"/>
            <a:chExt cx="2411006" cy="943062"/>
          </a:xfrm>
        </p:grpSpPr>
        <p:sp>
          <p:nvSpPr>
            <p:cNvPr id="302" name="Google Shape;302;p9"/>
            <p:cNvSpPr/>
            <p:nvPr/>
          </p:nvSpPr>
          <p:spPr>
            <a:xfrm>
              <a:off x="7641523" y="5535127"/>
              <a:ext cx="2266315" cy="868680"/>
            </a:xfrm>
            <a:custGeom>
              <a:rect b="b" l="l" r="r" t="t"/>
              <a:pathLst>
                <a:path extrusionOk="0" h="868679" w="2266315">
                  <a:moveTo>
                    <a:pt x="2265817" y="868222"/>
                  </a:moveTo>
                  <a:lnTo>
                    <a:pt x="2246262" y="860728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9856314" y="6313724"/>
              <a:ext cx="196215" cy="164465"/>
            </a:xfrm>
            <a:custGeom>
              <a:rect b="b" l="l" r="r" t="t"/>
              <a:pathLst>
                <a:path extrusionOk="0" h="164464" w="196215">
                  <a:moveTo>
                    <a:pt x="62942" y="0"/>
                  </a:moveTo>
                  <a:lnTo>
                    <a:pt x="0" y="164264"/>
                  </a:lnTo>
                  <a:lnTo>
                    <a:pt x="195735" y="145075"/>
                  </a:lnTo>
                  <a:lnTo>
                    <a:pt x="62942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04" name="Google Shape;304;p9"/>
          <p:cNvGrpSpPr/>
          <p:nvPr/>
        </p:nvGrpSpPr>
        <p:grpSpPr>
          <a:xfrm>
            <a:off x="6590824" y="7001938"/>
            <a:ext cx="3461619" cy="508466"/>
            <a:chOff x="6590824" y="7001938"/>
            <a:chExt cx="3461619" cy="508466"/>
          </a:xfrm>
        </p:grpSpPr>
        <p:sp>
          <p:nvSpPr>
            <p:cNvPr id="305" name="Google Shape;305;p9"/>
            <p:cNvSpPr/>
            <p:nvPr/>
          </p:nvSpPr>
          <p:spPr>
            <a:xfrm>
              <a:off x="6590824" y="7001938"/>
              <a:ext cx="3307715" cy="424180"/>
            </a:xfrm>
            <a:custGeom>
              <a:rect b="b" l="l" r="r" t="t"/>
              <a:pathLst>
                <a:path extrusionOk="0" h="424179" w="3307715">
                  <a:moveTo>
                    <a:pt x="3307511" y="423743"/>
                  </a:moveTo>
                  <a:lnTo>
                    <a:pt x="3286739" y="421082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9866388" y="7335779"/>
              <a:ext cx="186055" cy="174625"/>
            </a:xfrm>
            <a:custGeom>
              <a:rect b="b" l="l" r="r" t="t"/>
              <a:pathLst>
                <a:path extrusionOk="0" h="174625" w="186054">
                  <a:moveTo>
                    <a:pt x="22352" y="0"/>
                  </a:moveTo>
                  <a:lnTo>
                    <a:pt x="0" y="174485"/>
                  </a:lnTo>
                  <a:lnTo>
                    <a:pt x="185661" y="109595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07" name="Google Shape;307;p9"/>
          <p:cNvGrpSpPr/>
          <p:nvPr/>
        </p:nvGrpSpPr>
        <p:grpSpPr>
          <a:xfrm>
            <a:off x="5986953" y="8246107"/>
            <a:ext cx="4065155" cy="175895"/>
            <a:chOff x="5986953" y="8246107"/>
            <a:chExt cx="4065155" cy="175895"/>
          </a:xfrm>
        </p:grpSpPr>
        <p:sp>
          <p:nvSpPr>
            <p:cNvPr id="308" name="Google Shape;308;p9"/>
            <p:cNvSpPr/>
            <p:nvPr/>
          </p:nvSpPr>
          <p:spPr>
            <a:xfrm>
              <a:off x="5986953" y="8251317"/>
              <a:ext cx="3910329" cy="83185"/>
            </a:xfrm>
            <a:custGeom>
              <a:rect b="b" l="l" r="r" t="t"/>
              <a:pathLst>
                <a:path extrusionOk="0" h="83184" w="3910329">
                  <a:moveTo>
                    <a:pt x="3910162" y="83170"/>
                  </a:moveTo>
                  <a:lnTo>
                    <a:pt x="3889225" y="82725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9874308" y="8246107"/>
              <a:ext cx="177800" cy="175895"/>
            </a:xfrm>
            <a:custGeom>
              <a:rect b="b" l="l" r="r" t="t"/>
              <a:pathLst>
                <a:path extrusionOk="0" h="175895" w="177800">
                  <a:moveTo>
                    <a:pt x="3740" y="0"/>
                  </a:moveTo>
                  <a:lnTo>
                    <a:pt x="0" y="175871"/>
                  </a:lnTo>
                  <a:lnTo>
                    <a:pt x="177741" y="91676"/>
                  </a:lnTo>
                  <a:lnTo>
                    <a:pt x="374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10" name="Google Shape;310;p9"/>
          <p:cNvGrpSpPr/>
          <p:nvPr/>
        </p:nvGrpSpPr>
        <p:grpSpPr>
          <a:xfrm>
            <a:off x="7291291" y="9509775"/>
            <a:ext cx="2761174" cy="191514"/>
            <a:chOff x="7291291" y="9509775"/>
            <a:chExt cx="2761174" cy="191514"/>
          </a:xfrm>
        </p:grpSpPr>
        <p:sp>
          <p:nvSpPr>
            <p:cNvPr id="311" name="Google Shape;311;p9"/>
            <p:cNvSpPr/>
            <p:nvPr/>
          </p:nvSpPr>
          <p:spPr>
            <a:xfrm>
              <a:off x="7291291" y="9509775"/>
              <a:ext cx="2606040" cy="104775"/>
            </a:xfrm>
            <a:custGeom>
              <a:rect b="b" l="l" r="r" t="t"/>
              <a:pathLst>
                <a:path extrusionOk="0" h="104775" w="2606040">
                  <a:moveTo>
                    <a:pt x="2605912" y="104340"/>
                  </a:moveTo>
                  <a:lnTo>
                    <a:pt x="2584988" y="103502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9872760" y="9525394"/>
              <a:ext cx="179705" cy="175895"/>
            </a:xfrm>
            <a:custGeom>
              <a:rect b="b" l="l" r="r" t="t"/>
              <a:pathLst>
                <a:path extrusionOk="0" h="175895" w="179704">
                  <a:moveTo>
                    <a:pt x="7037" y="0"/>
                  </a:moveTo>
                  <a:lnTo>
                    <a:pt x="0" y="175769"/>
                  </a:lnTo>
                  <a:lnTo>
                    <a:pt x="179288" y="94922"/>
                  </a:lnTo>
                  <a:lnTo>
                    <a:pt x="7037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313" name="Google Shape;3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7845" y="1816894"/>
            <a:ext cx="3281656" cy="895064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3232185" y="1939239"/>
            <a:ext cx="2282825" cy="59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USER	STORIES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18379" y="1816894"/>
            <a:ext cx="3281656" cy="895064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9"/>
          <p:cNvSpPr txBox="1"/>
          <p:nvPr/>
        </p:nvSpPr>
        <p:spPr>
          <a:xfrm>
            <a:off x="13844302" y="1939239"/>
            <a:ext cx="1639570" cy="59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7" name="Google Shape;317;p9"/>
          <p:cNvGrpSpPr/>
          <p:nvPr/>
        </p:nvGrpSpPr>
        <p:grpSpPr>
          <a:xfrm>
            <a:off x="6445827" y="2138776"/>
            <a:ext cx="6136378" cy="251460"/>
            <a:chOff x="6445827" y="2138776"/>
            <a:chExt cx="6136378" cy="251460"/>
          </a:xfrm>
        </p:grpSpPr>
        <p:sp>
          <p:nvSpPr>
            <p:cNvPr id="318" name="Google Shape;318;p9"/>
            <p:cNvSpPr/>
            <p:nvPr/>
          </p:nvSpPr>
          <p:spPr>
            <a:xfrm>
              <a:off x="6445827" y="2264427"/>
              <a:ext cx="5916930" cy="0"/>
            </a:xfrm>
            <a:custGeom>
              <a:rect b="b" l="l" r="r" t="t"/>
              <a:pathLst>
                <a:path extrusionOk="0" h="120000" w="5916930">
                  <a:moveTo>
                    <a:pt x="0" y="0"/>
                  </a:moveTo>
                  <a:lnTo>
                    <a:pt x="5884918" y="0"/>
                  </a:lnTo>
                  <a:lnTo>
                    <a:pt x="5916330" y="0"/>
                  </a:lnTo>
                </a:path>
              </a:pathLst>
            </a:custGeom>
            <a:noFill/>
            <a:ln cap="flat" cmpd="sng" w="628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12330745" y="2138776"/>
              <a:ext cx="251460" cy="251460"/>
            </a:xfrm>
            <a:custGeom>
              <a:rect b="b" l="l" r="r" t="t"/>
              <a:pathLst>
                <a:path extrusionOk="0" h="251460" w="251459">
                  <a:moveTo>
                    <a:pt x="0" y="0"/>
                  </a:moveTo>
                  <a:lnTo>
                    <a:pt x="0" y="251301"/>
                  </a:lnTo>
                  <a:lnTo>
                    <a:pt x="251301" y="125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10"/>
          <p:cNvGrpSpPr/>
          <p:nvPr/>
        </p:nvGrpSpPr>
        <p:grpSpPr>
          <a:xfrm>
            <a:off x="0" y="0"/>
            <a:ext cx="20104099" cy="11309125"/>
            <a:chOff x="0" y="0"/>
            <a:chExt cx="20104099" cy="11309125"/>
          </a:xfrm>
        </p:grpSpPr>
        <p:sp>
          <p:nvSpPr>
            <p:cNvPr id="325" name="Google Shape;325;p10"/>
            <p:cNvSpPr/>
            <p:nvPr/>
          </p:nvSpPr>
          <p:spPr>
            <a:xfrm>
              <a:off x="0" y="1361215"/>
              <a:ext cx="4758690" cy="9947910"/>
            </a:xfrm>
            <a:custGeom>
              <a:rect b="b" l="l" r="r" t="t"/>
              <a:pathLst>
                <a:path extrusionOk="0" h="9947910" w="4758690">
                  <a:moveTo>
                    <a:pt x="4758498" y="0"/>
                  </a:moveTo>
                  <a:lnTo>
                    <a:pt x="0" y="0"/>
                  </a:lnTo>
                  <a:lnTo>
                    <a:pt x="0" y="9947341"/>
                  </a:lnTo>
                  <a:lnTo>
                    <a:pt x="4758498" y="9947341"/>
                  </a:lnTo>
                  <a:lnTo>
                    <a:pt x="4758498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26" name="Google Shape;326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0104099" cy="13612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7" name="Google Shape;327;p10"/>
          <p:cNvSpPr txBox="1"/>
          <p:nvPr>
            <p:ph type="title"/>
          </p:nvPr>
        </p:nvSpPr>
        <p:spPr>
          <a:xfrm>
            <a:off x="603308" y="259543"/>
            <a:ext cx="54101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	FLOWCHART</a:t>
            </a:r>
            <a:endParaRPr/>
          </a:p>
        </p:txBody>
      </p:sp>
      <p:grpSp>
        <p:nvGrpSpPr>
          <p:cNvPr id="328" name="Google Shape;328;p10"/>
          <p:cNvGrpSpPr/>
          <p:nvPr/>
        </p:nvGrpSpPr>
        <p:grpSpPr>
          <a:xfrm>
            <a:off x="5124747" y="283696"/>
            <a:ext cx="14659993" cy="8335486"/>
            <a:chOff x="5124747" y="283696"/>
            <a:chExt cx="14659993" cy="8335486"/>
          </a:xfrm>
        </p:grpSpPr>
        <p:pic>
          <p:nvPicPr>
            <p:cNvPr id="329" name="Google Shape;32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650059" y="283696"/>
              <a:ext cx="1936926" cy="793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124747" y="2584525"/>
              <a:ext cx="14659993" cy="60346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1" name="Google Shape;331;p10"/>
          <p:cNvSpPr txBox="1"/>
          <p:nvPr/>
        </p:nvSpPr>
        <p:spPr>
          <a:xfrm>
            <a:off x="486571" y="1814287"/>
            <a:ext cx="3730625" cy="8990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0680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471804" lvl="0" marL="483869" marR="384175" rtl="0" algn="l">
              <a:lnSpc>
                <a:spcPct val="108700"/>
              </a:lnSpc>
              <a:spcBef>
                <a:spcPts val="1964"/>
              </a:spcBef>
              <a:spcAft>
                <a:spcPts val="0"/>
              </a:spcAft>
              <a:buClr>
                <a:srgbClr val="444444"/>
              </a:buClr>
              <a:buSzPts val="2150"/>
              <a:buFont typeface="Arial"/>
              <a:buAutoNum type="arabicPeriod"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Geolocation to display map at current location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-471804" lvl="0" marL="483869" marR="193675" rtl="0" algn="l">
              <a:lnSpc>
                <a:spcPct val="108700"/>
              </a:lnSpc>
              <a:spcBef>
                <a:spcPts val="2225"/>
              </a:spcBef>
              <a:spcAft>
                <a:spcPts val="0"/>
              </a:spcAft>
              <a:buClr>
                <a:srgbClr val="444444"/>
              </a:buClr>
              <a:buSzPts val="2150"/>
              <a:buFont typeface="Arial"/>
              <a:buAutoNum type="arabicPeriod"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Map where user clicks to add new workout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-471804" lvl="0" marL="483869" marR="213995" rtl="0" algn="l">
              <a:lnSpc>
                <a:spcPct val="108700"/>
              </a:lnSpc>
              <a:spcBef>
                <a:spcPts val="2225"/>
              </a:spcBef>
              <a:spcAft>
                <a:spcPts val="0"/>
              </a:spcAft>
              <a:buClr>
                <a:srgbClr val="444444"/>
              </a:buClr>
              <a:buSzPts val="2150"/>
              <a:buFont typeface="Arial"/>
              <a:buAutoNum type="arabicPeriod"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Form to input distance, time, pace, steps/minute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-471804" lvl="0" marL="483869" marR="5080" rtl="0" algn="l">
              <a:lnSpc>
                <a:spcPct val="108700"/>
              </a:lnSpc>
              <a:spcBef>
                <a:spcPts val="2225"/>
              </a:spcBef>
              <a:spcAft>
                <a:spcPts val="0"/>
              </a:spcAft>
              <a:buClr>
                <a:srgbClr val="444444"/>
              </a:buClr>
              <a:buSzPts val="2150"/>
              <a:buFont typeface="Arial"/>
              <a:buAutoNum type="arabicPeriod"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Form to input distance, time, speed, elevation gain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-470534" lvl="0" marL="483234" rtl="0" algn="l">
              <a:lnSpc>
                <a:spcPct val="100000"/>
              </a:lnSpc>
              <a:spcBef>
                <a:spcPts val="2450"/>
              </a:spcBef>
              <a:spcAft>
                <a:spcPts val="0"/>
              </a:spcAft>
              <a:buClr>
                <a:srgbClr val="444444"/>
              </a:buClr>
              <a:buSzPts val="2150"/>
              <a:buFont typeface="Arial"/>
              <a:buAutoNum type="arabicPeriod"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Display workouts in a list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-471804" lvl="0" marL="483869" marR="295275" rtl="0" algn="l">
              <a:lnSpc>
                <a:spcPct val="108700"/>
              </a:lnSpc>
              <a:spcBef>
                <a:spcPts val="2225"/>
              </a:spcBef>
              <a:spcAft>
                <a:spcPts val="0"/>
              </a:spcAft>
              <a:buClr>
                <a:srgbClr val="444444"/>
              </a:buClr>
              <a:buSzPts val="2150"/>
              <a:buFont typeface="Arial"/>
              <a:buAutoNum type="arabicPeriod"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Display workouts on the map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-471804" lvl="0" marL="483869" marR="153035" rtl="0" algn="l">
              <a:lnSpc>
                <a:spcPct val="108700"/>
              </a:lnSpc>
              <a:spcBef>
                <a:spcPts val="2225"/>
              </a:spcBef>
              <a:spcAft>
                <a:spcPts val="0"/>
              </a:spcAft>
              <a:buClr>
                <a:srgbClr val="444444"/>
              </a:buClr>
              <a:buSzPts val="2150"/>
              <a:buFont typeface="Arial"/>
              <a:buAutoNum type="arabicPeriod"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Store workout data in the browser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-471804" lvl="0" marL="483869" marR="430530" rtl="0" algn="l">
              <a:lnSpc>
                <a:spcPct val="108700"/>
              </a:lnSpc>
              <a:spcBef>
                <a:spcPts val="2225"/>
              </a:spcBef>
              <a:spcAft>
                <a:spcPts val="0"/>
              </a:spcAft>
              <a:buClr>
                <a:srgbClr val="444444"/>
              </a:buClr>
              <a:buSzPts val="2150"/>
              <a:buFont typeface="Arial"/>
              <a:buAutoNum type="arabicPeriod"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On page load, read the saved data and display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-471804" lvl="0" marL="483869" marR="575945" rtl="0" algn="l">
              <a:lnSpc>
                <a:spcPct val="108700"/>
              </a:lnSpc>
              <a:spcBef>
                <a:spcPts val="2225"/>
              </a:spcBef>
              <a:spcAft>
                <a:spcPts val="0"/>
              </a:spcAft>
              <a:buClr>
                <a:srgbClr val="444444"/>
              </a:buClr>
              <a:buSzPts val="2150"/>
              <a:buFont typeface="Arial"/>
              <a:buAutoNum type="arabicPeriod"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Move map to workout location on click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p10"/>
          <p:cNvGrpSpPr/>
          <p:nvPr/>
        </p:nvGrpSpPr>
        <p:grpSpPr>
          <a:xfrm>
            <a:off x="3711270" y="2255738"/>
            <a:ext cx="4839332" cy="8504864"/>
            <a:chOff x="3711270" y="2255738"/>
            <a:chExt cx="4839332" cy="8504864"/>
          </a:xfrm>
        </p:grpSpPr>
        <p:sp>
          <p:nvSpPr>
            <p:cNvPr id="333" name="Google Shape;333;p10"/>
            <p:cNvSpPr/>
            <p:nvPr/>
          </p:nvSpPr>
          <p:spPr>
            <a:xfrm>
              <a:off x="3844249" y="10626617"/>
              <a:ext cx="1153795" cy="133985"/>
            </a:xfrm>
            <a:custGeom>
              <a:rect b="b" l="l" r="r" t="t"/>
              <a:pathLst>
                <a:path extrusionOk="0" h="133984" w="1153795">
                  <a:moveTo>
                    <a:pt x="0" y="0"/>
                  </a:moveTo>
                  <a:lnTo>
                    <a:pt x="57535" y="29545"/>
                  </a:lnTo>
                  <a:lnTo>
                    <a:pt x="97773" y="46780"/>
                  </a:lnTo>
                  <a:lnTo>
                    <a:pt x="138683" y="62458"/>
                  </a:lnTo>
                  <a:lnTo>
                    <a:pt x="180266" y="76580"/>
                  </a:lnTo>
                  <a:lnTo>
                    <a:pt x="222521" y="89145"/>
                  </a:lnTo>
                  <a:lnTo>
                    <a:pt x="265449" y="100153"/>
                  </a:lnTo>
                  <a:lnTo>
                    <a:pt x="309049" y="109605"/>
                  </a:lnTo>
                  <a:lnTo>
                    <a:pt x="353322" y="117500"/>
                  </a:lnTo>
                  <a:lnTo>
                    <a:pt x="398268" y="123838"/>
                  </a:lnTo>
                  <a:lnTo>
                    <a:pt x="443886" y="128620"/>
                  </a:lnTo>
                  <a:lnTo>
                    <a:pt x="490177" y="131845"/>
                  </a:lnTo>
                  <a:lnTo>
                    <a:pt x="537141" y="133513"/>
                  </a:lnTo>
                  <a:lnTo>
                    <a:pt x="584777" y="133625"/>
                  </a:lnTo>
                  <a:lnTo>
                    <a:pt x="633086" y="132180"/>
                  </a:lnTo>
                  <a:lnTo>
                    <a:pt x="682067" y="129178"/>
                  </a:lnTo>
                  <a:lnTo>
                    <a:pt x="731721" y="124620"/>
                  </a:lnTo>
                  <a:lnTo>
                    <a:pt x="782048" y="118505"/>
                  </a:lnTo>
                  <a:lnTo>
                    <a:pt x="833048" y="110834"/>
                  </a:lnTo>
                  <a:lnTo>
                    <a:pt x="884721" y="101606"/>
                  </a:lnTo>
                  <a:lnTo>
                    <a:pt x="937066" y="90822"/>
                  </a:lnTo>
                  <a:lnTo>
                    <a:pt x="990084" y="78481"/>
                  </a:lnTo>
                  <a:lnTo>
                    <a:pt x="1043775" y="64583"/>
                  </a:lnTo>
                  <a:lnTo>
                    <a:pt x="1098138" y="49129"/>
                  </a:lnTo>
                  <a:lnTo>
                    <a:pt x="1153175" y="32118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10"/>
            <p:cNvSpPr/>
            <p:nvPr/>
          </p:nvSpPr>
          <p:spPr>
            <a:xfrm>
              <a:off x="3711270" y="10547044"/>
              <a:ext cx="196215" cy="166370"/>
            </a:xfrm>
            <a:custGeom>
              <a:rect b="b" l="l" r="r" t="t"/>
              <a:pathLst>
                <a:path extrusionOk="0" h="166370" w="196214">
                  <a:moveTo>
                    <a:pt x="0" y="0"/>
                  </a:moveTo>
                  <a:lnTo>
                    <a:pt x="105786" y="165801"/>
                  </a:lnTo>
                  <a:lnTo>
                    <a:pt x="196113" y="148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10"/>
            <p:cNvSpPr/>
            <p:nvPr/>
          </p:nvSpPr>
          <p:spPr>
            <a:xfrm>
              <a:off x="8076257" y="2255738"/>
              <a:ext cx="474345" cy="474345"/>
            </a:xfrm>
            <a:custGeom>
              <a:rect b="b" l="l" r="r" t="t"/>
              <a:pathLst>
                <a:path extrusionOk="0" h="474344" w="474345">
                  <a:moveTo>
                    <a:pt x="236903" y="0"/>
                  </a:moveTo>
                  <a:lnTo>
                    <a:pt x="191656" y="4336"/>
                  </a:lnTo>
                  <a:lnTo>
                    <a:pt x="147756" y="17346"/>
                  </a:lnTo>
                  <a:lnTo>
                    <a:pt x="106551" y="39030"/>
                  </a:lnTo>
                  <a:lnTo>
                    <a:pt x="69387" y="69387"/>
                  </a:lnTo>
                  <a:lnTo>
                    <a:pt x="39030" y="106551"/>
                  </a:lnTo>
                  <a:lnTo>
                    <a:pt x="17346" y="147756"/>
                  </a:lnTo>
                  <a:lnTo>
                    <a:pt x="4336" y="191656"/>
                  </a:lnTo>
                  <a:lnTo>
                    <a:pt x="0" y="236903"/>
                  </a:lnTo>
                  <a:lnTo>
                    <a:pt x="4336" y="282150"/>
                  </a:lnTo>
                  <a:lnTo>
                    <a:pt x="17346" y="326050"/>
                  </a:lnTo>
                  <a:lnTo>
                    <a:pt x="39030" y="367256"/>
                  </a:lnTo>
                  <a:lnTo>
                    <a:pt x="69387" y="404420"/>
                  </a:lnTo>
                  <a:lnTo>
                    <a:pt x="106551" y="434777"/>
                  </a:lnTo>
                  <a:lnTo>
                    <a:pt x="147756" y="456460"/>
                  </a:lnTo>
                  <a:lnTo>
                    <a:pt x="191656" y="469470"/>
                  </a:lnTo>
                  <a:lnTo>
                    <a:pt x="236903" y="473807"/>
                  </a:lnTo>
                  <a:lnTo>
                    <a:pt x="282151" y="469470"/>
                  </a:lnTo>
                  <a:lnTo>
                    <a:pt x="326051" y="456460"/>
                  </a:lnTo>
                  <a:lnTo>
                    <a:pt x="367256" y="434777"/>
                  </a:lnTo>
                  <a:lnTo>
                    <a:pt x="404420" y="404420"/>
                  </a:lnTo>
                  <a:lnTo>
                    <a:pt x="434777" y="367256"/>
                  </a:lnTo>
                  <a:lnTo>
                    <a:pt x="456460" y="326050"/>
                  </a:lnTo>
                  <a:lnTo>
                    <a:pt x="469470" y="282150"/>
                  </a:lnTo>
                  <a:lnTo>
                    <a:pt x="473807" y="236903"/>
                  </a:lnTo>
                  <a:lnTo>
                    <a:pt x="469470" y="191656"/>
                  </a:lnTo>
                  <a:lnTo>
                    <a:pt x="456460" y="147756"/>
                  </a:lnTo>
                  <a:lnTo>
                    <a:pt x="434777" y="106551"/>
                  </a:lnTo>
                  <a:lnTo>
                    <a:pt x="404420" y="69387"/>
                  </a:lnTo>
                  <a:lnTo>
                    <a:pt x="367256" y="39030"/>
                  </a:lnTo>
                  <a:lnTo>
                    <a:pt x="326051" y="17346"/>
                  </a:lnTo>
                  <a:lnTo>
                    <a:pt x="282151" y="4336"/>
                  </a:lnTo>
                  <a:lnTo>
                    <a:pt x="236903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36" name="Google Shape;336;p10"/>
          <p:cNvSpPr txBox="1"/>
          <p:nvPr/>
        </p:nvSpPr>
        <p:spPr>
          <a:xfrm>
            <a:off x="5146113" y="10457809"/>
            <a:ext cx="142748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Added later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8219360" y="2299273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11109993" y="2255738"/>
            <a:ext cx="474345" cy="474345"/>
          </a:xfrm>
          <a:custGeom>
            <a:rect b="b" l="l" r="r" t="t"/>
            <a:pathLst>
              <a:path extrusionOk="0" h="474344" w="474345">
                <a:moveTo>
                  <a:pt x="236901" y="0"/>
                </a:moveTo>
                <a:lnTo>
                  <a:pt x="191653" y="4336"/>
                </a:lnTo>
                <a:lnTo>
                  <a:pt x="147753" y="17346"/>
                </a:lnTo>
                <a:lnTo>
                  <a:pt x="106547" y="39030"/>
                </a:lnTo>
                <a:lnTo>
                  <a:pt x="69382" y="69387"/>
                </a:lnTo>
                <a:lnTo>
                  <a:pt x="39027" y="106551"/>
                </a:lnTo>
                <a:lnTo>
                  <a:pt x="17345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0"/>
                </a:lnTo>
                <a:lnTo>
                  <a:pt x="17345" y="326050"/>
                </a:lnTo>
                <a:lnTo>
                  <a:pt x="39027" y="367256"/>
                </a:lnTo>
                <a:lnTo>
                  <a:pt x="69382" y="404420"/>
                </a:lnTo>
                <a:lnTo>
                  <a:pt x="106547" y="434777"/>
                </a:lnTo>
                <a:lnTo>
                  <a:pt x="147753" y="456460"/>
                </a:lnTo>
                <a:lnTo>
                  <a:pt x="191653" y="469470"/>
                </a:lnTo>
                <a:lnTo>
                  <a:pt x="236901" y="473807"/>
                </a:lnTo>
                <a:lnTo>
                  <a:pt x="282148" y="469470"/>
                </a:lnTo>
                <a:lnTo>
                  <a:pt x="326048" y="456460"/>
                </a:lnTo>
                <a:lnTo>
                  <a:pt x="367254" y="434777"/>
                </a:lnTo>
                <a:lnTo>
                  <a:pt x="404419" y="404420"/>
                </a:lnTo>
                <a:lnTo>
                  <a:pt x="434777" y="367256"/>
                </a:lnTo>
                <a:lnTo>
                  <a:pt x="456462" y="326050"/>
                </a:lnTo>
                <a:lnTo>
                  <a:pt x="469473" y="282150"/>
                </a:lnTo>
                <a:lnTo>
                  <a:pt x="473810" y="236903"/>
                </a:lnTo>
                <a:lnTo>
                  <a:pt x="469473" y="191656"/>
                </a:lnTo>
                <a:lnTo>
                  <a:pt x="456462" y="147756"/>
                </a:lnTo>
                <a:lnTo>
                  <a:pt x="434777" y="106551"/>
                </a:lnTo>
                <a:lnTo>
                  <a:pt x="404419" y="69387"/>
                </a:lnTo>
                <a:lnTo>
                  <a:pt x="367254" y="39030"/>
                </a:lnTo>
                <a:lnTo>
                  <a:pt x="326048" y="17346"/>
                </a:lnTo>
                <a:lnTo>
                  <a:pt x="282148" y="4336"/>
                </a:lnTo>
                <a:lnTo>
                  <a:pt x="236901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9" name="Google Shape;339;p10"/>
          <p:cNvSpPr txBox="1"/>
          <p:nvPr/>
        </p:nvSpPr>
        <p:spPr>
          <a:xfrm>
            <a:off x="11253092" y="2299273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17504943" y="2255741"/>
            <a:ext cx="995044" cy="474345"/>
          </a:xfrm>
          <a:custGeom>
            <a:rect b="b" l="l" r="r" t="t"/>
            <a:pathLst>
              <a:path extrusionOk="0" h="474344" w="995044">
                <a:moveTo>
                  <a:pt x="473798" y="236905"/>
                </a:moveTo>
                <a:lnTo>
                  <a:pt x="469468" y="191655"/>
                </a:lnTo>
                <a:lnTo>
                  <a:pt x="456450" y="147764"/>
                </a:lnTo>
                <a:lnTo>
                  <a:pt x="434771" y="106553"/>
                </a:lnTo>
                <a:lnTo>
                  <a:pt x="404406" y="69392"/>
                </a:lnTo>
                <a:lnTo>
                  <a:pt x="367245" y="39027"/>
                </a:lnTo>
                <a:lnTo>
                  <a:pt x="326047" y="17348"/>
                </a:lnTo>
                <a:lnTo>
                  <a:pt x="282143" y="4343"/>
                </a:lnTo>
                <a:lnTo>
                  <a:pt x="236893" y="0"/>
                </a:lnTo>
                <a:lnTo>
                  <a:pt x="191655" y="4343"/>
                </a:lnTo>
                <a:lnTo>
                  <a:pt x="147751" y="17348"/>
                </a:lnTo>
                <a:lnTo>
                  <a:pt x="106540" y="39027"/>
                </a:lnTo>
                <a:lnTo>
                  <a:pt x="69380" y="69392"/>
                </a:lnTo>
                <a:lnTo>
                  <a:pt x="39027" y="106553"/>
                </a:lnTo>
                <a:lnTo>
                  <a:pt x="17335" y="147764"/>
                </a:lnTo>
                <a:lnTo>
                  <a:pt x="4330" y="191655"/>
                </a:lnTo>
                <a:lnTo>
                  <a:pt x="0" y="236905"/>
                </a:lnTo>
                <a:lnTo>
                  <a:pt x="4330" y="282155"/>
                </a:lnTo>
                <a:lnTo>
                  <a:pt x="17335" y="326047"/>
                </a:lnTo>
                <a:lnTo>
                  <a:pt x="39027" y="367258"/>
                </a:lnTo>
                <a:lnTo>
                  <a:pt x="69380" y="404418"/>
                </a:lnTo>
                <a:lnTo>
                  <a:pt x="106540" y="434784"/>
                </a:lnTo>
                <a:lnTo>
                  <a:pt x="147751" y="456463"/>
                </a:lnTo>
                <a:lnTo>
                  <a:pt x="191655" y="469468"/>
                </a:lnTo>
                <a:lnTo>
                  <a:pt x="236893" y="473811"/>
                </a:lnTo>
                <a:lnTo>
                  <a:pt x="282143" y="469468"/>
                </a:lnTo>
                <a:lnTo>
                  <a:pt x="326047" y="456463"/>
                </a:lnTo>
                <a:lnTo>
                  <a:pt x="367245" y="434784"/>
                </a:lnTo>
                <a:lnTo>
                  <a:pt x="404406" y="404418"/>
                </a:lnTo>
                <a:lnTo>
                  <a:pt x="434771" y="367258"/>
                </a:lnTo>
                <a:lnTo>
                  <a:pt x="456450" y="326047"/>
                </a:lnTo>
                <a:lnTo>
                  <a:pt x="469468" y="282155"/>
                </a:lnTo>
                <a:lnTo>
                  <a:pt x="473798" y="236905"/>
                </a:lnTo>
                <a:close/>
              </a:path>
              <a:path extrusionOk="0" h="474344" w="995044">
                <a:moveTo>
                  <a:pt x="994727" y="236905"/>
                </a:moveTo>
                <a:lnTo>
                  <a:pt x="990396" y="191655"/>
                </a:lnTo>
                <a:lnTo>
                  <a:pt x="977379" y="147764"/>
                </a:lnTo>
                <a:lnTo>
                  <a:pt x="955700" y="106553"/>
                </a:lnTo>
                <a:lnTo>
                  <a:pt x="925334" y="69392"/>
                </a:lnTo>
                <a:lnTo>
                  <a:pt x="888174" y="39027"/>
                </a:lnTo>
                <a:lnTo>
                  <a:pt x="846975" y="17348"/>
                </a:lnTo>
                <a:lnTo>
                  <a:pt x="803071" y="4343"/>
                </a:lnTo>
                <a:lnTo>
                  <a:pt x="757821" y="0"/>
                </a:lnTo>
                <a:lnTo>
                  <a:pt x="712571" y="4343"/>
                </a:lnTo>
                <a:lnTo>
                  <a:pt x="668680" y="17348"/>
                </a:lnTo>
                <a:lnTo>
                  <a:pt x="627468" y="39027"/>
                </a:lnTo>
                <a:lnTo>
                  <a:pt x="590308" y="69392"/>
                </a:lnTo>
                <a:lnTo>
                  <a:pt x="559955" y="106553"/>
                </a:lnTo>
                <a:lnTo>
                  <a:pt x="538264" y="147764"/>
                </a:lnTo>
                <a:lnTo>
                  <a:pt x="525259" y="191655"/>
                </a:lnTo>
                <a:lnTo>
                  <a:pt x="520915" y="236905"/>
                </a:lnTo>
                <a:lnTo>
                  <a:pt x="525259" y="282155"/>
                </a:lnTo>
                <a:lnTo>
                  <a:pt x="538264" y="326047"/>
                </a:lnTo>
                <a:lnTo>
                  <a:pt x="559955" y="367258"/>
                </a:lnTo>
                <a:lnTo>
                  <a:pt x="590308" y="404418"/>
                </a:lnTo>
                <a:lnTo>
                  <a:pt x="627468" y="434784"/>
                </a:lnTo>
                <a:lnTo>
                  <a:pt x="668680" y="456463"/>
                </a:lnTo>
                <a:lnTo>
                  <a:pt x="712571" y="469468"/>
                </a:lnTo>
                <a:lnTo>
                  <a:pt x="757821" y="473811"/>
                </a:lnTo>
                <a:lnTo>
                  <a:pt x="803071" y="469468"/>
                </a:lnTo>
                <a:lnTo>
                  <a:pt x="846975" y="456463"/>
                </a:lnTo>
                <a:lnTo>
                  <a:pt x="888174" y="434784"/>
                </a:lnTo>
                <a:lnTo>
                  <a:pt x="925334" y="404418"/>
                </a:lnTo>
                <a:lnTo>
                  <a:pt x="955700" y="367258"/>
                </a:lnTo>
                <a:lnTo>
                  <a:pt x="977379" y="326047"/>
                </a:lnTo>
                <a:lnTo>
                  <a:pt x="990396" y="282155"/>
                </a:lnTo>
                <a:lnTo>
                  <a:pt x="994727" y="236905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1" name="Google Shape;341;p10"/>
          <p:cNvSpPr txBox="1"/>
          <p:nvPr/>
        </p:nvSpPr>
        <p:spPr>
          <a:xfrm>
            <a:off x="17648039" y="2299273"/>
            <a:ext cx="708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	4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16418839" y="4105142"/>
            <a:ext cx="474345" cy="474345"/>
          </a:xfrm>
          <a:custGeom>
            <a:rect b="b" l="l" r="r" t="t"/>
            <a:pathLst>
              <a:path extrusionOk="0" h="474345" w="474344">
                <a:moveTo>
                  <a:pt x="236909" y="0"/>
                </a:moveTo>
                <a:lnTo>
                  <a:pt x="191661" y="4336"/>
                </a:lnTo>
                <a:lnTo>
                  <a:pt x="147761" y="17346"/>
                </a:lnTo>
                <a:lnTo>
                  <a:pt x="106555" y="39030"/>
                </a:lnTo>
                <a:lnTo>
                  <a:pt x="69390" y="69387"/>
                </a:lnTo>
                <a:lnTo>
                  <a:pt x="39032" y="106551"/>
                </a:lnTo>
                <a:lnTo>
                  <a:pt x="17347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1"/>
                </a:lnTo>
                <a:lnTo>
                  <a:pt x="17347" y="326051"/>
                </a:lnTo>
                <a:lnTo>
                  <a:pt x="39032" y="367256"/>
                </a:lnTo>
                <a:lnTo>
                  <a:pt x="69390" y="404420"/>
                </a:lnTo>
                <a:lnTo>
                  <a:pt x="106555" y="434777"/>
                </a:lnTo>
                <a:lnTo>
                  <a:pt x="147761" y="456460"/>
                </a:lnTo>
                <a:lnTo>
                  <a:pt x="191661" y="469470"/>
                </a:lnTo>
                <a:lnTo>
                  <a:pt x="236909" y="473807"/>
                </a:lnTo>
                <a:lnTo>
                  <a:pt x="282156" y="469470"/>
                </a:lnTo>
                <a:lnTo>
                  <a:pt x="326056" y="456460"/>
                </a:lnTo>
                <a:lnTo>
                  <a:pt x="367262" y="434777"/>
                </a:lnTo>
                <a:lnTo>
                  <a:pt x="404427" y="404420"/>
                </a:lnTo>
                <a:lnTo>
                  <a:pt x="434782" y="367256"/>
                </a:lnTo>
                <a:lnTo>
                  <a:pt x="456464" y="326051"/>
                </a:lnTo>
                <a:lnTo>
                  <a:pt x="469473" y="282151"/>
                </a:lnTo>
                <a:lnTo>
                  <a:pt x="473810" y="236903"/>
                </a:lnTo>
                <a:lnTo>
                  <a:pt x="469473" y="191656"/>
                </a:lnTo>
                <a:lnTo>
                  <a:pt x="456464" y="147756"/>
                </a:lnTo>
                <a:lnTo>
                  <a:pt x="434782" y="106551"/>
                </a:lnTo>
                <a:lnTo>
                  <a:pt x="404427" y="69387"/>
                </a:lnTo>
                <a:lnTo>
                  <a:pt x="367262" y="39030"/>
                </a:lnTo>
                <a:lnTo>
                  <a:pt x="326056" y="17346"/>
                </a:lnTo>
                <a:lnTo>
                  <a:pt x="282156" y="4336"/>
                </a:lnTo>
                <a:lnTo>
                  <a:pt x="236909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3" name="Google Shape;343;p10"/>
          <p:cNvSpPr txBox="1"/>
          <p:nvPr/>
        </p:nvSpPr>
        <p:spPr>
          <a:xfrm>
            <a:off x="16561947" y="4148677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16418839" y="5601923"/>
            <a:ext cx="474345" cy="474345"/>
          </a:xfrm>
          <a:custGeom>
            <a:rect b="b" l="l" r="r" t="t"/>
            <a:pathLst>
              <a:path extrusionOk="0" h="474345" w="474344">
                <a:moveTo>
                  <a:pt x="236909" y="0"/>
                </a:moveTo>
                <a:lnTo>
                  <a:pt x="191661" y="4336"/>
                </a:lnTo>
                <a:lnTo>
                  <a:pt x="147761" y="17346"/>
                </a:lnTo>
                <a:lnTo>
                  <a:pt x="106555" y="39030"/>
                </a:lnTo>
                <a:lnTo>
                  <a:pt x="69390" y="69387"/>
                </a:lnTo>
                <a:lnTo>
                  <a:pt x="39032" y="106551"/>
                </a:lnTo>
                <a:lnTo>
                  <a:pt x="17347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1"/>
                </a:lnTo>
                <a:lnTo>
                  <a:pt x="17347" y="326051"/>
                </a:lnTo>
                <a:lnTo>
                  <a:pt x="39032" y="367256"/>
                </a:lnTo>
                <a:lnTo>
                  <a:pt x="69390" y="404420"/>
                </a:lnTo>
                <a:lnTo>
                  <a:pt x="106555" y="434777"/>
                </a:lnTo>
                <a:lnTo>
                  <a:pt x="147761" y="456460"/>
                </a:lnTo>
                <a:lnTo>
                  <a:pt x="191661" y="469470"/>
                </a:lnTo>
                <a:lnTo>
                  <a:pt x="236909" y="473807"/>
                </a:lnTo>
                <a:lnTo>
                  <a:pt x="282156" y="469470"/>
                </a:lnTo>
                <a:lnTo>
                  <a:pt x="326056" y="456460"/>
                </a:lnTo>
                <a:lnTo>
                  <a:pt x="367262" y="434777"/>
                </a:lnTo>
                <a:lnTo>
                  <a:pt x="404427" y="404420"/>
                </a:lnTo>
                <a:lnTo>
                  <a:pt x="434782" y="367256"/>
                </a:lnTo>
                <a:lnTo>
                  <a:pt x="456464" y="326051"/>
                </a:lnTo>
                <a:lnTo>
                  <a:pt x="469473" y="282151"/>
                </a:lnTo>
                <a:lnTo>
                  <a:pt x="473810" y="236903"/>
                </a:lnTo>
                <a:lnTo>
                  <a:pt x="469473" y="191656"/>
                </a:lnTo>
                <a:lnTo>
                  <a:pt x="456464" y="147756"/>
                </a:lnTo>
                <a:lnTo>
                  <a:pt x="434782" y="106551"/>
                </a:lnTo>
                <a:lnTo>
                  <a:pt x="404427" y="69387"/>
                </a:lnTo>
                <a:lnTo>
                  <a:pt x="367262" y="39030"/>
                </a:lnTo>
                <a:lnTo>
                  <a:pt x="326056" y="17346"/>
                </a:lnTo>
                <a:lnTo>
                  <a:pt x="282156" y="4336"/>
                </a:lnTo>
                <a:lnTo>
                  <a:pt x="236909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5" name="Google Shape;345;p10"/>
          <p:cNvSpPr txBox="1"/>
          <p:nvPr/>
        </p:nvSpPr>
        <p:spPr>
          <a:xfrm>
            <a:off x="16561947" y="5645458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16418839" y="7098705"/>
            <a:ext cx="474345" cy="474345"/>
          </a:xfrm>
          <a:custGeom>
            <a:rect b="b" l="l" r="r" t="t"/>
            <a:pathLst>
              <a:path extrusionOk="0" h="474345" w="474344">
                <a:moveTo>
                  <a:pt x="236909" y="0"/>
                </a:moveTo>
                <a:lnTo>
                  <a:pt x="191661" y="4336"/>
                </a:lnTo>
                <a:lnTo>
                  <a:pt x="147761" y="17346"/>
                </a:lnTo>
                <a:lnTo>
                  <a:pt x="106555" y="39030"/>
                </a:lnTo>
                <a:lnTo>
                  <a:pt x="69390" y="69387"/>
                </a:lnTo>
                <a:lnTo>
                  <a:pt x="39032" y="106551"/>
                </a:lnTo>
                <a:lnTo>
                  <a:pt x="17347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1"/>
                </a:lnTo>
                <a:lnTo>
                  <a:pt x="17347" y="326051"/>
                </a:lnTo>
                <a:lnTo>
                  <a:pt x="39032" y="367256"/>
                </a:lnTo>
                <a:lnTo>
                  <a:pt x="69390" y="404420"/>
                </a:lnTo>
                <a:lnTo>
                  <a:pt x="106555" y="434777"/>
                </a:lnTo>
                <a:lnTo>
                  <a:pt x="147761" y="456460"/>
                </a:lnTo>
                <a:lnTo>
                  <a:pt x="191661" y="469470"/>
                </a:lnTo>
                <a:lnTo>
                  <a:pt x="236909" y="473807"/>
                </a:lnTo>
                <a:lnTo>
                  <a:pt x="282156" y="469470"/>
                </a:lnTo>
                <a:lnTo>
                  <a:pt x="326056" y="456460"/>
                </a:lnTo>
                <a:lnTo>
                  <a:pt x="367262" y="434777"/>
                </a:lnTo>
                <a:lnTo>
                  <a:pt x="404427" y="404420"/>
                </a:lnTo>
                <a:lnTo>
                  <a:pt x="434782" y="367256"/>
                </a:lnTo>
                <a:lnTo>
                  <a:pt x="456464" y="326051"/>
                </a:lnTo>
                <a:lnTo>
                  <a:pt x="469473" y="282151"/>
                </a:lnTo>
                <a:lnTo>
                  <a:pt x="473810" y="236903"/>
                </a:lnTo>
                <a:lnTo>
                  <a:pt x="469473" y="191656"/>
                </a:lnTo>
                <a:lnTo>
                  <a:pt x="456464" y="147756"/>
                </a:lnTo>
                <a:lnTo>
                  <a:pt x="434782" y="106551"/>
                </a:lnTo>
                <a:lnTo>
                  <a:pt x="404427" y="69387"/>
                </a:lnTo>
                <a:lnTo>
                  <a:pt x="367262" y="39030"/>
                </a:lnTo>
                <a:lnTo>
                  <a:pt x="326056" y="17346"/>
                </a:lnTo>
                <a:lnTo>
                  <a:pt x="282156" y="4336"/>
                </a:lnTo>
                <a:lnTo>
                  <a:pt x="236909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7" name="Google Shape;347;p10"/>
          <p:cNvSpPr txBox="1"/>
          <p:nvPr/>
        </p:nvSpPr>
        <p:spPr>
          <a:xfrm>
            <a:off x="16561947" y="7142240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7529154" y="5096703"/>
            <a:ext cx="474345" cy="474345"/>
          </a:xfrm>
          <a:custGeom>
            <a:rect b="b" l="l" r="r" t="t"/>
            <a:pathLst>
              <a:path extrusionOk="0" h="474345" w="474345">
                <a:moveTo>
                  <a:pt x="236903" y="0"/>
                </a:moveTo>
                <a:lnTo>
                  <a:pt x="191656" y="4336"/>
                </a:lnTo>
                <a:lnTo>
                  <a:pt x="147756" y="17346"/>
                </a:lnTo>
                <a:lnTo>
                  <a:pt x="106551" y="39030"/>
                </a:lnTo>
                <a:lnTo>
                  <a:pt x="69387" y="69387"/>
                </a:lnTo>
                <a:lnTo>
                  <a:pt x="39030" y="106551"/>
                </a:lnTo>
                <a:lnTo>
                  <a:pt x="17346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1"/>
                </a:lnTo>
                <a:lnTo>
                  <a:pt x="17346" y="326051"/>
                </a:lnTo>
                <a:lnTo>
                  <a:pt x="39030" y="367256"/>
                </a:lnTo>
                <a:lnTo>
                  <a:pt x="69387" y="404420"/>
                </a:lnTo>
                <a:lnTo>
                  <a:pt x="106551" y="434777"/>
                </a:lnTo>
                <a:lnTo>
                  <a:pt x="147756" y="456460"/>
                </a:lnTo>
                <a:lnTo>
                  <a:pt x="191656" y="469470"/>
                </a:lnTo>
                <a:lnTo>
                  <a:pt x="236903" y="473807"/>
                </a:lnTo>
                <a:lnTo>
                  <a:pt x="282151" y="469470"/>
                </a:lnTo>
                <a:lnTo>
                  <a:pt x="326051" y="456460"/>
                </a:lnTo>
                <a:lnTo>
                  <a:pt x="367256" y="434777"/>
                </a:lnTo>
                <a:lnTo>
                  <a:pt x="404420" y="404420"/>
                </a:lnTo>
                <a:lnTo>
                  <a:pt x="434777" y="367256"/>
                </a:lnTo>
                <a:lnTo>
                  <a:pt x="456460" y="326051"/>
                </a:lnTo>
                <a:lnTo>
                  <a:pt x="469470" y="282151"/>
                </a:lnTo>
                <a:lnTo>
                  <a:pt x="473807" y="236903"/>
                </a:lnTo>
                <a:lnTo>
                  <a:pt x="469470" y="191656"/>
                </a:lnTo>
                <a:lnTo>
                  <a:pt x="456460" y="147756"/>
                </a:lnTo>
                <a:lnTo>
                  <a:pt x="434777" y="106551"/>
                </a:lnTo>
                <a:lnTo>
                  <a:pt x="404420" y="69387"/>
                </a:lnTo>
                <a:lnTo>
                  <a:pt x="367256" y="39030"/>
                </a:lnTo>
                <a:lnTo>
                  <a:pt x="326051" y="17346"/>
                </a:lnTo>
                <a:lnTo>
                  <a:pt x="282151" y="4336"/>
                </a:lnTo>
                <a:lnTo>
                  <a:pt x="236903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9" name="Google Shape;349;p10"/>
          <p:cNvSpPr txBox="1"/>
          <p:nvPr/>
        </p:nvSpPr>
        <p:spPr>
          <a:xfrm>
            <a:off x="7672256" y="5140238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8076257" y="7008393"/>
            <a:ext cx="474345" cy="474345"/>
          </a:xfrm>
          <a:custGeom>
            <a:rect b="b" l="l" r="r" t="t"/>
            <a:pathLst>
              <a:path extrusionOk="0" h="474345" w="474345">
                <a:moveTo>
                  <a:pt x="236903" y="0"/>
                </a:moveTo>
                <a:lnTo>
                  <a:pt x="191656" y="4336"/>
                </a:lnTo>
                <a:lnTo>
                  <a:pt x="147756" y="17346"/>
                </a:lnTo>
                <a:lnTo>
                  <a:pt x="106551" y="39030"/>
                </a:lnTo>
                <a:lnTo>
                  <a:pt x="69387" y="69387"/>
                </a:lnTo>
                <a:lnTo>
                  <a:pt x="39030" y="106551"/>
                </a:lnTo>
                <a:lnTo>
                  <a:pt x="17346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1"/>
                </a:lnTo>
                <a:lnTo>
                  <a:pt x="17346" y="326051"/>
                </a:lnTo>
                <a:lnTo>
                  <a:pt x="39030" y="367256"/>
                </a:lnTo>
                <a:lnTo>
                  <a:pt x="69387" y="404420"/>
                </a:lnTo>
                <a:lnTo>
                  <a:pt x="106551" y="434777"/>
                </a:lnTo>
                <a:lnTo>
                  <a:pt x="147756" y="456460"/>
                </a:lnTo>
                <a:lnTo>
                  <a:pt x="191656" y="469470"/>
                </a:lnTo>
                <a:lnTo>
                  <a:pt x="236903" y="473807"/>
                </a:lnTo>
                <a:lnTo>
                  <a:pt x="282151" y="469470"/>
                </a:lnTo>
                <a:lnTo>
                  <a:pt x="326051" y="456460"/>
                </a:lnTo>
                <a:lnTo>
                  <a:pt x="367256" y="434777"/>
                </a:lnTo>
                <a:lnTo>
                  <a:pt x="404420" y="404420"/>
                </a:lnTo>
                <a:lnTo>
                  <a:pt x="434777" y="367256"/>
                </a:lnTo>
                <a:lnTo>
                  <a:pt x="456460" y="326051"/>
                </a:lnTo>
                <a:lnTo>
                  <a:pt x="469470" y="282151"/>
                </a:lnTo>
                <a:lnTo>
                  <a:pt x="473807" y="236903"/>
                </a:lnTo>
                <a:lnTo>
                  <a:pt x="469470" y="191656"/>
                </a:lnTo>
                <a:lnTo>
                  <a:pt x="456460" y="147756"/>
                </a:lnTo>
                <a:lnTo>
                  <a:pt x="434777" y="106551"/>
                </a:lnTo>
                <a:lnTo>
                  <a:pt x="404420" y="69387"/>
                </a:lnTo>
                <a:lnTo>
                  <a:pt x="367256" y="39030"/>
                </a:lnTo>
                <a:lnTo>
                  <a:pt x="326051" y="17346"/>
                </a:lnTo>
                <a:lnTo>
                  <a:pt x="282151" y="4336"/>
                </a:lnTo>
                <a:lnTo>
                  <a:pt x="236903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1" name="Google Shape;351;p10"/>
          <p:cNvSpPr txBox="1"/>
          <p:nvPr/>
        </p:nvSpPr>
        <p:spPr>
          <a:xfrm>
            <a:off x="8219360" y="7051929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2" name="Google Shape;352;p10"/>
          <p:cNvGrpSpPr/>
          <p:nvPr/>
        </p:nvGrpSpPr>
        <p:grpSpPr>
          <a:xfrm>
            <a:off x="7156051" y="9392905"/>
            <a:ext cx="10597515" cy="1270635"/>
            <a:chOff x="7156051" y="9392905"/>
            <a:chExt cx="10597515" cy="1270635"/>
          </a:xfrm>
        </p:grpSpPr>
        <p:sp>
          <p:nvSpPr>
            <p:cNvPr id="353" name="Google Shape;353;p10"/>
            <p:cNvSpPr/>
            <p:nvPr/>
          </p:nvSpPr>
          <p:spPr>
            <a:xfrm>
              <a:off x="7156051" y="9392905"/>
              <a:ext cx="10597515" cy="1270635"/>
            </a:xfrm>
            <a:custGeom>
              <a:rect b="b" l="l" r="r" t="t"/>
              <a:pathLst>
                <a:path extrusionOk="0" h="1270634" w="10597515">
                  <a:moveTo>
                    <a:pt x="10597289" y="0"/>
                  </a:moveTo>
                  <a:lnTo>
                    <a:pt x="0" y="0"/>
                  </a:lnTo>
                  <a:lnTo>
                    <a:pt x="0" y="1270118"/>
                  </a:lnTo>
                  <a:lnTo>
                    <a:pt x="10597289" y="1270118"/>
                  </a:lnTo>
                  <a:lnTo>
                    <a:pt x="10597289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54" name="Google Shape;354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428294" y="9671692"/>
              <a:ext cx="314126" cy="3141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5" name="Google Shape;355;p10"/>
          <p:cNvSpPr txBox="1"/>
          <p:nvPr/>
        </p:nvSpPr>
        <p:spPr>
          <a:xfrm>
            <a:off x="7156051" y="9392905"/>
            <a:ext cx="10597515" cy="1270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8425">
            <a:spAutoFit/>
          </a:bodyPr>
          <a:lstStyle/>
          <a:p>
            <a:pPr indent="0" lvl="0" marL="781050" marR="943610" rtl="0" algn="l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 the real-world, you don’t have to come with the final flowchart right in the planning phase. It’s normal that it changes throughout implementation!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"/>
          <p:cNvSpPr txBox="1"/>
          <p:nvPr>
            <p:ph type="ctrTitle"/>
          </p:nvPr>
        </p:nvSpPr>
        <p:spPr>
          <a:xfrm>
            <a:off x="603308" y="259543"/>
            <a:ext cx="55625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	ARCHITECTURE</a:t>
            </a:r>
            <a:endParaRPr/>
          </a:p>
        </p:txBody>
      </p:sp>
      <p:pic>
        <p:nvPicPr>
          <p:cNvPr id="361" name="Google Shape;3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50059" y="283696"/>
            <a:ext cx="1936926" cy="79382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1"/>
          <p:cNvSpPr txBox="1"/>
          <p:nvPr/>
        </p:nvSpPr>
        <p:spPr>
          <a:xfrm>
            <a:off x="4114450" y="4668800"/>
            <a:ext cx="9671700" cy="21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687070" lvl="0" marL="699135" marR="5080" rtl="0" algn="l">
              <a:lnSpc>
                <a:spcPct val="110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FOR NOW, LET’S JUST START CODING</a:t>
            </a:r>
            <a:endParaRPr sz="6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01841" y="5891242"/>
            <a:ext cx="837670" cy="837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2023-08-06T02:59:32Z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2023-08-06T00:00:00Z</vt:filetime>
  </property>
  <property fmtid="{D5CDD505-2E9C-101B-9397-08002B2CF9AE}" pid="3" name="Creator">
    <vt:lpwstr>Keynote</vt:lpwstr>
  </property>
  <property fmtid="{D5CDD505-2E9C-101B-9397-08002B2CF9AE}" pid="4" name="LastSaved">
    <vt:filetime>2023-08-06T00:00:00Z</vt:filetime>
  </property>
  <property fmtid="{D5CDD505-2E9C-101B-9397-08002B2CF9AE}" pid="5" name="Producer">
    <vt:lpwstr>macOS Version 11.0.1 (Build 20B29) Quartz PDFContext</vt:lpwstr>
  </property>
</Properties>
</file>