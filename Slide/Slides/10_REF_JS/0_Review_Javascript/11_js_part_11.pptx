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11309350" cx="20104100"/>
  <p:notesSz cx="20104100" cy="11309350"/>
  <p:embeddedFontLst>
    <p:embeddedFont>
      <p:font typeface="Source Sans 3"/>
      <p:regular r:id="rId21"/>
      <p:bold r:id="rId22"/>
      <p:italic r:id="rId23"/>
      <p:boldItalic r:id="rId24"/>
    </p:embeddedFont>
    <p:embeddedFont>
      <p:font typeface="Open Sans ExtraBold"/>
      <p:bold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gFQBkzGthaepVrN4Ddy9J3adlw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3B6A1D-7AEE-4790-9A9C-3B6D163D35A1}">
  <a:tblStyle styleId="{5B3B6A1D-7AEE-4790-9A9C-3B6D163D35A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SourceSans3-bold.fntdata"/><Relationship Id="rId21" Type="http://schemas.openxmlformats.org/officeDocument/2006/relationships/font" Target="fonts/SourceSans3-regular.fntdata"/><Relationship Id="rId24" Type="http://schemas.openxmlformats.org/officeDocument/2006/relationships/font" Target="fonts/SourceSans3-boldItalic.fntdata"/><Relationship Id="rId23" Type="http://schemas.openxmlformats.org/officeDocument/2006/relationships/font" Target="fonts/SourceSans3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ExtraBold-boldItalic.fntdata"/><Relationship Id="rId25" Type="http://schemas.openxmlformats.org/officeDocument/2006/relationships/font" Target="fonts/OpenSansExtraBold-bold.fntdata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6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0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0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1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1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2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2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3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3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4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4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 txBox="1"/>
          <p:nvPr>
            <p:ph type="title"/>
          </p:nvPr>
        </p:nvSpPr>
        <p:spPr>
          <a:xfrm>
            <a:off x="603309" y="259543"/>
            <a:ext cx="10818495" cy="779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" type="body"/>
          </p:nvPr>
        </p:nvSpPr>
        <p:spPr>
          <a:xfrm>
            <a:off x="4824393" y="5167939"/>
            <a:ext cx="10940415" cy="389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/>
          <p:nvPr>
            <p:ph type="title"/>
          </p:nvPr>
        </p:nvSpPr>
        <p:spPr>
          <a:xfrm>
            <a:off x="603309" y="259543"/>
            <a:ext cx="10818495" cy="779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subTitle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603309" y="259543"/>
            <a:ext cx="10818495" cy="779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/>
          <p:nvPr/>
        </p:nvSpPr>
        <p:spPr>
          <a:xfrm>
            <a:off x="0" y="0"/>
            <a:ext cx="20104100" cy="11308715"/>
          </a:xfrm>
          <a:custGeom>
            <a:rect b="b" l="l" r="r" t="t"/>
            <a:pathLst>
              <a:path extrusionOk="0" h="11308715" w="2010410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" name="Google Shape;7;p15"/>
          <p:cNvSpPr txBox="1"/>
          <p:nvPr>
            <p:ph type="title"/>
          </p:nvPr>
        </p:nvSpPr>
        <p:spPr>
          <a:xfrm>
            <a:off x="603309" y="259543"/>
            <a:ext cx="10818495" cy="779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 u="none" cap="none" strike="noStrike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5"/>
          <p:cNvSpPr txBox="1"/>
          <p:nvPr>
            <p:ph idx="1" type="body"/>
          </p:nvPr>
        </p:nvSpPr>
        <p:spPr>
          <a:xfrm>
            <a:off x="4824393" y="5167939"/>
            <a:ext cx="10940415" cy="389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5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5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6.jpg"/><Relationship Id="rId4" Type="http://schemas.openxmlformats.org/officeDocument/2006/relationships/image" Target="../media/image2.jpg"/><Relationship Id="rId5" Type="http://schemas.openxmlformats.org/officeDocument/2006/relationships/image" Target="../media/image3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5.png"/><Relationship Id="rId4" Type="http://schemas.openxmlformats.org/officeDocument/2006/relationships/image" Target="../media/image5.png"/><Relationship Id="rId9" Type="http://schemas.openxmlformats.org/officeDocument/2006/relationships/image" Target="../media/image82.png"/><Relationship Id="rId5" Type="http://schemas.openxmlformats.org/officeDocument/2006/relationships/image" Target="../media/image11.jpg"/><Relationship Id="rId6" Type="http://schemas.openxmlformats.org/officeDocument/2006/relationships/image" Target="../media/image41.png"/><Relationship Id="rId7" Type="http://schemas.openxmlformats.org/officeDocument/2006/relationships/image" Target="../media/image4.png"/><Relationship Id="rId8" Type="http://schemas.openxmlformats.org/officeDocument/2006/relationships/image" Target="../media/image2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6.jpg"/><Relationship Id="rId4" Type="http://schemas.openxmlformats.org/officeDocument/2006/relationships/image" Target="../media/image2.jpg"/><Relationship Id="rId5" Type="http://schemas.openxmlformats.org/officeDocument/2006/relationships/image" Target="../media/image3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25.png"/><Relationship Id="rId7" Type="http://schemas.openxmlformats.org/officeDocument/2006/relationships/image" Target="../media/image42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Relationship Id="rId4" Type="http://schemas.openxmlformats.org/officeDocument/2006/relationships/image" Target="../media/image4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6.jpg"/><Relationship Id="rId4" Type="http://schemas.openxmlformats.org/officeDocument/2006/relationships/image" Target="../media/image2.jpg"/><Relationship Id="rId5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Relationship Id="rId4" Type="http://schemas.openxmlformats.org/officeDocument/2006/relationships/image" Target="../media/image53.png"/><Relationship Id="rId9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60.png"/><Relationship Id="rId7" Type="http://schemas.openxmlformats.org/officeDocument/2006/relationships/image" Target="../media/image84.jpg"/><Relationship Id="rId8" Type="http://schemas.openxmlformats.org/officeDocument/2006/relationships/image" Target="../media/image42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99.png"/><Relationship Id="rId10" Type="http://schemas.openxmlformats.org/officeDocument/2006/relationships/image" Target="../media/image55.png"/><Relationship Id="rId13" Type="http://schemas.openxmlformats.org/officeDocument/2006/relationships/image" Target="../media/image65.jpg"/><Relationship Id="rId1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7.jpg"/><Relationship Id="rId4" Type="http://schemas.openxmlformats.org/officeDocument/2006/relationships/image" Target="../media/image44.jpg"/><Relationship Id="rId9" Type="http://schemas.openxmlformats.org/officeDocument/2006/relationships/image" Target="../media/image50.png"/><Relationship Id="rId15" Type="http://schemas.openxmlformats.org/officeDocument/2006/relationships/image" Target="../media/image95.png"/><Relationship Id="rId14" Type="http://schemas.openxmlformats.org/officeDocument/2006/relationships/image" Target="../media/image58.png"/><Relationship Id="rId17" Type="http://schemas.openxmlformats.org/officeDocument/2006/relationships/image" Target="../media/image57.png"/><Relationship Id="rId16" Type="http://schemas.openxmlformats.org/officeDocument/2006/relationships/image" Target="../media/image56.png"/><Relationship Id="rId5" Type="http://schemas.openxmlformats.org/officeDocument/2006/relationships/image" Target="../media/image11.jpg"/><Relationship Id="rId6" Type="http://schemas.openxmlformats.org/officeDocument/2006/relationships/image" Target="../media/image49.png"/><Relationship Id="rId7" Type="http://schemas.openxmlformats.org/officeDocument/2006/relationships/image" Target="../media/image45.png"/><Relationship Id="rId8" Type="http://schemas.openxmlformats.org/officeDocument/2006/relationships/image" Target="../media/image4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9.jpg"/><Relationship Id="rId4" Type="http://schemas.openxmlformats.org/officeDocument/2006/relationships/image" Target="../media/image11.jpg"/><Relationship Id="rId5" Type="http://schemas.openxmlformats.org/officeDocument/2006/relationships/image" Target="../media/image63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9.png"/><Relationship Id="rId10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Relationship Id="rId4" Type="http://schemas.openxmlformats.org/officeDocument/2006/relationships/image" Target="../media/image61.jpg"/><Relationship Id="rId9" Type="http://schemas.openxmlformats.org/officeDocument/2006/relationships/image" Target="../media/image71.png"/><Relationship Id="rId5" Type="http://schemas.openxmlformats.org/officeDocument/2006/relationships/image" Target="../media/image94.png"/><Relationship Id="rId6" Type="http://schemas.openxmlformats.org/officeDocument/2006/relationships/image" Target="../media/image42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6.jpg"/><Relationship Id="rId4" Type="http://schemas.openxmlformats.org/officeDocument/2006/relationships/image" Target="../media/image108.png"/><Relationship Id="rId5" Type="http://schemas.openxmlformats.org/officeDocument/2006/relationships/image" Target="../media/image103.png"/><Relationship Id="rId6" Type="http://schemas.openxmlformats.org/officeDocument/2006/relationships/image" Target="../media/image11.jpg"/><Relationship Id="rId7" Type="http://schemas.openxmlformats.org/officeDocument/2006/relationships/image" Target="../media/image42.png"/></Relationships>
</file>

<file path=ppt/slides/_rels/slide13.xml.rels><?xml version="1.0" encoding="UTF-8" standalone="yes"?><Relationships xmlns="http://schemas.openxmlformats.org/package/2006/relationships"><Relationship Id="rId10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Relationship Id="rId4" Type="http://schemas.openxmlformats.org/officeDocument/2006/relationships/image" Target="../media/image65.jpg"/><Relationship Id="rId9" Type="http://schemas.openxmlformats.org/officeDocument/2006/relationships/image" Target="../media/image90.jpg"/><Relationship Id="rId5" Type="http://schemas.openxmlformats.org/officeDocument/2006/relationships/image" Target="../media/image58.png"/><Relationship Id="rId6" Type="http://schemas.openxmlformats.org/officeDocument/2006/relationships/image" Target="../media/image93.jpg"/><Relationship Id="rId7" Type="http://schemas.openxmlformats.org/officeDocument/2006/relationships/image" Target="../media/image88.png"/><Relationship Id="rId8" Type="http://schemas.openxmlformats.org/officeDocument/2006/relationships/image" Target="../media/image113.jp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2.png"/><Relationship Id="rId10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2.png"/><Relationship Id="rId4" Type="http://schemas.openxmlformats.org/officeDocument/2006/relationships/image" Target="../media/image107.png"/><Relationship Id="rId9" Type="http://schemas.openxmlformats.org/officeDocument/2006/relationships/image" Target="../media/image110.png"/><Relationship Id="rId5" Type="http://schemas.openxmlformats.org/officeDocument/2006/relationships/image" Target="../media/image101.png"/><Relationship Id="rId6" Type="http://schemas.openxmlformats.org/officeDocument/2006/relationships/image" Target="../media/image11.jpg"/><Relationship Id="rId7" Type="http://schemas.openxmlformats.org/officeDocument/2006/relationships/image" Target="../media/image65.jpg"/><Relationship Id="rId8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7481" y="0"/>
            <a:ext cx="11936618" cy="11308556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"/>
          <p:cNvSpPr txBox="1"/>
          <p:nvPr/>
        </p:nvSpPr>
        <p:spPr>
          <a:xfrm>
            <a:off x="10585450" y="2517449"/>
            <a:ext cx="9093229" cy="6245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9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SECTION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905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ADVANCED DOM AND EVENTS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779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7780" marR="5080" rtl="0" algn="l">
              <a:lnSpc>
                <a:spcPct val="103529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EVENT PROPAGATION: BUBBLING AND CAPTURING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4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19351" y="9716310"/>
            <a:ext cx="1159328" cy="1159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4079" y="3896837"/>
            <a:ext cx="6558797" cy="3347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1825" y="2263659"/>
            <a:ext cx="1838931" cy="7449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111" y="2549207"/>
            <a:ext cx="4836861" cy="687851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/>
          <p:nvPr/>
        </p:nvSpPr>
        <p:spPr>
          <a:xfrm>
            <a:off x="6845795" y="2397833"/>
            <a:ext cx="568325" cy="568325"/>
          </a:xfrm>
          <a:custGeom>
            <a:rect b="b" l="l" r="r" t="t"/>
            <a:pathLst>
              <a:path extrusionOk="0" h="568325" w="568325">
                <a:moveTo>
                  <a:pt x="283999" y="0"/>
                </a:moveTo>
                <a:lnTo>
                  <a:pt x="240528" y="3327"/>
                </a:lnTo>
                <a:lnTo>
                  <a:pt x="197883" y="13309"/>
                </a:lnTo>
                <a:lnTo>
                  <a:pt x="156893" y="29945"/>
                </a:lnTo>
                <a:lnTo>
                  <a:pt x="118383" y="53236"/>
                </a:lnTo>
                <a:lnTo>
                  <a:pt x="83181" y="83181"/>
                </a:lnTo>
                <a:lnTo>
                  <a:pt x="53236" y="118383"/>
                </a:lnTo>
                <a:lnTo>
                  <a:pt x="29945" y="156893"/>
                </a:lnTo>
                <a:lnTo>
                  <a:pt x="13309" y="197883"/>
                </a:lnTo>
                <a:lnTo>
                  <a:pt x="3327" y="240528"/>
                </a:lnTo>
                <a:lnTo>
                  <a:pt x="0" y="283999"/>
                </a:lnTo>
                <a:lnTo>
                  <a:pt x="3327" y="327470"/>
                </a:lnTo>
                <a:lnTo>
                  <a:pt x="13309" y="370115"/>
                </a:lnTo>
                <a:lnTo>
                  <a:pt x="29945" y="411105"/>
                </a:lnTo>
                <a:lnTo>
                  <a:pt x="53236" y="449615"/>
                </a:lnTo>
                <a:lnTo>
                  <a:pt x="83181" y="484817"/>
                </a:lnTo>
                <a:lnTo>
                  <a:pt x="118383" y="514762"/>
                </a:lnTo>
                <a:lnTo>
                  <a:pt x="156893" y="538053"/>
                </a:lnTo>
                <a:lnTo>
                  <a:pt x="197883" y="554689"/>
                </a:lnTo>
                <a:lnTo>
                  <a:pt x="240528" y="564671"/>
                </a:lnTo>
                <a:lnTo>
                  <a:pt x="283999" y="567998"/>
                </a:lnTo>
                <a:lnTo>
                  <a:pt x="327470" y="564671"/>
                </a:lnTo>
                <a:lnTo>
                  <a:pt x="370115" y="554689"/>
                </a:lnTo>
                <a:lnTo>
                  <a:pt x="411105" y="538053"/>
                </a:lnTo>
                <a:lnTo>
                  <a:pt x="449615" y="514762"/>
                </a:lnTo>
                <a:lnTo>
                  <a:pt x="484817" y="484817"/>
                </a:lnTo>
                <a:lnTo>
                  <a:pt x="514763" y="449615"/>
                </a:lnTo>
                <a:lnTo>
                  <a:pt x="538054" y="411105"/>
                </a:lnTo>
                <a:lnTo>
                  <a:pt x="554690" y="370115"/>
                </a:lnTo>
                <a:lnTo>
                  <a:pt x="564672" y="327470"/>
                </a:lnTo>
                <a:lnTo>
                  <a:pt x="567999" y="283999"/>
                </a:lnTo>
                <a:lnTo>
                  <a:pt x="564672" y="240528"/>
                </a:lnTo>
                <a:lnTo>
                  <a:pt x="554690" y="197883"/>
                </a:lnTo>
                <a:lnTo>
                  <a:pt x="538054" y="156893"/>
                </a:lnTo>
                <a:lnTo>
                  <a:pt x="514763" y="118383"/>
                </a:lnTo>
                <a:lnTo>
                  <a:pt x="484817" y="83181"/>
                </a:lnTo>
                <a:lnTo>
                  <a:pt x="449615" y="53236"/>
                </a:lnTo>
                <a:lnTo>
                  <a:pt x="411105" y="29945"/>
                </a:lnTo>
                <a:lnTo>
                  <a:pt x="370115" y="13309"/>
                </a:lnTo>
                <a:lnTo>
                  <a:pt x="327470" y="3327"/>
                </a:lnTo>
                <a:lnTo>
                  <a:pt x="283999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5" name="Google Shape;55;p2"/>
          <p:cNvSpPr txBox="1"/>
          <p:nvPr/>
        </p:nvSpPr>
        <p:spPr>
          <a:xfrm>
            <a:off x="7032990" y="2488921"/>
            <a:ext cx="19367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6192384" y="3190044"/>
            <a:ext cx="1874520" cy="926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387350" lvl="0" marL="399415" marR="5080" rtl="0" algn="l">
              <a:lnSpc>
                <a:spcPct val="113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CAPTURING PHASE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7568794" y="2397833"/>
            <a:ext cx="568325" cy="568325"/>
          </a:xfrm>
          <a:custGeom>
            <a:rect b="b" l="l" r="r" t="t"/>
            <a:pathLst>
              <a:path extrusionOk="0" h="568325" w="568325">
                <a:moveTo>
                  <a:pt x="284001" y="0"/>
                </a:moveTo>
                <a:lnTo>
                  <a:pt x="240529" y="3327"/>
                </a:lnTo>
                <a:lnTo>
                  <a:pt x="197884" y="13309"/>
                </a:lnTo>
                <a:lnTo>
                  <a:pt x="156892" y="29945"/>
                </a:lnTo>
                <a:lnTo>
                  <a:pt x="118382" y="53236"/>
                </a:lnTo>
                <a:lnTo>
                  <a:pt x="83180" y="83181"/>
                </a:lnTo>
                <a:lnTo>
                  <a:pt x="53235" y="118383"/>
                </a:lnTo>
                <a:lnTo>
                  <a:pt x="29945" y="156893"/>
                </a:lnTo>
                <a:lnTo>
                  <a:pt x="13308" y="197883"/>
                </a:lnTo>
                <a:lnTo>
                  <a:pt x="3327" y="240528"/>
                </a:lnTo>
                <a:lnTo>
                  <a:pt x="0" y="283999"/>
                </a:lnTo>
                <a:lnTo>
                  <a:pt x="3327" y="327470"/>
                </a:lnTo>
                <a:lnTo>
                  <a:pt x="13308" y="370115"/>
                </a:lnTo>
                <a:lnTo>
                  <a:pt x="29945" y="411105"/>
                </a:lnTo>
                <a:lnTo>
                  <a:pt x="53235" y="449615"/>
                </a:lnTo>
                <a:lnTo>
                  <a:pt x="83180" y="484817"/>
                </a:lnTo>
                <a:lnTo>
                  <a:pt x="118382" y="514762"/>
                </a:lnTo>
                <a:lnTo>
                  <a:pt x="156892" y="538053"/>
                </a:lnTo>
                <a:lnTo>
                  <a:pt x="197884" y="554689"/>
                </a:lnTo>
                <a:lnTo>
                  <a:pt x="240529" y="564671"/>
                </a:lnTo>
                <a:lnTo>
                  <a:pt x="284001" y="567998"/>
                </a:lnTo>
                <a:lnTo>
                  <a:pt x="327474" y="564671"/>
                </a:lnTo>
                <a:lnTo>
                  <a:pt x="370119" y="554689"/>
                </a:lnTo>
                <a:lnTo>
                  <a:pt x="411110" y="538053"/>
                </a:lnTo>
                <a:lnTo>
                  <a:pt x="449620" y="514762"/>
                </a:lnTo>
                <a:lnTo>
                  <a:pt x="484822" y="484817"/>
                </a:lnTo>
                <a:lnTo>
                  <a:pt x="514767" y="449615"/>
                </a:lnTo>
                <a:lnTo>
                  <a:pt x="538058" y="411105"/>
                </a:lnTo>
                <a:lnTo>
                  <a:pt x="554694" y="370115"/>
                </a:lnTo>
                <a:lnTo>
                  <a:pt x="564676" y="327470"/>
                </a:lnTo>
                <a:lnTo>
                  <a:pt x="568003" y="283999"/>
                </a:lnTo>
                <a:lnTo>
                  <a:pt x="564676" y="240528"/>
                </a:lnTo>
                <a:lnTo>
                  <a:pt x="554694" y="197883"/>
                </a:lnTo>
                <a:lnTo>
                  <a:pt x="538058" y="156893"/>
                </a:lnTo>
                <a:lnTo>
                  <a:pt x="514767" y="118383"/>
                </a:lnTo>
                <a:lnTo>
                  <a:pt x="484822" y="83181"/>
                </a:lnTo>
                <a:lnTo>
                  <a:pt x="449620" y="53236"/>
                </a:lnTo>
                <a:lnTo>
                  <a:pt x="411110" y="29945"/>
                </a:lnTo>
                <a:lnTo>
                  <a:pt x="370119" y="13309"/>
                </a:lnTo>
                <a:lnTo>
                  <a:pt x="327474" y="3327"/>
                </a:lnTo>
                <a:lnTo>
                  <a:pt x="284001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8" name="Google Shape;58;p2"/>
          <p:cNvSpPr txBox="1"/>
          <p:nvPr/>
        </p:nvSpPr>
        <p:spPr>
          <a:xfrm>
            <a:off x="17755995" y="2488921"/>
            <a:ext cx="19367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17032121" y="3190044"/>
            <a:ext cx="1641475" cy="926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271144" lvl="0" marL="283210" marR="5080" rtl="0" algn="l">
              <a:lnSpc>
                <a:spcPct val="113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BUBBLING PHASE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7686142" y="9999282"/>
            <a:ext cx="568325" cy="568325"/>
          </a:xfrm>
          <a:custGeom>
            <a:rect b="b" l="l" r="r" t="t"/>
            <a:pathLst>
              <a:path extrusionOk="0" h="568325" w="568325">
                <a:moveTo>
                  <a:pt x="283999" y="0"/>
                </a:moveTo>
                <a:lnTo>
                  <a:pt x="240528" y="3327"/>
                </a:lnTo>
                <a:lnTo>
                  <a:pt x="197883" y="13309"/>
                </a:lnTo>
                <a:lnTo>
                  <a:pt x="156893" y="29945"/>
                </a:lnTo>
                <a:lnTo>
                  <a:pt x="118383" y="53236"/>
                </a:lnTo>
                <a:lnTo>
                  <a:pt x="83181" y="83182"/>
                </a:lnTo>
                <a:lnTo>
                  <a:pt x="53236" y="118384"/>
                </a:lnTo>
                <a:lnTo>
                  <a:pt x="29945" y="156894"/>
                </a:lnTo>
                <a:lnTo>
                  <a:pt x="13309" y="197884"/>
                </a:lnTo>
                <a:lnTo>
                  <a:pt x="3327" y="240528"/>
                </a:lnTo>
                <a:lnTo>
                  <a:pt x="0" y="284000"/>
                </a:lnTo>
                <a:lnTo>
                  <a:pt x="3327" y="327471"/>
                </a:lnTo>
                <a:lnTo>
                  <a:pt x="13309" y="370115"/>
                </a:lnTo>
                <a:lnTo>
                  <a:pt x="29945" y="411106"/>
                </a:lnTo>
                <a:lnTo>
                  <a:pt x="53236" y="449615"/>
                </a:lnTo>
                <a:lnTo>
                  <a:pt x="83181" y="484818"/>
                </a:lnTo>
                <a:lnTo>
                  <a:pt x="118383" y="514763"/>
                </a:lnTo>
                <a:lnTo>
                  <a:pt x="156893" y="538054"/>
                </a:lnTo>
                <a:lnTo>
                  <a:pt x="197883" y="554690"/>
                </a:lnTo>
                <a:lnTo>
                  <a:pt x="240528" y="564672"/>
                </a:lnTo>
                <a:lnTo>
                  <a:pt x="283999" y="567999"/>
                </a:lnTo>
                <a:lnTo>
                  <a:pt x="327470" y="564672"/>
                </a:lnTo>
                <a:lnTo>
                  <a:pt x="370115" y="554690"/>
                </a:lnTo>
                <a:lnTo>
                  <a:pt x="411106" y="538054"/>
                </a:lnTo>
                <a:lnTo>
                  <a:pt x="449616" y="514763"/>
                </a:lnTo>
                <a:lnTo>
                  <a:pt x="484818" y="484818"/>
                </a:lnTo>
                <a:lnTo>
                  <a:pt x="514763" y="449615"/>
                </a:lnTo>
                <a:lnTo>
                  <a:pt x="538054" y="411106"/>
                </a:lnTo>
                <a:lnTo>
                  <a:pt x="554690" y="370115"/>
                </a:lnTo>
                <a:lnTo>
                  <a:pt x="564672" y="327471"/>
                </a:lnTo>
                <a:lnTo>
                  <a:pt x="567999" y="284000"/>
                </a:lnTo>
                <a:lnTo>
                  <a:pt x="564672" y="240528"/>
                </a:lnTo>
                <a:lnTo>
                  <a:pt x="554690" y="197884"/>
                </a:lnTo>
                <a:lnTo>
                  <a:pt x="538054" y="156894"/>
                </a:lnTo>
                <a:lnTo>
                  <a:pt x="514763" y="118384"/>
                </a:lnTo>
                <a:lnTo>
                  <a:pt x="484818" y="83182"/>
                </a:lnTo>
                <a:lnTo>
                  <a:pt x="449616" y="53236"/>
                </a:lnTo>
                <a:lnTo>
                  <a:pt x="411106" y="29945"/>
                </a:lnTo>
                <a:lnTo>
                  <a:pt x="370115" y="13309"/>
                </a:lnTo>
                <a:lnTo>
                  <a:pt x="327470" y="3327"/>
                </a:lnTo>
                <a:lnTo>
                  <a:pt x="283999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1" name="Google Shape;61;p2"/>
          <p:cNvSpPr txBox="1"/>
          <p:nvPr/>
        </p:nvSpPr>
        <p:spPr>
          <a:xfrm>
            <a:off x="7873337" y="10090370"/>
            <a:ext cx="19367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8590066" y="10069858"/>
            <a:ext cx="2406015" cy="427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TARGET PHASE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2"/>
          <p:cNvGrpSpPr/>
          <p:nvPr/>
        </p:nvGrpSpPr>
        <p:grpSpPr>
          <a:xfrm>
            <a:off x="10932288" y="2831267"/>
            <a:ext cx="454113" cy="1142291"/>
            <a:chOff x="10932288" y="2831267"/>
            <a:chExt cx="454113" cy="1142291"/>
          </a:xfrm>
        </p:grpSpPr>
        <p:sp>
          <p:nvSpPr>
            <p:cNvPr id="64" name="Google Shape;64;p2"/>
            <p:cNvSpPr/>
            <p:nvPr/>
          </p:nvSpPr>
          <p:spPr>
            <a:xfrm>
              <a:off x="10932288" y="2831267"/>
              <a:ext cx="427355" cy="1029335"/>
            </a:xfrm>
            <a:custGeom>
              <a:rect b="b" l="l" r="r" t="t"/>
              <a:pathLst>
                <a:path extrusionOk="0" h="1029335" w="427354">
                  <a:moveTo>
                    <a:pt x="426789" y="0"/>
                  </a:moveTo>
                  <a:lnTo>
                    <a:pt x="376665" y="31875"/>
                  </a:lnTo>
                  <a:lnTo>
                    <a:pt x="329669" y="63882"/>
                  </a:lnTo>
                  <a:lnTo>
                    <a:pt x="285800" y="96021"/>
                  </a:lnTo>
                  <a:lnTo>
                    <a:pt x="245058" y="128292"/>
                  </a:lnTo>
                  <a:lnTo>
                    <a:pt x="207444" y="160694"/>
                  </a:lnTo>
                  <a:lnTo>
                    <a:pt x="172957" y="193228"/>
                  </a:lnTo>
                  <a:lnTo>
                    <a:pt x="141597" y="225894"/>
                  </a:lnTo>
                  <a:lnTo>
                    <a:pt x="113364" y="258691"/>
                  </a:lnTo>
                  <a:lnTo>
                    <a:pt x="88259" y="291620"/>
                  </a:lnTo>
                  <a:lnTo>
                    <a:pt x="66281" y="324681"/>
                  </a:lnTo>
                  <a:lnTo>
                    <a:pt x="47431" y="357873"/>
                  </a:lnTo>
                  <a:lnTo>
                    <a:pt x="19111" y="424653"/>
                  </a:lnTo>
                  <a:lnTo>
                    <a:pt x="3301" y="491959"/>
                  </a:lnTo>
                  <a:lnTo>
                    <a:pt x="0" y="559792"/>
                  </a:lnTo>
                  <a:lnTo>
                    <a:pt x="3040" y="593906"/>
                  </a:lnTo>
                  <a:lnTo>
                    <a:pt x="18502" y="662529"/>
                  </a:lnTo>
                  <a:lnTo>
                    <a:pt x="46474" y="731679"/>
                  </a:lnTo>
                  <a:lnTo>
                    <a:pt x="65151" y="766451"/>
                  </a:lnTo>
                  <a:lnTo>
                    <a:pt x="86955" y="801355"/>
                  </a:lnTo>
                  <a:lnTo>
                    <a:pt x="111886" y="836391"/>
                  </a:lnTo>
                  <a:lnTo>
                    <a:pt x="139945" y="871558"/>
                  </a:lnTo>
                  <a:lnTo>
                    <a:pt x="171131" y="906857"/>
                  </a:lnTo>
                  <a:lnTo>
                    <a:pt x="205444" y="942288"/>
                  </a:lnTo>
                  <a:lnTo>
                    <a:pt x="242884" y="977851"/>
                  </a:lnTo>
                  <a:lnTo>
                    <a:pt x="283452" y="1013545"/>
                  </a:lnTo>
                  <a:lnTo>
                    <a:pt x="304372" y="1029324"/>
                  </a:lnTo>
                </a:path>
              </a:pathLst>
            </a:custGeom>
            <a:noFill/>
            <a:ln cap="flat" cmpd="sng" w="52350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11151451" y="3759563"/>
              <a:ext cx="234950" cy="213995"/>
            </a:xfrm>
            <a:custGeom>
              <a:rect b="b" l="l" r="r" t="t"/>
              <a:pathLst>
                <a:path extrusionOk="0" h="213995" w="234950">
                  <a:moveTo>
                    <a:pt x="128624" y="0"/>
                  </a:moveTo>
                  <a:lnTo>
                    <a:pt x="0" y="170531"/>
                  </a:lnTo>
                  <a:lnTo>
                    <a:pt x="234841" y="213898"/>
                  </a:lnTo>
                  <a:lnTo>
                    <a:pt x="128624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66" name="Google Shape;66;p2"/>
          <p:cNvGrpSpPr/>
          <p:nvPr/>
        </p:nvGrpSpPr>
        <p:grpSpPr>
          <a:xfrm>
            <a:off x="10932288" y="4128776"/>
            <a:ext cx="454113" cy="1142291"/>
            <a:chOff x="10932288" y="4128776"/>
            <a:chExt cx="454113" cy="1142291"/>
          </a:xfrm>
        </p:grpSpPr>
        <p:sp>
          <p:nvSpPr>
            <p:cNvPr id="67" name="Google Shape;67;p2"/>
            <p:cNvSpPr/>
            <p:nvPr/>
          </p:nvSpPr>
          <p:spPr>
            <a:xfrm>
              <a:off x="10932288" y="4128776"/>
              <a:ext cx="427355" cy="1029335"/>
            </a:xfrm>
            <a:custGeom>
              <a:rect b="b" l="l" r="r" t="t"/>
              <a:pathLst>
                <a:path extrusionOk="0" h="1029335" w="427354">
                  <a:moveTo>
                    <a:pt x="426789" y="0"/>
                  </a:moveTo>
                  <a:lnTo>
                    <a:pt x="376665" y="31875"/>
                  </a:lnTo>
                  <a:lnTo>
                    <a:pt x="329669" y="63882"/>
                  </a:lnTo>
                  <a:lnTo>
                    <a:pt x="285800" y="96021"/>
                  </a:lnTo>
                  <a:lnTo>
                    <a:pt x="245058" y="128292"/>
                  </a:lnTo>
                  <a:lnTo>
                    <a:pt x="207444" y="160694"/>
                  </a:lnTo>
                  <a:lnTo>
                    <a:pt x="172957" y="193228"/>
                  </a:lnTo>
                  <a:lnTo>
                    <a:pt x="141597" y="225894"/>
                  </a:lnTo>
                  <a:lnTo>
                    <a:pt x="113364" y="258691"/>
                  </a:lnTo>
                  <a:lnTo>
                    <a:pt x="88259" y="291620"/>
                  </a:lnTo>
                  <a:lnTo>
                    <a:pt x="66281" y="324681"/>
                  </a:lnTo>
                  <a:lnTo>
                    <a:pt x="47431" y="357873"/>
                  </a:lnTo>
                  <a:lnTo>
                    <a:pt x="19111" y="424653"/>
                  </a:lnTo>
                  <a:lnTo>
                    <a:pt x="3301" y="491959"/>
                  </a:lnTo>
                  <a:lnTo>
                    <a:pt x="0" y="559792"/>
                  </a:lnTo>
                  <a:lnTo>
                    <a:pt x="3040" y="593906"/>
                  </a:lnTo>
                  <a:lnTo>
                    <a:pt x="18502" y="662529"/>
                  </a:lnTo>
                  <a:lnTo>
                    <a:pt x="46474" y="731679"/>
                  </a:lnTo>
                  <a:lnTo>
                    <a:pt x="65151" y="766451"/>
                  </a:lnTo>
                  <a:lnTo>
                    <a:pt x="86955" y="801355"/>
                  </a:lnTo>
                  <a:lnTo>
                    <a:pt x="111886" y="836391"/>
                  </a:lnTo>
                  <a:lnTo>
                    <a:pt x="139945" y="871558"/>
                  </a:lnTo>
                  <a:lnTo>
                    <a:pt x="171131" y="906857"/>
                  </a:lnTo>
                  <a:lnTo>
                    <a:pt x="205444" y="942288"/>
                  </a:lnTo>
                  <a:lnTo>
                    <a:pt x="242884" y="977851"/>
                  </a:lnTo>
                  <a:lnTo>
                    <a:pt x="283452" y="1013545"/>
                  </a:lnTo>
                  <a:lnTo>
                    <a:pt x="304372" y="1029324"/>
                  </a:lnTo>
                </a:path>
              </a:pathLst>
            </a:custGeom>
            <a:noFill/>
            <a:ln cap="flat" cmpd="sng" w="52350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11151451" y="5057072"/>
              <a:ext cx="234950" cy="213995"/>
            </a:xfrm>
            <a:custGeom>
              <a:rect b="b" l="l" r="r" t="t"/>
              <a:pathLst>
                <a:path extrusionOk="0" h="213995" w="234950">
                  <a:moveTo>
                    <a:pt x="128624" y="0"/>
                  </a:moveTo>
                  <a:lnTo>
                    <a:pt x="0" y="170531"/>
                  </a:lnTo>
                  <a:lnTo>
                    <a:pt x="234841" y="213898"/>
                  </a:lnTo>
                  <a:lnTo>
                    <a:pt x="128624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69" name="Google Shape;69;p2"/>
          <p:cNvGrpSpPr/>
          <p:nvPr/>
        </p:nvGrpSpPr>
        <p:grpSpPr>
          <a:xfrm>
            <a:off x="10932288" y="5426285"/>
            <a:ext cx="454113" cy="1142291"/>
            <a:chOff x="10932288" y="5426285"/>
            <a:chExt cx="454113" cy="1142291"/>
          </a:xfrm>
        </p:grpSpPr>
        <p:sp>
          <p:nvSpPr>
            <p:cNvPr id="70" name="Google Shape;70;p2"/>
            <p:cNvSpPr/>
            <p:nvPr/>
          </p:nvSpPr>
          <p:spPr>
            <a:xfrm>
              <a:off x="10932288" y="5426285"/>
              <a:ext cx="427355" cy="1029335"/>
            </a:xfrm>
            <a:custGeom>
              <a:rect b="b" l="l" r="r" t="t"/>
              <a:pathLst>
                <a:path extrusionOk="0" h="1029335" w="427354">
                  <a:moveTo>
                    <a:pt x="426789" y="0"/>
                  </a:moveTo>
                  <a:lnTo>
                    <a:pt x="376665" y="31875"/>
                  </a:lnTo>
                  <a:lnTo>
                    <a:pt x="329669" y="63882"/>
                  </a:lnTo>
                  <a:lnTo>
                    <a:pt x="285800" y="96021"/>
                  </a:lnTo>
                  <a:lnTo>
                    <a:pt x="245058" y="128292"/>
                  </a:lnTo>
                  <a:lnTo>
                    <a:pt x="207444" y="160694"/>
                  </a:lnTo>
                  <a:lnTo>
                    <a:pt x="172957" y="193228"/>
                  </a:lnTo>
                  <a:lnTo>
                    <a:pt x="141597" y="225894"/>
                  </a:lnTo>
                  <a:lnTo>
                    <a:pt x="113364" y="258691"/>
                  </a:lnTo>
                  <a:lnTo>
                    <a:pt x="88259" y="291620"/>
                  </a:lnTo>
                  <a:lnTo>
                    <a:pt x="66281" y="324681"/>
                  </a:lnTo>
                  <a:lnTo>
                    <a:pt x="47431" y="357873"/>
                  </a:lnTo>
                  <a:lnTo>
                    <a:pt x="19111" y="424653"/>
                  </a:lnTo>
                  <a:lnTo>
                    <a:pt x="3301" y="491959"/>
                  </a:lnTo>
                  <a:lnTo>
                    <a:pt x="0" y="559792"/>
                  </a:lnTo>
                  <a:lnTo>
                    <a:pt x="3040" y="593906"/>
                  </a:lnTo>
                  <a:lnTo>
                    <a:pt x="18502" y="662529"/>
                  </a:lnTo>
                  <a:lnTo>
                    <a:pt x="46474" y="731679"/>
                  </a:lnTo>
                  <a:lnTo>
                    <a:pt x="65151" y="766451"/>
                  </a:lnTo>
                  <a:lnTo>
                    <a:pt x="86955" y="801355"/>
                  </a:lnTo>
                  <a:lnTo>
                    <a:pt x="111886" y="836391"/>
                  </a:lnTo>
                  <a:lnTo>
                    <a:pt x="139945" y="871558"/>
                  </a:lnTo>
                  <a:lnTo>
                    <a:pt x="171131" y="906857"/>
                  </a:lnTo>
                  <a:lnTo>
                    <a:pt x="205444" y="942288"/>
                  </a:lnTo>
                  <a:lnTo>
                    <a:pt x="242884" y="977851"/>
                  </a:lnTo>
                  <a:lnTo>
                    <a:pt x="283452" y="1013545"/>
                  </a:lnTo>
                  <a:lnTo>
                    <a:pt x="304372" y="1029324"/>
                  </a:lnTo>
                </a:path>
              </a:pathLst>
            </a:custGeom>
            <a:noFill/>
            <a:ln cap="flat" cmpd="sng" w="52350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1151451" y="6354581"/>
              <a:ext cx="234950" cy="213995"/>
            </a:xfrm>
            <a:custGeom>
              <a:rect b="b" l="l" r="r" t="t"/>
              <a:pathLst>
                <a:path extrusionOk="0" h="213995" w="234950">
                  <a:moveTo>
                    <a:pt x="128624" y="0"/>
                  </a:moveTo>
                  <a:lnTo>
                    <a:pt x="0" y="170531"/>
                  </a:lnTo>
                  <a:lnTo>
                    <a:pt x="234841" y="213898"/>
                  </a:lnTo>
                  <a:lnTo>
                    <a:pt x="128624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72" name="Google Shape;72;p2"/>
          <p:cNvGrpSpPr/>
          <p:nvPr/>
        </p:nvGrpSpPr>
        <p:grpSpPr>
          <a:xfrm>
            <a:off x="10932288" y="6723796"/>
            <a:ext cx="454113" cy="1142290"/>
            <a:chOff x="10932288" y="6723796"/>
            <a:chExt cx="454113" cy="1142290"/>
          </a:xfrm>
        </p:grpSpPr>
        <p:sp>
          <p:nvSpPr>
            <p:cNvPr id="73" name="Google Shape;73;p2"/>
            <p:cNvSpPr/>
            <p:nvPr/>
          </p:nvSpPr>
          <p:spPr>
            <a:xfrm>
              <a:off x="10932288" y="6723796"/>
              <a:ext cx="427355" cy="1029335"/>
            </a:xfrm>
            <a:custGeom>
              <a:rect b="b" l="l" r="r" t="t"/>
              <a:pathLst>
                <a:path extrusionOk="0" h="1029334" w="427354">
                  <a:moveTo>
                    <a:pt x="426789" y="0"/>
                  </a:moveTo>
                  <a:lnTo>
                    <a:pt x="376665" y="31875"/>
                  </a:lnTo>
                  <a:lnTo>
                    <a:pt x="329669" y="63882"/>
                  </a:lnTo>
                  <a:lnTo>
                    <a:pt x="285800" y="96021"/>
                  </a:lnTo>
                  <a:lnTo>
                    <a:pt x="245058" y="128292"/>
                  </a:lnTo>
                  <a:lnTo>
                    <a:pt x="207444" y="160694"/>
                  </a:lnTo>
                  <a:lnTo>
                    <a:pt x="172957" y="193228"/>
                  </a:lnTo>
                  <a:lnTo>
                    <a:pt x="141597" y="225894"/>
                  </a:lnTo>
                  <a:lnTo>
                    <a:pt x="113364" y="258691"/>
                  </a:lnTo>
                  <a:lnTo>
                    <a:pt x="88259" y="291620"/>
                  </a:lnTo>
                  <a:lnTo>
                    <a:pt x="66281" y="324681"/>
                  </a:lnTo>
                  <a:lnTo>
                    <a:pt x="47431" y="357873"/>
                  </a:lnTo>
                  <a:lnTo>
                    <a:pt x="19111" y="424653"/>
                  </a:lnTo>
                  <a:lnTo>
                    <a:pt x="3301" y="491959"/>
                  </a:lnTo>
                  <a:lnTo>
                    <a:pt x="0" y="559792"/>
                  </a:lnTo>
                  <a:lnTo>
                    <a:pt x="3040" y="593906"/>
                  </a:lnTo>
                  <a:lnTo>
                    <a:pt x="18502" y="662529"/>
                  </a:lnTo>
                  <a:lnTo>
                    <a:pt x="46474" y="731679"/>
                  </a:lnTo>
                  <a:lnTo>
                    <a:pt x="65151" y="766451"/>
                  </a:lnTo>
                  <a:lnTo>
                    <a:pt x="86955" y="801355"/>
                  </a:lnTo>
                  <a:lnTo>
                    <a:pt x="111886" y="836391"/>
                  </a:lnTo>
                  <a:lnTo>
                    <a:pt x="139945" y="871558"/>
                  </a:lnTo>
                  <a:lnTo>
                    <a:pt x="171131" y="906857"/>
                  </a:lnTo>
                  <a:lnTo>
                    <a:pt x="205444" y="942288"/>
                  </a:lnTo>
                  <a:lnTo>
                    <a:pt x="242884" y="977851"/>
                  </a:lnTo>
                  <a:lnTo>
                    <a:pt x="283452" y="1013545"/>
                  </a:lnTo>
                  <a:lnTo>
                    <a:pt x="304372" y="1029324"/>
                  </a:lnTo>
                </a:path>
              </a:pathLst>
            </a:custGeom>
            <a:noFill/>
            <a:ln cap="flat" cmpd="sng" w="52350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1151451" y="7652091"/>
              <a:ext cx="234950" cy="213995"/>
            </a:xfrm>
            <a:custGeom>
              <a:rect b="b" l="l" r="r" t="t"/>
              <a:pathLst>
                <a:path extrusionOk="0" h="213995" w="234950">
                  <a:moveTo>
                    <a:pt x="128624" y="0"/>
                  </a:moveTo>
                  <a:lnTo>
                    <a:pt x="0" y="170531"/>
                  </a:lnTo>
                  <a:lnTo>
                    <a:pt x="234841" y="213898"/>
                  </a:lnTo>
                  <a:lnTo>
                    <a:pt x="128624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75" name="Google Shape;75;p2"/>
          <p:cNvGrpSpPr/>
          <p:nvPr/>
        </p:nvGrpSpPr>
        <p:grpSpPr>
          <a:xfrm>
            <a:off x="10932288" y="8021305"/>
            <a:ext cx="454113" cy="1142289"/>
            <a:chOff x="10932288" y="8021305"/>
            <a:chExt cx="454113" cy="1142289"/>
          </a:xfrm>
        </p:grpSpPr>
        <p:sp>
          <p:nvSpPr>
            <p:cNvPr id="76" name="Google Shape;76;p2"/>
            <p:cNvSpPr/>
            <p:nvPr/>
          </p:nvSpPr>
          <p:spPr>
            <a:xfrm>
              <a:off x="10932288" y="8021305"/>
              <a:ext cx="427355" cy="1029335"/>
            </a:xfrm>
            <a:custGeom>
              <a:rect b="b" l="l" r="r" t="t"/>
              <a:pathLst>
                <a:path extrusionOk="0" h="1029334" w="427354">
                  <a:moveTo>
                    <a:pt x="426789" y="0"/>
                  </a:moveTo>
                  <a:lnTo>
                    <a:pt x="376665" y="31875"/>
                  </a:lnTo>
                  <a:lnTo>
                    <a:pt x="329669" y="63882"/>
                  </a:lnTo>
                  <a:lnTo>
                    <a:pt x="285800" y="96021"/>
                  </a:lnTo>
                  <a:lnTo>
                    <a:pt x="245058" y="128292"/>
                  </a:lnTo>
                  <a:lnTo>
                    <a:pt x="207444" y="160694"/>
                  </a:lnTo>
                  <a:lnTo>
                    <a:pt x="172957" y="193228"/>
                  </a:lnTo>
                  <a:lnTo>
                    <a:pt x="141597" y="225894"/>
                  </a:lnTo>
                  <a:lnTo>
                    <a:pt x="113364" y="258691"/>
                  </a:lnTo>
                  <a:lnTo>
                    <a:pt x="88259" y="291620"/>
                  </a:lnTo>
                  <a:lnTo>
                    <a:pt x="66281" y="324681"/>
                  </a:lnTo>
                  <a:lnTo>
                    <a:pt x="47431" y="357873"/>
                  </a:lnTo>
                  <a:lnTo>
                    <a:pt x="19111" y="424653"/>
                  </a:lnTo>
                  <a:lnTo>
                    <a:pt x="3301" y="491959"/>
                  </a:lnTo>
                  <a:lnTo>
                    <a:pt x="0" y="559792"/>
                  </a:lnTo>
                  <a:lnTo>
                    <a:pt x="3040" y="593906"/>
                  </a:lnTo>
                  <a:lnTo>
                    <a:pt x="18502" y="662529"/>
                  </a:lnTo>
                  <a:lnTo>
                    <a:pt x="46474" y="731679"/>
                  </a:lnTo>
                  <a:lnTo>
                    <a:pt x="65151" y="766451"/>
                  </a:lnTo>
                  <a:lnTo>
                    <a:pt x="86955" y="801355"/>
                  </a:lnTo>
                  <a:lnTo>
                    <a:pt x="111886" y="836391"/>
                  </a:lnTo>
                  <a:lnTo>
                    <a:pt x="139945" y="871558"/>
                  </a:lnTo>
                  <a:lnTo>
                    <a:pt x="171131" y="906857"/>
                  </a:lnTo>
                  <a:lnTo>
                    <a:pt x="205444" y="942288"/>
                  </a:lnTo>
                  <a:lnTo>
                    <a:pt x="242884" y="977851"/>
                  </a:lnTo>
                  <a:lnTo>
                    <a:pt x="283452" y="1013545"/>
                  </a:lnTo>
                  <a:lnTo>
                    <a:pt x="304372" y="1029324"/>
                  </a:lnTo>
                </a:path>
              </a:pathLst>
            </a:custGeom>
            <a:noFill/>
            <a:ln cap="flat" cmpd="sng" w="52350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11151451" y="8949599"/>
              <a:ext cx="234950" cy="213995"/>
            </a:xfrm>
            <a:custGeom>
              <a:rect b="b" l="l" r="r" t="t"/>
              <a:pathLst>
                <a:path extrusionOk="0" h="213995" w="234950">
                  <a:moveTo>
                    <a:pt x="128624" y="0"/>
                  </a:moveTo>
                  <a:lnTo>
                    <a:pt x="0" y="170533"/>
                  </a:lnTo>
                  <a:lnTo>
                    <a:pt x="234841" y="213899"/>
                  </a:lnTo>
                  <a:lnTo>
                    <a:pt x="128624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78" name="Google Shape;78;p2"/>
          <p:cNvGrpSpPr/>
          <p:nvPr/>
        </p:nvGrpSpPr>
        <p:grpSpPr>
          <a:xfrm>
            <a:off x="13596298" y="2808974"/>
            <a:ext cx="454572" cy="1142203"/>
            <a:chOff x="13596298" y="2808974"/>
            <a:chExt cx="454572" cy="1142203"/>
          </a:xfrm>
        </p:grpSpPr>
        <p:sp>
          <p:nvSpPr>
            <p:cNvPr id="79" name="Google Shape;79;p2"/>
            <p:cNvSpPr/>
            <p:nvPr/>
          </p:nvSpPr>
          <p:spPr>
            <a:xfrm>
              <a:off x="13623515" y="2921842"/>
              <a:ext cx="427355" cy="1029335"/>
            </a:xfrm>
            <a:custGeom>
              <a:rect b="b" l="l" r="r" t="t"/>
              <a:pathLst>
                <a:path extrusionOk="0" h="1029335" w="427355">
                  <a:moveTo>
                    <a:pt x="0" y="1029324"/>
                  </a:moveTo>
                  <a:lnTo>
                    <a:pt x="50123" y="997449"/>
                  </a:lnTo>
                  <a:lnTo>
                    <a:pt x="97119" y="965441"/>
                  </a:lnTo>
                  <a:lnTo>
                    <a:pt x="140988" y="933302"/>
                  </a:lnTo>
                  <a:lnTo>
                    <a:pt x="181730" y="901032"/>
                  </a:lnTo>
                  <a:lnTo>
                    <a:pt x="219344" y="868629"/>
                  </a:lnTo>
                  <a:lnTo>
                    <a:pt x="253832" y="836096"/>
                  </a:lnTo>
                  <a:lnTo>
                    <a:pt x="285191" y="803430"/>
                  </a:lnTo>
                  <a:lnTo>
                    <a:pt x="313424" y="770633"/>
                  </a:lnTo>
                  <a:lnTo>
                    <a:pt x="338529" y="737704"/>
                  </a:lnTo>
                  <a:lnTo>
                    <a:pt x="360507" y="704643"/>
                  </a:lnTo>
                  <a:lnTo>
                    <a:pt x="379358" y="671451"/>
                  </a:lnTo>
                  <a:lnTo>
                    <a:pt x="407677" y="604671"/>
                  </a:lnTo>
                  <a:lnTo>
                    <a:pt x="423488" y="537365"/>
                  </a:lnTo>
                  <a:lnTo>
                    <a:pt x="426789" y="469532"/>
                  </a:lnTo>
                  <a:lnTo>
                    <a:pt x="423749" y="435418"/>
                  </a:lnTo>
                  <a:lnTo>
                    <a:pt x="408286" y="366795"/>
                  </a:lnTo>
                  <a:lnTo>
                    <a:pt x="380314" y="297645"/>
                  </a:lnTo>
                  <a:lnTo>
                    <a:pt x="361638" y="262872"/>
                  </a:lnTo>
                  <a:lnTo>
                    <a:pt x="339834" y="227968"/>
                  </a:lnTo>
                  <a:lnTo>
                    <a:pt x="314902" y="192933"/>
                  </a:lnTo>
                  <a:lnTo>
                    <a:pt x="286844" y="157765"/>
                  </a:lnTo>
                  <a:lnTo>
                    <a:pt x="255658" y="122466"/>
                  </a:lnTo>
                  <a:lnTo>
                    <a:pt x="221344" y="87036"/>
                  </a:lnTo>
                  <a:lnTo>
                    <a:pt x="183904" y="51473"/>
                  </a:lnTo>
                  <a:lnTo>
                    <a:pt x="143336" y="15779"/>
                  </a:lnTo>
                  <a:lnTo>
                    <a:pt x="122417" y="0"/>
                  </a:lnTo>
                </a:path>
              </a:pathLst>
            </a:custGeom>
            <a:noFill/>
            <a:ln cap="flat" cmpd="sng" w="52350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3596298" y="2808974"/>
              <a:ext cx="234950" cy="213995"/>
            </a:xfrm>
            <a:custGeom>
              <a:rect b="b" l="l" r="r" t="t"/>
              <a:pathLst>
                <a:path extrusionOk="0" h="213994" w="234950">
                  <a:moveTo>
                    <a:pt x="0" y="0"/>
                  </a:moveTo>
                  <a:lnTo>
                    <a:pt x="106216" y="213898"/>
                  </a:lnTo>
                  <a:lnTo>
                    <a:pt x="234841" y="433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13596298" y="4106483"/>
            <a:ext cx="454572" cy="1142204"/>
            <a:chOff x="13596298" y="4106483"/>
            <a:chExt cx="454572" cy="1142204"/>
          </a:xfrm>
        </p:grpSpPr>
        <p:sp>
          <p:nvSpPr>
            <p:cNvPr id="82" name="Google Shape;82;p2"/>
            <p:cNvSpPr/>
            <p:nvPr/>
          </p:nvSpPr>
          <p:spPr>
            <a:xfrm>
              <a:off x="13623515" y="4219352"/>
              <a:ext cx="427355" cy="1029335"/>
            </a:xfrm>
            <a:custGeom>
              <a:rect b="b" l="l" r="r" t="t"/>
              <a:pathLst>
                <a:path extrusionOk="0" h="1029335" w="427355">
                  <a:moveTo>
                    <a:pt x="0" y="1029324"/>
                  </a:moveTo>
                  <a:lnTo>
                    <a:pt x="50123" y="997449"/>
                  </a:lnTo>
                  <a:lnTo>
                    <a:pt x="97119" y="965441"/>
                  </a:lnTo>
                  <a:lnTo>
                    <a:pt x="140988" y="933302"/>
                  </a:lnTo>
                  <a:lnTo>
                    <a:pt x="181730" y="901032"/>
                  </a:lnTo>
                  <a:lnTo>
                    <a:pt x="219344" y="868629"/>
                  </a:lnTo>
                  <a:lnTo>
                    <a:pt x="253832" y="836096"/>
                  </a:lnTo>
                  <a:lnTo>
                    <a:pt x="285191" y="803430"/>
                  </a:lnTo>
                  <a:lnTo>
                    <a:pt x="313424" y="770633"/>
                  </a:lnTo>
                  <a:lnTo>
                    <a:pt x="338529" y="737704"/>
                  </a:lnTo>
                  <a:lnTo>
                    <a:pt x="360507" y="704643"/>
                  </a:lnTo>
                  <a:lnTo>
                    <a:pt x="379358" y="671451"/>
                  </a:lnTo>
                  <a:lnTo>
                    <a:pt x="407677" y="604671"/>
                  </a:lnTo>
                  <a:lnTo>
                    <a:pt x="423488" y="537365"/>
                  </a:lnTo>
                  <a:lnTo>
                    <a:pt x="426789" y="469532"/>
                  </a:lnTo>
                  <a:lnTo>
                    <a:pt x="423749" y="435418"/>
                  </a:lnTo>
                  <a:lnTo>
                    <a:pt x="408286" y="366795"/>
                  </a:lnTo>
                  <a:lnTo>
                    <a:pt x="380314" y="297645"/>
                  </a:lnTo>
                  <a:lnTo>
                    <a:pt x="361638" y="262872"/>
                  </a:lnTo>
                  <a:lnTo>
                    <a:pt x="339834" y="227968"/>
                  </a:lnTo>
                  <a:lnTo>
                    <a:pt x="314902" y="192933"/>
                  </a:lnTo>
                  <a:lnTo>
                    <a:pt x="286844" y="157765"/>
                  </a:lnTo>
                  <a:lnTo>
                    <a:pt x="255658" y="122466"/>
                  </a:lnTo>
                  <a:lnTo>
                    <a:pt x="221344" y="87036"/>
                  </a:lnTo>
                  <a:lnTo>
                    <a:pt x="183904" y="51473"/>
                  </a:lnTo>
                  <a:lnTo>
                    <a:pt x="143336" y="15779"/>
                  </a:lnTo>
                  <a:lnTo>
                    <a:pt x="122417" y="0"/>
                  </a:lnTo>
                </a:path>
              </a:pathLst>
            </a:custGeom>
            <a:noFill/>
            <a:ln cap="flat" cmpd="sng" w="52350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3596298" y="4106483"/>
              <a:ext cx="234950" cy="213995"/>
            </a:xfrm>
            <a:custGeom>
              <a:rect b="b" l="l" r="r" t="t"/>
              <a:pathLst>
                <a:path extrusionOk="0" h="213995" w="234950">
                  <a:moveTo>
                    <a:pt x="0" y="0"/>
                  </a:moveTo>
                  <a:lnTo>
                    <a:pt x="106216" y="213899"/>
                  </a:lnTo>
                  <a:lnTo>
                    <a:pt x="234841" y="433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84" name="Google Shape;84;p2"/>
          <p:cNvGrpSpPr/>
          <p:nvPr/>
        </p:nvGrpSpPr>
        <p:grpSpPr>
          <a:xfrm>
            <a:off x="13596298" y="5403992"/>
            <a:ext cx="454572" cy="1142204"/>
            <a:chOff x="13596298" y="5403992"/>
            <a:chExt cx="454572" cy="1142204"/>
          </a:xfrm>
        </p:grpSpPr>
        <p:sp>
          <p:nvSpPr>
            <p:cNvPr id="85" name="Google Shape;85;p2"/>
            <p:cNvSpPr/>
            <p:nvPr/>
          </p:nvSpPr>
          <p:spPr>
            <a:xfrm>
              <a:off x="13623515" y="5516861"/>
              <a:ext cx="427355" cy="1029335"/>
            </a:xfrm>
            <a:custGeom>
              <a:rect b="b" l="l" r="r" t="t"/>
              <a:pathLst>
                <a:path extrusionOk="0" h="1029334" w="427355">
                  <a:moveTo>
                    <a:pt x="0" y="1029324"/>
                  </a:moveTo>
                  <a:lnTo>
                    <a:pt x="50123" y="997449"/>
                  </a:lnTo>
                  <a:lnTo>
                    <a:pt x="97119" y="965441"/>
                  </a:lnTo>
                  <a:lnTo>
                    <a:pt x="140988" y="933302"/>
                  </a:lnTo>
                  <a:lnTo>
                    <a:pt x="181730" y="901032"/>
                  </a:lnTo>
                  <a:lnTo>
                    <a:pt x="219344" y="868629"/>
                  </a:lnTo>
                  <a:lnTo>
                    <a:pt x="253832" y="836096"/>
                  </a:lnTo>
                  <a:lnTo>
                    <a:pt x="285191" y="803430"/>
                  </a:lnTo>
                  <a:lnTo>
                    <a:pt x="313424" y="770633"/>
                  </a:lnTo>
                  <a:lnTo>
                    <a:pt x="338529" y="737704"/>
                  </a:lnTo>
                  <a:lnTo>
                    <a:pt x="360507" y="704643"/>
                  </a:lnTo>
                  <a:lnTo>
                    <a:pt x="379358" y="671451"/>
                  </a:lnTo>
                  <a:lnTo>
                    <a:pt x="407677" y="604671"/>
                  </a:lnTo>
                  <a:lnTo>
                    <a:pt x="423488" y="537365"/>
                  </a:lnTo>
                  <a:lnTo>
                    <a:pt x="426789" y="469532"/>
                  </a:lnTo>
                  <a:lnTo>
                    <a:pt x="423749" y="435418"/>
                  </a:lnTo>
                  <a:lnTo>
                    <a:pt x="408286" y="366795"/>
                  </a:lnTo>
                  <a:lnTo>
                    <a:pt x="380314" y="297645"/>
                  </a:lnTo>
                  <a:lnTo>
                    <a:pt x="361638" y="262872"/>
                  </a:lnTo>
                  <a:lnTo>
                    <a:pt x="339834" y="227968"/>
                  </a:lnTo>
                  <a:lnTo>
                    <a:pt x="314902" y="192933"/>
                  </a:lnTo>
                  <a:lnTo>
                    <a:pt x="286844" y="157765"/>
                  </a:lnTo>
                  <a:lnTo>
                    <a:pt x="255658" y="122466"/>
                  </a:lnTo>
                  <a:lnTo>
                    <a:pt x="221344" y="87036"/>
                  </a:lnTo>
                  <a:lnTo>
                    <a:pt x="183904" y="51473"/>
                  </a:lnTo>
                  <a:lnTo>
                    <a:pt x="143336" y="15779"/>
                  </a:lnTo>
                  <a:lnTo>
                    <a:pt x="122417" y="0"/>
                  </a:lnTo>
                </a:path>
              </a:pathLst>
            </a:custGeom>
            <a:noFill/>
            <a:ln cap="flat" cmpd="sng" w="52350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3596298" y="5403992"/>
              <a:ext cx="234950" cy="213995"/>
            </a:xfrm>
            <a:custGeom>
              <a:rect b="b" l="l" r="r" t="t"/>
              <a:pathLst>
                <a:path extrusionOk="0" h="213995" w="234950">
                  <a:moveTo>
                    <a:pt x="0" y="0"/>
                  </a:moveTo>
                  <a:lnTo>
                    <a:pt x="106216" y="213899"/>
                  </a:lnTo>
                  <a:lnTo>
                    <a:pt x="234841" y="433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87" name="Google Shape;87;p2"/>
          <p:cNvGrpSpPr/>
          <p:nvPr/>
        </p:nvGrpSpPr>
        <p:grpSpPr>
          <a:xfrm>
            <a:off x="13596298" y="6701502"/>
            <a:ext cx="454572" cy="1142204"/>
            <a:chOff x="13596298" y="6701502"/>
            <a:chExt cx="454572" cy="1142204"/>
          </a:xfrm>
        </p:grpSpPr>
        <p:sp>
          <p:nvSpPr>
            <p:cNvPr id="88" name="Google Shape;88;p2"/>
            <p:cNvSpPr/>
            <p:nvPr/>
          </p:nvSpPr>
          <p:spPr>
            <a:xfrm>
              <a:off x="13623515" y="6814371"/>
              <a:ext cx="427355" cy="1029335"/>
            </a:xfrm>
            <a:custGeom>
              <a:rect b="b" l="l" r="r" t="t"/>
              <a:pathLst>
                <a:path extrusionOk="0" h="1029334" w="427355">
                  <a:moveTo>
                    <a:pt x="0" y="1029324"/>
                  </a:moveTo>
                  <a:lnTo>
                    <a:pt x="50123" y="997449"/>
                  </a:lnTo>
                  <a:lnTo>
                    <a:pt x="97119" y="965441"/>
                  </a:lnTo>
                  <a:lnTo>
                    <a:pt x="140988" y="933302"/>
                  </a:lnTo>
                  <a:lnTo>
                    <a:pt x="181730" y="901032"/>
                  </a:lnTo>
                  <a:lnTo>
                    <a:pt x="219344" y="868629"/>
                  </a:lnTo>
                  <a:lnTo>
                    <a:pt x="253832" y="836096"/>
                  </a:lnTo>
                  <a:lnTo>
                    <a:pt x="285191" y="803430"/>
                  </a:lnTo>
                  <a:lnTo>
                    <a:pt x="313424" y="770633"/>
                  </a:lnTo>
                  <a:lnTo>
                    <a:pt x="338529" y="737704"/>
                  </a:lnTo>
                  <a:lnTo>
                    <a:pt x="360507" y="704643"/>
                  </a:lnTo>
                  <a:lnTo>
                    <a:pt x="379358" y="671451"/>
                  </a:lnTo>
                  <a:lnTo>
                    <a:pt x="407677" y="604671"/>
                  </a:lnTo>
                  <a:lnTo>
                    <a:pt x="423488" y="537365"/>
                  </a:lnTo>
                  <a:lnTo>
                    <a:pt x="426789" y="469532"/>
                  </a:lnTo>
                  <a:lnTo>
                    <a:pt x="423749" y="435418"/>
                  </a:lnTo>
                  <a:lnTo>
                    <a:pt x="408286" y="366795"/>
                  </a:lnTo>
                  <a:lnTo>
                    <a:pt x="380314" y="297645"/>
                  </a:lnTo>
                  <a:lnTo>
                    <a:pt x="361638" y="262872"/>
                  </a:lnTo>
                  <a:lnTo>
                    <a:pt x="339834" y="227968"/>
                  </a:lnTo>
                  <a:lnTo>
                    <a:pt x="314902" y="192933"/>
                  </a:lnTo>
                  <a:lnTo>
                    <a:pt x="286844" y="157765"/>
                  </a:lnTo>
                  <a:lnTo>
                    <a:pt x="255658" y="122466"/>
                  </a:lnTo>
                  <a:lnTo>
                    <a:pt x="221344" y="87036"/>
                  </a:lnTo>
                  <a:lnTo>
                    <a:pt x="183904" y="51473"/>
                  </a:lnTo>
                  <a:lnTo>
                    <a:pt x="143336" y="15779"/>
                  </a:lnTo>
                  <a:lnTo>
                    <a:pt x="122417" y="0"/>
                  </a:lnTo>
                </a:path>
              </a:pathLst>
            </a:custGeom>
            <a:noFill/>
            <a:ln cap="flat" cmpd="sng" w="52350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3596298" y="6701502"/>
              <a:ext cx="234950" cy="213995"/>
            </a:xfrm>
            <a:custGeom>
              <a:rect b="b" l="l" r="r" t="t"/>
              <a:pathLst>
                <a:path extrusionOk="0" h="213995" w="234950">
                  <a:moveTo>
                    <a:pt x="0" y="0"/>
                  </a:moveTo>
                  <a:lnTo>
                    <a:pt x="106216" y="213898"/>
                  </a:lnTo>
                  <a:lnTo>
                    <a:pt x="234841" y="433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90" name="Google Shape;90;p2"/>
          <p:cNvGrpSpPr/>
          <p:nvPr/>
        </p:nvGrpSpPr>
        <p:grpSpPr>
          <a:xfrm>
            <a:off x="13596298" y="7999011"/>
            <a:ext cx="454572" cy="1142204"/>
            <a:chOff x="13596298" y="7999011"/>
            <a:chExt cx="454572" cy="1142204"/>
          </a:xfrm>
        </p:grpSpPr>
        <p:sp>
          <p:nvSpPr>
            <p:cNvPr id="91" name="Google Shape;91;p2"/>
            <p:cNvSpPr/>
            <p:nvPr/>
          </p:nvSpPr>
          <p:spPr>
            <a:xfrm>
              <a:off x="13623515" y="8111880"/>
              <a:ext cx="427355" cy="1029335"/>
            </a:xfrm>
            <a:custGeom>
              <a:rect b="b" l="l" r="r" t="t"/>
              <a:pathLst>
                <a:path extrusionOk="0" h="1029334" w="427355">
                  <a:moveTo>
                    <a:pt x="0" y="1029324"/>
                  </a:moveTo>
                  <a:lnTo>
                    <a:pt x="50123" y="997449"/>
                  </a:lnTo>
                  <a:lnTo>
                    <a:pt x="97119" y="965441"/>
                  </a:lnTo>
                  <a:lnTo>
                    <a:pt x="140988" y="933302"/>
                  </a:lnTo>
                  <a:lnTo>
                    <a:pt x="181730" y="901032"/>
                  </a:lnTo>
                  <a:lnTo>
                    <a:pt x="219344" y="868629"/>
                  </a:lnTo>
                  <a:lnTo>
                    <a:pt x="253832" y="836096"/>
                  </a:lnTo>
                  <a:lnTo>
                    <a:pt x="285191" y="803430"/>
                  </a:lnTo>
                  <a:lnTo>
                    <a:pt x="313424" y="770633"/>
                  </a:lnTo>
                  <a:lnTo>
                    <a:pt x="338529" y="737704"/>
                  </a:lnTo>
                  <a:lnTo>
                    <a:pt x="360507" y="704643"/>
                  </a:lnTo>
                  <a:lnTo>
                    <a:pt x="379358" y="671451"/>
                  </a:lnTo>
                  <a:lnTo>
                    <a:pt x="407677" y="604671"/>
                  </a:lnTo>
                  <a:lnTo>
                    <a:pt x="423488" y="537365"/>
                  </a:lnTo>
                  <a:lnTo>
                    <a:pt x="426789" y="469532"/>
                  </a:lnTo>
                  <a:lnTo>
                    <a:pt x="423749" y="435418"/>
                  </a:lnTo>
                  <a:lnTo>
                    <a:pt x="408286" y="366795"/>
                  </a:lnTo>
                  <a:lnTo>
                    <a:pt x="380314" y="297645"/>
                  </a:lnTo>
                  <a:lnTo>
                    <a:pt x="361638" y="262872"/>
                  </a:lnTo>
                  <a:lnTo>
                    <a:pt x="339834" y="227968"/>
                  </a:lnTo>
                  <a:lnTo>
                    <a:pt x="314902" y="192933"/>
                  </a:lnTo>
                  <a:lnTo>
                    <a:pt x="286844" y="157765"/>
                  </a:lnTo>
                  <a:lnTo>
                    <a:pt x="255658" y="122466"/>
                  </a:lnTo>
                  <a:lnTo>
                    <a:pt x="221344" y="87036"/>
                  </a:lnTo>
                  <a:lnTo>
                    <a:pt x="183904" y="51473"/>
                  </a:lnTo>
                  <a:lnTo>
                    <a:pt x="143336" y="15779"/>
                  </a:lnTo>
                  <a:lnTo>
                    <a:pt x="122417" y="0"/>
                  </a:lnTo>
                </a:path>
              </a:pathLst>
            </a:custGeom>
            <a:noFill/>
            <a:ln cap="flat" cmpd="sng" w="52350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13596298" y="7999011"/>
              <a:ext cx="234950" cy="213995"/>
            </a:xfrm>
            <a:custGeom>
              <a:rect b="b" l="l" r="r" t="t"/>
              <a:pathLst>
                <a:path extrusionOk="0" h="213995" w="234950">
                  <a:moveTo>
                    <a:pt x="0" y="0"/>
                  </a:moveTo>
                  <a:lnTo>
                    <a:pt x="106216" y="213898"/>
                  </a:lnTo>
                  <a:lnTo>
                    <a:pt x="234841" y="433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3" name="Google Shape;93;p2"/>
          <p:cNvSpPr/>
          <p:nvPr/>
        </p:nvSpPr>
        <p:spPr>
          <a:xfrm>
            <a:off x="7997661" y="1551677"/>
            <a:ext cx="1838960" cy="736600"/>
          </a:xfrm>
          <a:custGeom>
            <a:rect b="b" l="l" r="r" t="t"/>
            <a:pathLst>
              <a:path extrusionOk="0" h="736600" w="1838959">
                <a:moveTo>
                  <a:pt x="1275949" y="0"/>
                </a:moveTo>
                <a:lnTo>
                  <a:pt x="562981" y="0"/>
                </a:lnTo>
                <a:lnTo>
                  <a:pt x="422842" y="822"/>
                </a:lnTo>
                <a:lnTo>
                  <a:pt x="366578" y="2776"/>
                </a:lnTo>
                <a:lnTo>
                  <a:pt x="318330" y="6580"/>
                </a:lnTo>
                <a:lnTo>
                  <a:pt x="277209" y="12853"/>
                </a:lnTo>
                <a:lnTo>
                  <a:pt x="199873" y="40758"/>
                </a:lnTo>
                <a:lnTo>
                  <a:pt x="160462" y="64236"/>
                </a:lnTo>
                <a:lnTo>
                  <a:pt x="124466" y="92264"/>
                </a:lnTo>
                <a:lnTo>
                  <a:pt x="92264" y="124466"/>
                </a:lnTo>
                <a:lnTo>
                  <a:pt x="64235" y="160462"/>
                </a:lnTo>
                <a:lnTo>
                  <a:pt x="40757" y="199874"/>
                </a:lnTo>
                <a:lnTo>
                  <a:pt x="22209" y="242323"/>
                </a:lnTo>
                <a:lnTo>
                  <a:pt x="5594" y="304331"/>
                </a:lnTo>
                <a:lnTo>
                  <a:pt x="0" y="368284"/>
                </a:lnTo>
                <a:lnTo>
                  <a:pt x="1403" y="400412"/>
                </a:lnTo>
                <a:lnTo>
                  <a:pt x="12540" y="463573"/>
                </a:lnTo>
                <a:lnTo>
                  <a:pt x="40757" y="536693"/>
                </a:lnTo>
                <a:lnTo>
                  <a:pt x="64235" y="576105"/>
                </a:lnTo>
                <a:lnTo>
                  <a:pt x="92264" y="612100"/>
                </a:lnTo>
                <a:lnTo>
                  <a:pt x="124466" y="644302"/>
                </a:lnTo>
                <a:lnTo>
                  <a:pt x="160462" y="672331"/>
                </a:lnTo>
                <a:lnTo>
                  <a:pt x="199873" y="695809"/>
                </a:lnTo>
                <a:lnTo>
                  <a:pt x="242322" y="714357"/>
                </a:lnTo>
                <a:lnTo>
                  <a:pt x="318330" y="729986"/>
                </a:lnTo>
                <a:lnTo>
                  <a:pt x="366578" y="733790"/>
                </a:lnTo>
                <a:lnTo>
                  <a:pt x="422842" y="735744"/>
                </a:lnTo>
                <a:lnTo>
                  <a:pt x="562981" y="736567"/>
                </a:lnTo>
                <a:lnTo>
                  <a:pt x="1275949" y="736567"/>
                </a:lnTo>
                <a:lnTo>
                  <a:pt x="1416089" y="735744"/>
                </a:lnTo>
                <a:lnTo>
                  <a:pt x="1472353" y="733790"/>
                </a:lnTo>
                <a:lnTo>
                  <a:pt x="1520600" y="729986"/>
                </a:lnTo>
                <a:lnTo>
                  <a:pt x="1561721" y="723714"/>
                </a:lnTo>
                <a:lnTo>
                  <a:pt x="1639057" y="695809"/>
                </a:lnTo>
                <a:lnTo>
                  <a:pt x="1678468" y="672331"/>
                </a:lnTo>
                <a:lnTo>
                  <a:pt x="1714464" y="644302"/>
                </a:lnTo>
                <a:lnTo>
                  <a:pt x="1746666" y="612100"/>
                </a:lnTo>
                <a:lnTo>
                  <a:pt x="1774695" y="576105"/>
                </a:lnTo>
                <a:lnTo>
                  <a:pt x="1798173" y="536693"/>
                </a:lnTo>
                <a:lnTo>
                  <a:pt x="1816721" y="494244"/>
                </a:lnTo>
                <a:lnTo>
                  <a:pt x="1833336" y="432235"/>
                </a:lnTo>
                <a:lnTo>
                  <a:pt x="1838931" y="368284"/>
                </a:lnTo>
                <a:lnTo>
                  <a:pt x="1837527" y="336155"/>
                </a:lnTo>
                <a:lnTo>
                  <a:pt x="1826390" y="272994"/>
                </a:lnTo>
                <a:lnTo>
                  <a:pt x="1798173" y="199874"/>
                </a:lnTo>
                <a:lnTo>
                  <a:pt x="1774695" y="160462"/>
                </a:lnTo>
                <a:lnTo>
                  <a:pt x="1746666" y="124466"/>
                </a:lnTo>
                <a:lnTo>
                  <a:pt x="1714464" y="92264"/>
                </a:lnTo>
                <a:lnTo>
                  <a:pt x="1678468" y="64236"/>
                </a:lnTo>
                <a:lnTo>
                  <a:pt x="1639057" y="40758"/>
                </a:lnTo>
                <a:lnTo>
                  <a:pt x="1596607" y="22210"/>
                </a:lnTo>
                <a:lnTo>
                  <a:pt x="1520600" y="6580"/>
                </a:lnTo>
                <a:lnTo>
                  <a:pt x="1472353" y="2776"/>
                </a:lnTo>
                <a:lnTo>
                  <a:pt x="1416089" y="822"/>
                </a:lnTo>
                <a:lnTo>
                  <a:pt x="1275949" y="0"/>
                </a:lnTo>
                <a:close/>
              </a:path>
            </a:pathLst>
          </a:custGeom>
          <a:solidFill>
            <a:srgbClr val="F4DC1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4" name="Google Shape;94;p2"/>
          <p:cNvSpPr txBox="1"/>
          <p:nvPr/>
        </p:nvSpPr>
        <p:spPr>
          <a:xfrm>
            <a:off x="8257345" y="1746499"/>
            <a:ext cx="1320165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Click event</a:t>
            </a:r>
            <a:endParaRPr sz="20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"/>
          <p:cNvSpPr txBox="1"/>
          <p:nvPr>
            <p:ph type="title"/>
          </p:nvPr>
        </p:nvSpPr>
        <p:spPr>
          <a:xfrm>
            <a:off x="603308" y="259543"/>
            <a:ext cx="111251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BUBBLING AND CAPTURING</a:t>
            </a:r>
            <a:endParaRPr/>
          </a:p>
        </p:txBody>
      </p:sp>
      <p:pic>
        <p:nvPicPr>
          <p:cNvPr id="97" name="Google Shape;9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63648" y="5685690"/>
            <a:ext cx="907119" cy="9071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" name="Google Shape;98;p2"/>
          <p:cNvGrpSpPr/>
          <p:nvPr/>
        </p:nvGrpSpPr>
        <p:grpSpPr>
          <a:xfrm>
            <a:off x="16225862" y="5071322"/>
            <a:ext cx="3253860" cy="2170540"/>
            <a:chOff x="16225862" y="5071322"/>
            <a:chExt cx="3253860" cy="2170540"/>
          </a:xfrm>
        </p:grpSpPr>
        <p:pic>
          <p:nvPicPr>
            <p:cNvPr id="99" name="Google Shape;99;p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6225862" y="5071322"/>
              <a:ext cx="3253860" cy="11340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" name="Google Shape;100;p2"/>
            <p:cNvSpPr/>
            <p:nvPr/>
          </p:nvSpPr>
          <p:spPr>
            <a:xfrm>
              <a:off x="17624667" y="5258510"/>
              <a:ext cx="1097280" cy="310515"/>
            </a:xfrm>
            <a:custGeom>
              <a:rect b="b" l="l" r="r" t="t"/>
              <a:pathLst>
                <a:path extrusionOk="0" h="310514" w="1097280">
                  <a:moveTo>
                    <a:pt x="0" y="0"/>
                  </a:moveTo>
                  <a:lnTo>
                    <a:pt x="1096762" y="0"/>
                  </a:lnTo>
                  <a:lnTo>
                    <a:pt x="1096762" y="310011"/>
                  </a:lnTo>
                  <a:lnTo>
                    <a:pt x="0" y="31001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73275">
              <a:solidFill>
                <a:srgbClr val="77D1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7852797" y="6048061"/>
              <a:ext cx="0" cy="241300"/>
            </a:xfrm>
            <a:custGeom>
              <a:rect b="b" l="l" r="r" t="t"/>
              <a:pathLst>
                <a:path extrusionOk="0" h="241300" w="120000">
                  <a:moveTo>
                    <a:pt x="0" y="0"/>
                  </a:moveTo>
                  <a:lnTo>
                    <a:pt x="0" y="209879"/>
                  </a:lnTo>
                  <a:lnTo>
                    <a:pt x="0" y="241291"/>
                  </a:lnTo>
                </a:path>
              </a:pathLst>
            </a:custGeom>
            <a:noFill/>
            <a:ln cap="flat" cmpd="sng" w="6282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02" name="Google Shape;102;p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7009890" y="6540313"/>
              <a:ext cx="1685812" cy="7015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2"/>
            <p:cNvSpPr/>
            <p:nvPr/>
          </p:nvSpPr>
          <p:spPr>
            <a:xfrm>
              <a:off x="17727146" y="6257940"/>
              <a:ext cx="251460" cy="251460"/>
            </a:xfrm>
            <a:custGeom>
              <a:rect b="b" l="l" r="r" t="t"/>
              <a:pathLst>
                <a:path extrusionOk="0" h="251459" w="251459">
                  <a:moveTo>
                    <a:pt x="251301" y="0"/>
                  </a:moveTo>
                  <a:lnTo>
                    <a:pt x="0" y="0"/>
                  </a:lnTo>
                  <a:lnTo>
                    <a:pt x="125650" y="251301"/>
                  </a:lnTo>
                  <a:lnTo>
                    <a:pt x="251301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04" name="Google Shape;104;p2"/>
          <p:cNvGrpSpPr/>
          <p:nvPr/>
        </p:nvGrpSpPr>
        <p:grpSpPr>
          <a:xfrm>
            <a:off x="16225862" y="8299255"/>
            <a:ext cx="3253860" cy="2304491"/>
            <a:chOff x="16225862" y="8299255"/>
            <a:chExt cx="3253860" cy="2304491"/>
          </a:xfrm>
        </p:grpSpPr>
        <p:pic>
          <p:nvPicPr>
            <p:cNvPr id="105" name="Google Shape;105;p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6225862" y="8299255"/>
              <a:ext cx="3253860" cy="12165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" name="Google Shape;106;p2"/>
            <p:cNvSpPr/>
            <p:nvPr/>
          </p:nvSpPr>
          <p:spPr>
            <a:xfrm>
              <a:off x="17614197" y="8510203"/>
              <a:ext cx="581025" cy="310515"/>
            </a:xfrm>
            <a:custGeom>
              <a:rect b="b" l="l" r="r" t="t"/>
              <a:pathLst>
                <a:path extrusionOk="0" h="310515" w="581025">
                  <a:moveTo>
                    <a:pt x="0" y="0"/>
                  </a:moveTo>
                  <a:lnTo>
                    <a:pt x="580981" y="0"/>
                  </a:lnTo>
                  <a:lnTo>
                    <a:pt x="580981" y="310011"/>
                  </a:lnTo>
                  <a:lnTo>
                    <a:pt x="0" y="31001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73275">
              <a:solidFill>
                <a:srgbClr val="FE57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17904690" y="9399132"/>
              <a:ext cx="0" cy="241300"/>
            </a:xfrm>
            <a:custGeom>
              <a:rect b="b" l="l" r="r" t="t"/>
              <a:pathLst>
                <a:path extrusionOk="0" h="241300" w="120000">
                  <a:moveTo>
                    <a:pt x="0" y="0"/>
                  </a:moveTo>
                  <a:lnTo>
                    <a:pt x="0" y="209879"/>
                  </a:lnTo>
                  <a:lnTo>
                    <a:pt x="0" y="241291"/>
                  </a:lnTo>
                </a:path>
              </a:pathLst>
            </a:custGeom>
            <a:noFill/>
            <a:ln cap="flat" cmpd="sng" w="6282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08" name="Google Shape;108;p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7009890" y="9902197"/>
              <a:ext cx="1685812" cy="7015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" name="Google Shape;109;p2"/>
            <p:cNvSpPr/>
            <p:nvPr/>
          </p:nvSpPr>
          <p:spPr>
            <a:xfrm>
              <a:off x="17779040" y="9609012"/>
              <a:ext cx="251460" cy="251460"/>
            </a:xfrm>
            <a:custGeom>
              <a:rect b="b" l="l" r="r" t="t"/>
              <a:pathLst>
                <a:path extrusionOk="0" h="251459" w="251459">
                  <a:moveTo>
                    <a:pt x="251301" y="0"/>
                  </a:moveTo>
                  <a:lnTo>
                    <a:pt x="0" y="0"/>
                  </a:lnTo>
                  <a:lnTo>
                    <a:pt x="125650" y="251301"/>
                  </a:lnTo>
                  <a:lnTo>
                    <a:pt x="251301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0" name="Google Shape;110;p2"/>
          <p:cNvSpPr txBox="1"/>
          <p:nvPr/>
        </p:nvSpPr>
        <p:spPr>
          <a:xfrm>
            <a:off x="1492703" y="9909696"/>
            <a:ext cx="3218180" cy="808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568960" lvl="0" marL="581025" marR="5080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(THIS DOES NOT HAPPEN ON </a:t>
            </a:r>
            <a:r>
              <a:rPr b="1" i="1" lang="en-US" sz="21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ALL </a:t>
            </a:r>
            <a:r>
              <a:rPr b="1"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EVENTS)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7481" y="0"/>
            <a:ext cx="11936618" cy="1130855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 txBox="1"/>
          <p:nvPr/>
        </p:nvSpPr>
        <p:spPr>
          <a:xfrm>
            <a:off x="10280650" y="2517449"/>
            <a:ext cx="9525000" cy="6245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9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SECTION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905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ADVANCED DOM AND EVENTS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779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7780" marR="5080" rtl="0" algn="l">
              <a:lnSpc>
                <a:spcPct val="103529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EFFICIENT SCRIPT LOADING: DEFER AND ASYNC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19351" y="9716310"/>
            <a:ext cx="1159328" cy="1159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4079" y="3896837"/>
            <a:ext cx="6558797" cy="3347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4"/>
          <p:cNvGrpSpPr/>
          <p:nvPr/>
        </p:nvGrpSpPr>
        <p:grpSpPr>
          <a:xfrm>
            <a:off x="0" y="8477543"/>
            <a:ext cx="20104100" cy="2830830"/>
            <a:chOff x="0" y="8477543"/>
            <a:chExt cx="20104100" cy="2830830"/>
          </a:xfrm>
        </p:grpSpPr>
        <p:sp>
          <p:nvSpPr>
            <p:cNvPr id="124" name="Google Shape;124;p4"/>
            <p:cNvSpPr/>
            <p:nvPr/>
          </p:nvSpPr>
          <p:spPr>
            <a:xfrm>
              <a:off x="0" y="8477543"/>
              <a:ext cx="20104100" cy="2830830"/>
            </a:xfrm>
            <a:custGeom>
              <a:rect b="b" l="l" r="r" t="t"/>
              <a:pathLst>
                <a:path extrusionOk="0" h="2830829" w="20104100">
                  <a:moveTo>
                    <a:pt x="20104099" y="0"/>
                  </a:moveTo>
                  <a:lnTo>
                    <a:pt x="0" y="0"/>
                  </a:lnTo>
                  <a:lnTo>
                    <a:pt x="0" y="2830437"/>
                  </a:lnTo>
                  <a:lnTo>
                    <a:pt x="20104099" y="2830437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25" name="Google Shape;125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8139" y="9266131"/>
              <a:ext cx="2497197" cy="8344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4"/>
          <p:cNvSpPr txBox="1"/>
          <p:nvPr/>
        </p:nvSpPr>
        <p:spPr>
          <a:xfrm>
            <a:off x="1271670" y="9358157"/>
            <a:ext cx="979805" cy="591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DEFER</a:t>
            </a:r>
            <a:endParaRPr sz="37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Google Shape;127;p4"/>
          <p:cNvGrpSpPr/>
          <p:nvPr/>
        </p:nvGrpSpPr>
        <p:grpSpPr>
          <a:xfrm>
            <a:off x="176012" y="10297731"/>
            <a:ext cx="3161452" cy="355605"/>
            <a:chOff x="176012" y="10297731"/>
            <a:chExt cx="3161452" cy="355605"/>
          </a:xfrm>
        </p:grpSpPr>
        <p:pic>
          <p:nvPicPr>
            <p:cNvPr id="128" name="Google Shape;128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6012" y="10314609"/>
              <a:ext cx="3161452" cy="3387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" name="Google Shape;129;p4"/>
            <p:cNvSpPr/>
            <p:nvPr/>
          </p:nvSpPr>
          <p:spPr>
            <a:xfrm>
              <a:off x="940348" y="10297731"/>
              <a:ext cx="735330" cy="355600"/>
            </a:xfrm>
            <a:custGeom>
              <a:rect b="b" l="l" r="r" t="t"/>
              <a:pathLst>
                <a:path extrusionOk="0" h="355600" w="735330">
                  <a:moveTo>
                    <a:pt x="0" y="0"/>
                  </a:moveTo>
                  <a:lnTo>
                    <a:pt x="735079" y="0"/>
                  </a:lnTo>
                  <a:lnTo>
                    <a:pt x="735079" y="355604"/>
                  </a:lnTo>
                  <a:lnTo>
                    <a:pt x="0" y="35560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62825">
              <a:solidFill>
                <a:srgbClr val="F043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130" name="Google Shape;1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139" y="6435694"/>
            <a:ext cx="2497197" cy="83442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 txBox="1"/>
          <p:nvPr/>
        </p:nvSpPr>
        <p:spPr>
          <a:xfrm>
            <a:off x="1202641" y="6527719"/>
            <a:ext cx="1118235" cy="591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ASYNC</a:t>
            </a:r>
            <a:endParaRPr sz="37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" name="Google Shape;132;p4"/>
          <p:cNvGrpSpPr/>
          <p:nvPr/>
        </p:nvGrpSpPr>
        <p:grpSpPr>
          <a:xfrm>
            <a:off x="176012" y="7484170"/>
            <a:ext cx="3161452" cy="360836"/>
            <a:chOff x="176012" y="7484170"/>
            <a:chExt cx="3161452" cy="360836"/>
          </a:xfrm>
        </p:grpSpPr>
        <p:pic>
          <p:nvPicPr>
            <p:cNvPr id="133" name="Google Shape;133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76012" y="7484170"/>
              <a:ext cx="3161452" cy="3493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" name="Google Shape;134;p4"/>
            <p:cNvSpPr/>
            <p:nvPr/>
          </p:nvSpPr>
          <p:spPr>
            <a:xfrm>
              <a:off x="940348" y="7489406"/>
              <a:ext cx="735330" cy="355600"/>
            </a:xfrm>
            <a:custGeom>
              <a:rect b="b" l="l" r="r" t="t"/>
              <a:pathLst>
                <a:path extrusionOk="0" h="355600" w="735330">
                  <a:moveTo>
                    <a:pt x="0" y="0"/>
                  </a:moveTo>
                  <a:lnTo>
                    <a:pt x="735079" y="0"/>
                  </a:lnTo>
                  <a:lnTo>
                    <a:pt x="735079" y="355604"/>
                  </a:lnTo>
                  <a:lnTo>
                    <a:pt x="0" y="35560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62825">
              <a:solidFill>
                <a:srgbClr val="F043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35" name="Google Shape;135;p4"/>
          <p:cNvGrpSpPr/>
          <p:nvPr/>
        </p:nvGrpSpPr>
        <p:grpSpPr>
          <a:xfrm>
            <a:off x="0" y="2816668"/>
            <a:ext cx="20104100" cy="2830830"/>
            <a:chOff x="0" y="2816668"/>
            <a:chExt cx="20104100" cy="2830830"/>
          </a:xfrm>
        </p:grpSpPr>
        <p:sp>
          <p:nvSpPr>
            <p:cNvPr id="136" name="Google Shape;136;p4"/>
            <p:cNvSpPr/>
            <p:nvPr/>
          </p:nvSpPr>
          <p:spPr>
            <a:xfrm>
              <a:off x="0" y="2816668"/>
              <a:ext cx="20104100" cy="2830830"/>
            </a:xfrm>
            <a:custGeom>
              <a:rect b="b" l="l" r="r" t="t"/>
              <a:pathLst>
                <a:path extrusionOk="0" h="2830829" w="20104100">
                  <a:moveTo>
                    <a:pt x="20104099" y="0"/>
                  </a:moveTo>
                  <a:lnTo>
                    <a:pt x="0" y="0"/>
                  </a:lnTo>
                  <a:lnTo>
                    <a:pt x="0" y="2830437"/>
                  </a:lnTo>
                  <a:lnTo>
                    <a:pt x="20104099" y="2830437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37" name="Google Shape;137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8139" y="3605256"/>
              <a:ext cx="2497197" cy="8344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8" name="Google Shape;138;p4"/>
          <p:cNvSpPr txBox="1"/>
          <p:nvPr/>
        </p:nvSpPr>
        <p:spPr>
          <a:xfrm>
            <a:off x="1044556" y="3697282"/>
            <a:ext cx="1433830" cy="591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REGULAR</a:t>
            </a:r>
            <a:endParaRPr sz="3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5313" y="4664205"/>
            <a:ext cx="2602850" cy="338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4"/>
          <p:cNvSpPr txBox="1"/>
          <p:nvPr>
            <p:ph type="title"/>
          </p:nvPr>
        </p:nvSpPr>
        <p:spPr>
          <a:xfrm>
            <a:off x="603309" y="259543"/>
            <a:ext cx="13763520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DEFER AND ASYNC SCRIPT LOADING</a:t>
            </a:r>
            <a:endParaRPr/>
          </a:p>
        </p:txBody>
      </p:sp>
      <p:pic>
        <p:nvPicPr>
          <p:cNvPr id="142" name="Google Shape;14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8185" y="1661258"/>
            <a:ext cx="2497197" cy="83442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/>
          <p:cNvSpPr txBox="1"/>
          <p:nvPr/>
        </p:nvSpPr>
        <p:spPr>
          <a:xfrm>
            <a:off x="7353100" y="1753283"/>
            <a:ext cx="1174949" cy="58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3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49116" y="1611260"/>
            <a:ext cx="2497197" cy="83442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4"/>
          <p:cNvSpPr txBox="1"/>
          <p:nvPr/>
        </p:nvSpPr>
        <p:spPr>
          <a:xfrm>
            <a:off x="13481050" y="1753283"/>
            <a:ext cx="3048000" cy="58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BODY END</a:t>
            </a:r>
            <a:endParaRPr sz="3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7404672" y="4231887"/>
            <a:ext cx="1045844" cy="631825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179700">
            <a:spAutoFit/>
          </a:bodyPr>
          <a:lstStyle/>
          <a:p>
            <a:pPr indent="0" lvl="0" marL="111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Execute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4176274" y="3600622"/>
            <a:ext cx="1767205" cy="631825"/>
          </a:xfrm>
          <a:prstGeom prst="rect">
            <a:avLst/>
          </a:pr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179700">
            <a:spAutoFit/>
          </a:bodyPr>
          <a:lstStyle/>
          <a:p>
            <a:pPr indent="0" lvl="0" marL="146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Parsing HTML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5943110" y="4231887"/>
            <a:ext cx="1461770" cy="631825"/>
          </a:xfrm>
          <a:prstGeom prst="rect">
            <a:avLst/>
          </a:prstGeom>
          <a:solidFill>
            <a:srgbClr val="77D16B"/>
          </a:solidFill>
          <a:ln>
            <a:noFill/>
          </a:ln>
        </p:spPr>
        <p:txBody>
          <a:bodyPr anchorCtr="0" anchor="t" bIns="0" lIns="0" spcFirstLastPara="1" rIns="0" wrap="square" tIns="179700">
            <a:spAutoFit/>
          </a:bodyPr>
          <a:lstStyle/>
          <a:p>
            <a:pPr indent="0" lvl="0" marL="11683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Fetch script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5943110" y="3600622"/>
            <a:ext cx="2507615" cy="631825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 anchorCtr="0" anchor="t" bIns="0" lIns="0" spcFirstLastPara="1" rIns="0" wrap="square" tIns="179700">
            <a:spAutoFit/>
          </a:bodyPr>
          <a:lstStyle/>
          <a:p>
            <a:pPr indent="0" lvl="0" marL="7639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Waiting...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8450191" y="3600622"/>
            <a:ext cx="2907665" cy="631825"/>
          </a:xfrm>
          <a:prstGeom prst="rect">
            <a:avLst/>
          </a:pr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179700">
            <a:spAutoFit/>
          </a:bodyPr>
          <a:lstStyle/>
          <a:p>
            <a:pPr indent="0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Finish parsing HTML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1" name="Google Shape;151;p4"/>
          <p:cNvGrpSpPr/>
          <p:nvPr/>
        </p:nvGrpSpPr>
        <p:grpSpPr>
          <a:xfrm>
            <a:off x="4207689" y="3600697"/>
            <a:ext cx="7144835" cy="1314309"/>
            <a:chOff x="4207689" y="3600697"/>
            <a:chExt cx="7144835" cy="1314309"/>
          </a:xfrm>
        </p:grpSpPr>
        <p:sp>
          <p:nvSpPr>
            <p:cNvPr id="152" name="Google Shape;152;p4"/>
            <p:cNvSpPr/>
            <p:nvPr/>
          </p:nvSpPr>
          <p:spPr>
            <a:xfrm>
              <a:off x="4207689" y="4826308"/>
              <a:ext cx="836930" cy="635"/>
            </a:xfrm>
            <a:custGeom>
              <a:rect b="b" l="l" r="r" t="t"/>
              <a:pathLst>
                <a:path extrusionOk="0" h="635" w="836929">
                  <a:moveTo>
                    <a:pt x="0" y="0"/>
                  </a:moveTo>
                  <a:lnTo>
                    <a:pt x="815407" y="123"/>
                  </a:lnTo>
                  <a:lnTo>
                    <a:pt x="836349" y="127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" name="Google Shape;153;p4"/>
            <p:cNvSpPr/>
            <p:nvPr/>
          </p:nvSpPr>
          <p:spPr>
            <a:xfrm>
              <a:off x="5023083" y="4738476"/>
              <a:ext cx="176530" cy="176530"/>
            </a:xfrm>
            <a:custGeom>
              <a:rect b="b" l="l" r="r" t="t"/>
              <a:pathLst>
                <a:path extrusionOk="0" h="176529" w="176529">
                  <a:moveTo>
                    <a:pt x="26" y="0"/>
                  </a:moveTo>
                  <a:lnTo>
                    <a:pt x="0" y="175910"/>
                  </a:lnTo>
                  <a:lnTo>
                    <a:pt x="175923" y="87981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" name="Google Shape;154;p4"/>
            <p:cNvSpPr/>
            <p:nvPr/>
          </p:nvSpPr>
          <p:spPr>
            <a:xfrm>
              <a:off x="11347444" y="3600697"/>
              <a:ext cx="5080" cy="1120775"/>
            </a:xfrm>
            <a:custGeom>
              <a:rect b="b" l="l" r="r" t="t"/>
              <a:pathLst>
                <a:path extrusionOk="0" h="1120775" w="5079">
                  <a:moveTo>
                    <a:pt x="4608" y="0"/>
                  </a:moveTo>
                  <a:lnTo>
                    <a:pt x="0" y="1120528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55" name="Google Shape;155;p4"/>
          <p:cNvSpPr txBox="1"/>
          <p:nvPr/>
        </p:nvSpPr>
        <p:spPr>
          <a:xfrm>
            <a:off x="4222473" y="4404026"/>
            <a:ext cx="587375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 sz="1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9329314" y="4485885"/>
            <a:ext cx="1935480" cy="2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F2425D"/>
                </a:solidFill>
                <a:latin typeface="Courier New"/>
                <a:ea typeface="Courier New"/>
                <a:cs typeface="Courier New"/>
                <a:sym typeface="Courier New"/>
              </a:rPr>
              <a:t>DOMContentLoaded</a:t>
            </a:r>
            <a:endParaRPr sz="1550"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157" name="Google Shape;157;p4"/>
          <p:cNvGraphicFramePr/>
          <p:nvPr/>
        </p:nvGraphicFramePr>
        <p:xfrm>
          <a:off x="12368198" y="36006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{5B3B6A1D-7AEE-4790-9A9C-3B6D163D35A1}</a:tableStyleId>
              </a:tblPr>
              <a:tblGrid>
                <a:gridCol w="4683750"/>
                <a:gridCol w="1465575"/>
                <a:gridCol w="1028075"/>
              </a:tblGrid>
              <a:tr h="631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Parsing HTML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700" marB="0" marR="0" marL="0">
                    <a:solidFill>
                      <a:srgbClr val="3846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1937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Fetch script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700" marB="0" marR="0" marL="0">
                    <a:solidFill>
                      <a:srgbClr val="77D1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1302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Execute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700" marB="0" marR="0" marL="0">
                    <a:lnR cap="flat" cmpd="sng" w="57150">
                      <a:solidFill>
                        <a:srgbClr val="F2425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DB1D"/>
                    </a:solidFill>
                  </a:tcPr>
                </a:tc>
              </a:tr>
              <a:tr h="5099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90170" rtl="0" algn="r">
                        <a:lnSpc>
                          <a:spcPct val="1161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F2425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DOMContentLoaded</a:t>
                      </a:r>
                      <a:endParaRPr sz="15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725" marB="0" marR="0" marL="0">
                    <a:lnR cap="flat" cmpd="sng" w="57150">
                      <a:solidFill>
                        <a:srgbClr val="F2425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7E7E7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  <p:sp>
        <p:nvSpPr>
          <p:cNvPr id="158" name="Google Shape;158;p4"/>
          <p:cNvSpPr txBox="1"/>
          <p:nvPr/>
        </p:nvSpPr>
        <p:spPr>
          <a:xfrm>
            <a:off x="6260736" y="7062323"/>
            <a:ext cx="1047115" cy="631825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179700">
            <a:spAutoFit/>
          </a:bodyPr>
          <a:lstStyle/>
          <a:p>
            <a:pPr indent="0" lvl="0" marL="1130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Execute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4176274" y="6431059"/>
            <a:ext cx="2084705" cy="631825"/>
          </a:xfrm>
          <a:prstGeom prst="rect">
            <a:avLst/>
          </a:pr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179700">
            <a:spAutoFit/>
          </a:bodyPr>
          <a:lstStyle/>
          <a:p>
            <a:pPr indent="0" lvl="0" marL="3016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Parsing HTML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4794811" y="7062323"/>
            <a:ext cx="1466215" cy="631825"/>
          </a:xfrm>
          <a:prstGeom prst="rect">
            <a:avLst/>
          </a:prstGeom>
          <a:solidFill>
            <a:srgbClr val="77D16B"/>
          </a:solidFill>
          <a:ln>
            <a:noFill/>
          </a:ln>
        </p:spPr>
        <p:txBody>
          <a:bodyPr anchorCtr="0" anchor="t" bIns="0" lIns="0" spcFirstLastPara="1" rIns="0" wrap="square" tIns="179700">
            <a:spAutoFit/>
          </a:bodyPr>
          <a:lstStyle/>
          <a:p>
            <a:pPr indent="0" lvl="0" marL="11937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Fetch script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6260736" y="6431059"/>
            <a:ext cx="1047115" cy="631825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 anchorCtr="0" anchor="t" bIns="0" lIns="0" spcFirstLastPara="1" rIns="0" wrap="square" tIns="179700">
            <a:spAutoFit/>
          </a:bodyPr>
          <a:lstStyle/>
          <a:p>
            <a:pPr indent="0" lvl="0" marL="130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Waiting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7314293" y="6431059"/>
            <a:ext cx="2907665" cy="631825"/>
          </a:xfrm>
          <a:prstGeom prst="rect">
            <a:avLst/>
          </a:pr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179700">
            <a:spAutoFit/>
          </a:bodyPr>
          <a:lstStyle/>
          <a:p>
            <a:pPr indent="0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Finish parsing HTML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10203570" y="6431059"/>
            <a:ext cx="5080" cy="1120775"/>
          </a:xfrm>
          <a:custGeom>
            <a:rect b="b" l="l" r="r" t="t"/>
            <a:pathLst>
              <a:path extrusionOk="0" h="1120775" w="5079">
                <a:moveTo>
                  <a:pt x="4608" y="0"/>
                </a:moveTo>
                <a:lnTo>
                  <a:pt x="0" y="1120528"/>
                </a:lnTo>
              </a:path>
            </a:pathLst>
          </a:custGeom>
          <a:noFill/>
          <a:ln cap="flat" cmpd="sng" w="41875">
            <a:solidFill>
              <a:srgbClr val="F24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4" name="Google Shape;164;p4"/>
          <p:cNvSpPr txBox="1"/>
          <p:nvPr/>
        </p:nvSpPr>
        <p:spPr>
          <a:xfrm>
            <a:off x="8185433" y="7316247"/>
            <a:ext cx="1935480" cy="2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F2425D"/>
                </a:solidFill>
                <a:latin typeface="Courier New"/>
                <a:ea typeface="Courier New"/>
                <a:cs typeface="Courier New"/>
                <a:sym typeface="Courier New"/>
              </a:rPr>
              <a:t>DOMContentLoaded</a:t>
            </a:r>
            <a:endParaRPr sz="15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9153365" y="9261496"/>
            <a:ext cx="1047115" cy="631825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179700">
            <a:spAutoFit/>
          </a:bodyPr>
          <a:lstStyle/>
          <a:p>
            <a:pPr indent="0" lvl="0" marL="1130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Execute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4176274" y="9261496"/>
            <a:ext cx="4977130" cy="631825"/>
          </a:xfrm>
          <a:prstGeom prst="rect">
            <a:avLst/>
          </a:pr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179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Parsing HTML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4805283" y="9892761"/>
            <a:ext cx="1466215" cy="631825"/>
          </a:xfrm>
          <a:custGeom>
            <a:rect b="b" l="l" r="r" t="t"/>
            <a:pathLst>
              <a:path extrusionOk="0" h="631825" w="1466214">
                <a:moveTo>
                  <a:pt x="1465923" y="0"/>
                </a:moveTo>
                <a:lnTo>
                  <a:pt x="0" y="0"/>
                </a:lnTo>
                <a:lnTo>
                  <a:pt x="0" y="631264"/>
                </a:lnTo>
                <a:lnTo>
                  <a:pt x="1465923" y="631264"/>
                </a:lnTo>
                <a:lnTo>
                  <a:pt x="1465923" y="0"/>
                </a:lnTo>
                <a:close/>
              </a:path>
            </a:pathLst>
          </a:custGeom>
          <a:solidFill>
            <a:srgbClr val="77D16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8" name="Google Shape;168;p4"/>
          <p:cNvSpPr txBox="1"/>
          <p:nvPr/>
        </p:nvSpPr>
        <p:spPr>
          <a:xfrm>
            <a:off x="4912189" y="10058465"/>
            <a:ext cx="1252220" cy="302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Fetch script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9" name="Google Shape;169;p4"/>
          <p:cNvGrpSpPr/>
          <p:nvPr/>
        </p:nvGrpSpPr>
        <p:grpSpPr>
          <a:xfrm>
            <a:off x="10203569" y="9261497"/>
            <a:ext cx="7248097" cy="1120775"/>
            <a:chOff x="10203569" y="9261497"/>
            <a:chExt cx="7248097" cy="1120775"/>
          </a:xfrm>
        </p:grpSpPr>
        <p:sp>
          <p:nvSpPr>
            <p:cNvPr id="170" name="Google Shape;170;p4"/>
            <p:cNvSpPr/>
            <p:nvPr/>
          </p:nvSpPr>
          <p:spPr>
            <a:xfrm>
              <a:off x="10203569" y="9261497"/>
              <a:ext cx="5080" cy="1120775"/>
            </a:xfrm>
            <a:custGeom>
              <a:rect b="b" l="l" r="r" t="t"/>
              <a:pathLst>
                <a:path extrusionOk="0" h="1120775" w="5079">
                  <a:moveTo>
                    <a:pt x="4608" y="0"/>
                  </a:moveTo>
                  <a:lnTo>
                    <a:pt x="0" y="1120528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71" name="Google Shape;171;p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4366829" y="9494018"/>
              <a:ext cx="261772" cy="2617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7158482" y="9490941"/>
              <a:ext cx="293184" cy="2931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3" name="Google Shape;173;p4"/>
          <p:cNvSpPr txBox="1"/>
          <p:nvPr/>
        </p:nvSpPr>
        <p:spPr>
          <a:xfrm>
            <a:off x="8185433" y="10146684"/>
            <a:ext cx="1935480" cy="2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F2425D"/>
                </a:solidFill>
                <a:latin typeface="Courier New"/>
                <a:ea typeface="Courier New"/>
                <a:cs typeface="Courier New"/>
                <a:sym typeface="Courier New"/>
              </a:rPr>
              <a:t>DOMContentLoaded</a:t>
            </a:r>
            <a:endParaRPr sz="155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74" name="Google Shape;17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366830" y="6625584"/>
            <a:ext cx="261772" cy="26177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4"/>
          <p:cNvSpPr txBox="1"/>
          <p:nvPr/>
        </p:nvSpPr>
        <p:spPr>
          <a:xfrm>
            <a:off x="14863129" y="6567923"/>
            <a:ext cx="215963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Makes no sense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158482" y="6622507"/>
            <a:ext cx="293184" cy="29318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4"/>
          <p:cNvSpPr txBox="1"/>
          <p:nvPr/>
        </p:nvSpPr>
        <p:spPr>
          <a:xfrm>
            <a:off x="14863129" y="9436358"/>
            <a:ext cx="215963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Makes no sense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p5"/>
          <p:cNvGrpSpPr/>
          <p:nvPr/>
        </p:nvGrpSpPr>
        <p:grpSpPr>
          <a:xfrm>
            <a:off x="78806" y="0"/>
            <a:ext cx="20104099" cy="11309125"/>
            <a:chOff x="0" y="0"/>
            <a:chExt cx="20104099" cy="11309125"/>
          </a:xfrm>
        </p:grpSpPr>
        <p:sp>
          <p:nvSpPr>
            <p:cNvPr id="183" name="Google Shape;183;p5"/>
            <p:cNvSpPr/>
            <p:nvPr/>
          </p:nvSpPr>
          <p:spPr>
            <a:xfrm>
              <a:off x="6701366" y="1361215"/>
              <a:ext cx="6701790" cy="9947910"/>
            </a:xfrm>
            <a:custGeom>
              <a:rect b="b" l="l" r="r" t="t"/>
              <a:pathLst>
                <a:path extrusionOk="0" h="9947910" w="6701790">
                  <a:moveTo>
                    <a:pt x="6701366" y="0"/>
                  </a:moveTo>
                  <a:lnTo>
                    <a:pt x="0" y="0"/>
                  </a:lnTo>
                  <a:lnTo>
                    <a:pt x="0" y="9947341"/>
                  </a:lnTo>
                  <a:lnTo>
                    <a:pt x="6701366" y="9947341"/>
                  </a:lnTo>
                  <a:lnTo>
                    <a:pt x="6701366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84" name="Google Shape;184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20104099" cy="13612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5" name="Google Shape;185;p5"/>
          <p:cNvSpPr txBox="1"/>
          <p:nvPr>
            <p:ph type="title"/>
          </p:nvPr>
        </p:nvSpPr>
        <p:spPr>
          <a:xfrm>
            <a:off x="603309" y="259543"/>
            <a:ext cx="1271518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REGULAR VS. ASYNC	VS. DEFER</a:t>
            </a:r>
            <a:endParaRPr/>
          </a:p>
        </p:txBody>
      </p:sp>
      <p:grpSp>
        <p:nvGrpSpPr>
          <p:cNvPr id="186" name="Google Shape;186;p5"/>
          <p:cNvGrpSpPr/>
          <p:nvPr/>
        </p:nvGrpSpPr>
        <p:grpSpPr>
          <a:xfrm>
            <a:off x="7357381" y="3033861"/>
            <a:ext cx="2780087" cy="5238753"/>
            <a:chOff x="7357381" y="3033861"/>
            <a:chExt cx="2780087" cy="5238753"/>
          </a:xfrm>
        </p:grpSpPr>
        <p:pic>
          <p:nvPicPr>
            <p:cNvPr id="187" name="Google Shape;187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357381" y="4821842"/>
              <a:ext cx="240830" cy="2408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357381" y="5768663"/>
              <a:ext cx="240830" cy="2408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357381" y="7453791"/>
              <a:ext cx="240830" cy="2408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357381" y="8031784"/>
              <a:ext cx="240830" cy="2408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5"/>
            <p:cNvSpPr/>
            <p:nvPr/>
          </p:nvSpPr>
          <p:spPr>
            <a:xfrm>
              <a:off x="9448611" y="3665125"/>
              <a:ext cx="682625" cy="631825"/>
            </a:xfrm>
            <a:custGeom>
              <a:rect b="b" l="l" r="r" t="t"/>
              <a:pathLst>
                <a:path extrusionOk="0" h="631825" w="682625">
                  <a:moveTo>
                    <a:pt x="682244" y="0"/>
                  </a:moveTo>
                  <a:lnTo>
                    <a:pt x="0" y="0"/>
                  </a:lnTo>
                  <a:lnTo>
                    <a:pt x="0" y="631264"/>
                  </a:lnTo>
                  <a:lnTo>
                    <a:pt x="682244" y="631264"/>
                  </a:lnTo>
                  <a:lnTo>
                    <a:pt x="682244" y="0"/>
                  </a:lnTo>
                  <a:close/>
                </a:path>
              </a:pathLst>
            </a:custGeom>
            <a:solidFill>
              <a:srgbClr val="F4DB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7918298" y="3033861"/>
              <a:ext cx="1524000" cy="631825"/>
            </a:xfrm>
            <a:custGeom>
              <a:rect b="b" l="l" r="r" t="t"/>
              <a:pathLst>
                <a:path extrusionOk="0" h="631825" w="1524000">
                  <a:moveTo>
                    <a:pt x="1523844" y="0"/>
                  </a:moveTo>
                  <a:lnTo>
                    <a:pt x="0" y="0"/>
                  </a:lnTo>
                  <a:lnTo>
                    <a:pt x="0" y="631264"/>
                  </a:lnTo>
                  <a:lnTo>
                    <a:pt x="1523844" y="631264"/>
                  </a:lnTo>
                  <a:lnTo>
                    <a:pt x="1523844" y="0"/>
                  </a:lnTo>
                  <a:close/>
                </a:path>
              </a:pathLst>
            </a:custGeom>
            <a:solidFill>
              <a:srgbClr val="3846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8196916" y="3665125"/>
              <a:ext cx="1245235" cy="631825"/>
            </a:xfrm>
            <a:custGeom>
              <a:rect b="b" l="l" r="r" t="t"/>
              <a:pathLst>
                <a:path extrusionOk="0" h="631825" w="1245234">
                  <a:moveTo>
                    <a:pt x="1245227" y="0"/>
                  </a:moveTo>
                  <a:lnTo>
                    <a:pt x="0" y="0"/>
                  </a:lnTo>
                  <a:lnTo>
                    <a:pt x="0" y="631264"/>
                  </a:lnTo>
                  <a:lnTo>
                    <a:pt x="1245227" y="631264"/>
                  </a:lnTo>
                  <a:lnTo>
                    <a:pt x="1245227" y="0"/>
                  </a:lnTo>
                  <a:close/>
                </a:path>
              </a:pathLst>
            </a:custGeom>
            <a:solidFill>
              <a:srgbClr val="77D16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9442143" y="3033861"/>
              <a:ext cx="695325" cy="631825"/>
            </a:xfrm>
            <a:custGeom>
              <a:rect b="b" l="l" r="r" t="t"/>
              <a:pathLst>
                <a:path extrusionOk="0" h="631825" w="695325">
                  <a:moveTo>
                    <a:pt x="695180" y="0"/>
                  </a:moveTo>
                  <a:lnTo>
                    <a:pt x="0" y="0"/>
                  </a:lnTo>
                  <a:lnTo>
                    <a:pt x="0" y="631264"/>
                  </a:lnTo>
                  <a:lnTo>
                    <a:pt x="695180" y="631264"/>
                  </a:lnTo>
                  <a:lnTo>
                    <a:pt x="695180" y="0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95" name="Google Shape;195;p5"/>
          <p:cNvSpPr txBox="1"/>
          <p:nvPr/>
        </p:nvSpPr>
        <p:spPr>
          <a:xfrm>
            <a:off x="7866383" y="4717219"/>
            <a:ext cx="4737735" cy="397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marR="35941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Scripts are fetched </a:t>
            </a:r>
            <a:r>
              <a:rPr b="1" i="1" lang="en-US" sz="1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asynchronously </a:t>
            </a:r>
            <a:r>
              <a:rPr lang="en-US" sz="19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and executed </a:t>
            </a:r>
            <a:r>
              <a:rPr b="1" i="1" lang="en-US" sz="1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immediately</a:t>
            </a:r>
            <a:endParaRPr sz="19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101600" rtl="0" algn="l">
              <a:lnSpc>
                <a:spcPct val="124100"/>
              </a:lnSpc>
              <a:spcBef>
                <a:spcPts val="1645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Usually the </a:t>
            </a:r>
            <a:r>
              <a:rPr lang="en-US" sz="195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DOMContentLoaded </a:t>
            </a:r>
            <a:r>
              <a:rPr lang="en-US" sz="19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event waits for </a:t>
            </a:r>
            <a:r>
              <a:rPr b="1" i="1" lang="en-US" sz="1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all </a:t>
            </a:r>
            <a:r>
              <a:rPr lang="en-US" sz="19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scripts to execute, except for </a:t>
            </a:r>
            <a:r>
              <a:rPr lang="en-US" sz="195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async </a:t>
            </a:r>
            <a:r>
              <a:rPr lang="en-US" sz="19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scripts. So, </a:t>
            </a:r>
            <a:r>
              <a:rPr lang="en-US" sz="195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DOMContentLoaded </a:t>
            </a:r>
            <a:r>
              <a:rPr lang="en-US" sz="19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does </a:t>
            </a:r>
            <a:r>
              <a:rPr b="1" i="1" lang="en-US" sz="1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not </a:t>
            </a:r>
            <a:r>
              <a:rPr lang="en-US" sz="19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wait for an </a:t>
            </a:r>
            <a:r>
              <a:rPr lang="en-US" sz="195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async </a:t>
            </a:r>
            <a:r>
              <a:rPr lang="en-US" sz="19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script</a:t>
            </a:r>
            <a:endParaRPr sz="19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2215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Scripts </a:t>
            </a:r>
            <a:r>
              <a:rPr b="1" i="1" lang="en-US" sz="1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not </a:t>
            </a:r>
            <a:r>
              <a:rPr lang="en-US" sz="19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guaranteed to execute in order</a:t>
            </a:r>
            <a:endParaRPr sz="1950">
              <a:latin typeface="Arial"/>
              <a:ea typeface="Arial"/>
              <a:cs typeface="Arial"/>
              <a:sym typeface="Arial"/>
            </a:endParaRPr>
          </a:p>
          <a:p>
            <a:pPr indent="0" lvl="0" marL="0" marR="474344" rtl="0" algn="l">
              <a:lnSpc>
                <a:spcPct val="124000"/>
              </a:lnSpc>
              <a:spcBef>
                <a:spcPts val="165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F2425E"/>
                </a:solidFill>
                <a:latin typeface="Arial"/>
                <a:ea typeface="Arial"/>
                <a:cs typeface="Arial"/>
                <a:sym typeface="Arial"/>
              </a:rPr>
              <a:t>Use for 3rd-party scripts where order doesn’t matter (e.g. Google Analytics)</a:t>
            </a:r>
            <a:endParaRPr sz="1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8042627" y="3199564"/>
            <a:ext cx="199263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Parse HTML	Wait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487044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Fetch	Run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10130856" y="3033861"/>
            <a:ext cx="2055495" cy="631825"/>
          </a:xfrm>
          <a:custGeom>
            <a:rect b="b" l="l" r="r" t="t"/>
            <a:pathLst>
              <a:path extrusionOk="0" h="631825" w="2055495">
                <a:moveTo>
                  <a:pt x="2054943" y="0"/>
                </a:moveTo>
                <a:lnTo>
                  <a:pt x="0" y="0"/>
                </a:lnTo>
                <a:lnTo>
                  <a:pt x="0" y="631264"/>
                </a:lnTo>
                <a:lnTo>
                  <a:pt x="2054943" y="631264"/>
                </a:lnTo>
                <a:lnTo>
                  <a:pt x="2054943" y="0"/>
                </a:lnTo>
                <a:close/>
              </a:path>
            </a:pathLst>
          </a:cu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8" name="Google Shape;198;p5"/>
          <p:cNvSpPr txBox="1"/>
          <p:nvPr/>
        </p:nvSpPr>
        <p:spPr>
          <a:xfrm>
            <a:off x="10520737" y="3199564"/>
            <a:ext cx="1287780" cy="302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Parse HTML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12181189" y="3033860"/>
            <a:ext cx="5080" cy="1120775"/>
          </a:xfrm>
          <a:custGeom>
            <a:rect b="b" l="l" r="r" t="t"/>
            <a:pathLst>
              <a:path extrusionOk="0" h="1120775" w="5079">
                <a:moveTo>
                  <a:pt x="4608" y="0"/>
                </a:moveTo>
                <a:lnTo>
                  <a:pt x="0" y="1120528"/>
                </a:lnTo>
              </a:path>
            </a:pathLst>
          </a:custGeom>
          <a:noFill/>
          <a:ln cap="flat" cmpd="sng" w="41875">
            <a:solidFill>
              <a:srgbClr val="F24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0" name="Google Shape;200;p5"/>
          <p:cNvSpPr txBox="1"/>
          <p:nvPr/>
        </p:nvSpPr>
        <p:spPr>
          <a:xfrm>
            <a:off x="10276274" y="3927142"/>
            <a:ext cx="1822450" cy="252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F2425D"/>
                </a:solidFill>
                <a:latin typeface="Courier New"/>
                <a:ea typeface="Courier New"/>
                <a:cs typeface="Courier New"/>
                <a:sym typeface="Courier New"/>
              </a:rPr>
              <a:t>DOMContentLoaded</a:t>
            </a:r>
            <a:endParaRPr sz="14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1" name="Google Shape;201;p5"/>
          <p:cNvSpPr txBox="1"/>
          <p:nvPr/>
        </p:nvSpPr>
        <p:spPr>
          <a:xfrm>
            <a:off x="18177854" y="3033861"/>
            <a:ext cx="682625" cy="631825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179700">
            <a:spAutoFit/>
          </a:bodyPr>
          <a:lstStyle/>
          <a:p>
            <a:pPr indent="0" lvl="0" marL="1346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Run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14592602" y="3033861"/>
            <a:ext cx="3585845" cy="631825"/>
          </a:xfrm>
          <a:prstGeom prst="rect">
            <a:avLst/>
          </a:pr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179700">
            <a:spAutoFit/>
          </a:bodyPr>
          <a:lstStyle/>
          <a:p>
            <a:pPr indent="0" lvl="0" marL="11544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Parse HTML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14871211" y="3665125"/>
            <a:ext cx="1245235" cy="631825"/>
          </a:xfrm>
          <a:custGeom>
            <a:rect b="b" l="l" r="r" t="t"/>
            <a:pathLst>
              <a:path extrusionOk="0" h="631825" w="1245234">
                <a:moveTo>
                  <a:pt x="1245227" y="0"/>
                </a:moveTo>
                <a:lnTo>
                  <a:pt x="0" y="0"/>
                </a:lnTo>
                <a:lnTo>
                  <a:pt x="0" y="631264"/>
                </a:lnTo>
                <a:lnTo>
                  <a:pt x="1245227" y="631264"/>
                </a:lnTo>
                <a:lnTo>
                  <a:pt x="1245227" y="0"/>
                </a:lnTo>
                <a:close/>
              </a:path>
            </a:pathLst>
          </a:custGeom>
          <a:solidFill>
            <a:srgbClr val="77D16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4" name="Google Shape;204;p5"/>
          <p:cNvSpPr txBox="1"/>
          <p:nvPr/>
        </p:nvSpPr>
        <p:spPr>
          <a:xfrm>
            <a:off x="15191779" y="3830829"/>
            <a:ext cx="604520" cy="302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Fetch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5" name="Google Shape;205;p5"/>
          <p:cNvGrpSpPr/>
          <p:nvPr/>
        </p:nvGrpSpPr>
        <p:grpSpPr>
          <a:xfrm>
            <a:off x="11705371" y="3033860"/>
            <a:ext cx="7164035" cy="7577295"/>
            <a:chOff x="11705371" y="3033860"/>
            <a:chExt cx="7164035" cy="7577295"/>
          </a:xfrm>
        </p:grpSpPr>
        <p:sp>
          <p:nvSpPr>
            <p:cNvPr id="206" name="Google Shape;206;p5"/>
            <p:cNvSpPr/>
            <p:nvPr/>
          </p:nvSpPr>
          <p:spPr>
            <a:xfrm>
              <a:off x="18864326" y="3033860"/>
              <a:ext cx="5080" cy="1120775"/>
            </a:xfrm>
            <a:custGeom>
              <a:rect b="b" l="l" r="r" t="t"/>
              <a:pathLst>
                <a:path extrusionOk="0" h="1120775" w="5080">
                  <a:moveTo>
                    <a:pt x="4608" y="0"/>
                  </a:moveTo>
                  <a:lnTo>
                    <a:pt x="0" y="1120528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" name="Google Shape;207;p5"/>
            <p:cNvSpPr/>
            <p:nvPr/>
          </p:nvSpPr>
          <p:spPr>
            <a:xfrm>
              <a:off x="11705371" y="9979330"/>
              <a:ext cx="682625" cy="631825"/>
            </a:xfrm>
            <a:custGeom>
              <a:rect b="b" l="l" r="r" t="t"/>
              <a:pathLst>
                <a:path extrusionOk="0" h="631825" w="682625">
                  <a:moveTo>
                    <a:pt x="682244" y="0"/>
                  </a:moveTo>
                  <a:lnTo>
                    <a:pt x="0" y="0"/>
                  </a:lnTo>
                  <a:lnTo>
                    <a:pt x="0" y="631264"/>
                  </a:lnTo>
                  <a:lnTo>
                    <a:pt x="682244" y="631264"/>
                  </a:lnTo>
                  <a:lnTo>
                    <a:pt x="682244" y="0"/>
                  </a:lnTo>
                  <a:close/>
                </a:path>
              </a:pathLst>
            </a:custGeom>
            <a:solidFill>
              <a:srgbClr val="F4DB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08" name="Google Shape;208;p5"/>
          <p:cNvSpPr txBox="1"/>
          <p:nvPr/>
        </p:nvSpPr>
        <p:spPr>
          <a:xfrm>
            <a:off x="16946709" y="3927142"/>
            <a:ext cx="1835150" cy="252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F2425D"/>
                </a:solidFill>
                <a:latin typeface="Courier New"/>
                <a:ea typeface="Courier New"/>
                <a:cs typeface="Courier New"/>
                <a:sym typeface="Courier New"/>
              </a:rPr>
              <a:t>DOMContentLoaded</a:t>
            </a:r>
            <a:endParaRPr sz="1450"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209" name="Google Shape;209;p5"/>
          <p:cNvGraphicFramePr/>
          <p:nvPr/>
        </p:nvGraphicFramePr>
        <p:xfrm>
          <a:off x="571074" y="30338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{5B3B6A1D-7AEE-4790-9A9C-3B6D163D35A1}</a:tableStyleId>
              </a:tblPr>
              <a:tblGrid>
                <a:gridCol w="3585200"/>
                <a:gridCol w="1245225"/>
                <a:gridCol w="689600"/>
              </a:tblGrid>
              <a:tr h="631200">
                <a:tc>
                  <a:txBody>
                    <a:bodyPr/>
                    <a:lstStyle/>
                    <a:p>
                      <a:pPr indent="0" lvl="0" marL="115443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Parse HTML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700" marB="0" marR="0" marL="0">
                    <a:solidFill>
                      <a:srgbClr val="3846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327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Fetch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700" marB="0" marR="0" marL="0">
                    <a:solidFill>
                      <a:srgbClr val="77D1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346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Run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9700" marB="0" marR="0" marL="0">
                    <a:lnR cap="flat" cmpd="sng" w="57150">
                      <a:solidFill>
                        <a:srgbClr val="F2425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4DB1D"/>
                    </a:solidFill>
                  </a:tcPr>
                </a:tc>
              </a:tr>
              <a:tr h="50990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3612515" marR="0" rtl="0" algn="l">
                        <a:lnSpc>
                          <a:spcPct val="1186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50" u="none" cap="none" strike="noStrike">
                          <a:solidFill>
                            <a:srgbClr val="F2425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DOMContentLoaded</a:t>
                      </a:r>
                      <a:endParaRPr sz="14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1275" marB="0" marR="0" marL="0">
                    <a:lnR cap="flat" cmpd="sng" w="57150">
                      <a:solidFill>
                        <a:srgbClr val="F2425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hMerge="1"/>
                <a:tc hMerge="1"/>
              </a:tr>
            </a:tbl>
          </a:graphicData>
        </a:graphic>
      </p:graphicFrame>
      <p:sp>
        <p:nvSpPr>
          <p:cNvPr id="210" name="Google Shape;210;p5"/>
          <p:cNvSpPr txBox="1"/>
          <p:nvPr/>
        </p:nvSpPr>
        <p:spPr>
          <a:xfrm>
            <a:off x="11840309" y="10145035"/>
            <a:ext cx="424815" cy="302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Run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7716488" y="9348065"/>
            <a:ext cx="3585845" cy="631825"/>
          </a:xfrm>
          <a:custGeom>
            <a:rect b="b" l="l" r="r" t="t"/>
            <a:pathLst>
              <a:path extrusionOk="0" h="631825" w="3585845">
                <a:moveTo>
                  <a:pt x="3585255" y="0"/>
                </a:moveTo>
                <a:lnTo>
                  <a:pt x="0" y="0"/>
                </a:lnTo>
                <a:lnTo>
                  <a:pt x="0" y="631264"/>
                </a:lnTo>
                <a:lnTo>
                  <a:pt x="3585255" y="631264"/>
                </a:lnTo>
                <a:lnTo>
                  <a:pt x="3585255" y="0"/>
                </a:lnTo>
                <a:close/>
              </a:path>
            </a:pathLst>
          </a:cu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2" name="Google Shape;212;p5"/>
          <p:cNvSpPr txBox="1"/>
          <p:nvPr/>
        </p:nvSpPr>
        <p:spPr>
          <a:xfrm>
            <a:off x="8871521" y="9513768"/>
            <a:ext cx="1287780" cy="302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Parse HTML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7995105" y="9979331"/>
            <a:ext cx="3710304" cy="631825"/>
          </a:xfrm>
          <a:custGeom>
            <a:rect b="b" l="l" r="r" t="t"/>
            <a:pathLst>
              <a:path extrusionOk="0" h="631825" w="3710304">
                <a:moveTo>
                  <a:pt x="3710262" y="0"/>
                </a:moveTo>
                <a:lnTo>
                  <a:pt x="0" y="0"/>
                </a:lnTo>
                <a:lnTo>
                  <a:pt x="0" y="631264"/>
                </a:lnTo>
                <a:lnTo>
                  <a:pt x="3710262" y="631264"/>
                </a:lnTo>
                <a:lnTo>
                  <a:pt x="3710262" y="0"/>
                </a:lnTo>
                <a:close/>
              </a:path>
            </a:pathLst>
          </a:custGeom>
          <a:solidFill>
            <a:srgbClr val="77D16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4" name="Google Shape;214;p5"/>
          <p:cNvSpPr txBox="1"/>
          <p:nvPr/>
        </p:nvSpPr>
        <p:spPr>
          <a:xfrm>
            <a:off x="9560881" y="10145035"/>
            <a:ext cx="591820" cy="302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Fetch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5" name="Google Shape;215;p5"/>
          <p:cNvGrpSpPr/>
          <p:nvPr/>
        </p:nvGrpSpPr>
        <p:grpSpPr>
          <a:xfrm>
            <a:off x="8418064" y="1715738"/>
            <a:ext cx="3267971" cy="9245228"/>
            <a:chOff x="8418064" y="1715738"/>
            <a:chExt cx="3267971" cy="9245228"/>
          </a:xfrm>
        </p:grpSpPr>
        <p:sp>
          <p:nvSpPr>
            <p:cNvPr id="216" name="Google Shape;216;p5"/>
            <p:cNvSpPr/>
            <p:nvPr/>
          </p:nvSpPr>
          <p:spPr>
            <a:xfrm>
              <a:off x="11297132" y="9348066"/>
              <a:ext cx="5080" cy="1612900"/>
            </a:xfrm>
            <a:custGeom>
              <a:rect b="b" l="l" r="r" t="t"/>
              <a:pathLst>
                <a:path extrusionOk="0" h="1612900" w="5079">
                  <a:moveTo>
                    <a:pt x="4608" y="0"/>
                  </a:moveTo>
                  <a:lnTo>
                    <a:pt x="0" y="1612659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17" name="Google Shape;217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418064" y="1715738"/>
              <a:ext cx="3267971" cy="8344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5"/>
          <p:cNvSpPr txBox="1"/>
          <p:nvPr/>
        </p:nvSpPr>
        <p:spPr>
          <a:xfrm>
            <a:off x="9392219" y="10754421"/>
            <a:ext cx="1822450" cy="252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F2425D"/>
                </a:solidFill>
                <a:latin typeface="Courier New"/>
                <a:ea typeface="Courier New"/>
                <a:cs typeface="Courier New"/>
                <a:sym typeface="Courier New"/>
              </a:rPr>
              <a:t>DOMContentLoaded</a:t>
            </a:r>
            <a:endParaRPr sz="14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9" name="Google Shape;219;p5"/>
          <p:cNvSpPr txBox="1"/>
          <p:nvPr/>
        </p:nvSpPr>
        <p:spPr>
          <a:xfrm>
            <a:off x="8474167" y="1769759"/>
            <a:ext cx="4374893" cy="58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ASYNC IN HEAD</a:t>
            </a:r>
            <a:endParaRPr sz="3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92367" y="1715738"/>
            <a:ext cx="3267971" cy="834424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5"/>
          <p:cNvSpPr txBox="1"/>
          <p:nvPr/>
        </p:nvSpPr>
        <p:spPr>
          <a:xfrm>
            <a:off x="15136642" y="1833975"/>
            <a:ext cx="4889641" cy="58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DEFER IN	HEAD</a:t>
            </a:r>
            <a:endParaRPr sz="3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6697" y="1715738"/>
            <a:ext cx="3267971" cy="83442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5"/>
          <p:cNvSpPr txBox="1"/>
          <p:nvPr/>
        </p:nvSpPr>
        <p:spPr>
          <a:xfrm>
            <a:off x="2048933" y="1807762"/>
            <a:ext cx="3310937" cy="58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END OF BODY</a:t>
            </a:r>
            <a:endParaRPr sz="3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 txBox="1"/>
          <p:nvPr/>
        </p:nvSpPr>
        <p:spPr>
          <a:xfrm>
            <a:off x="18377293" y="9979331"/>
            <a:ext cx="682625" cy="631825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179700">
            <a:spAutoFit/>
          </a:bodyPr>
          <a:lstStyle/>
          <a:p>
            <a:pPr indent="0" lvl="0" marL="1346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Run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5"/>
          <p:cNvSpPr txBox="1"/>
          <p:nvPr/>
        </p:nvSpPr>
        <p:spPr>
          <a:xfrm>
            <a:off x="14388420" y="9348065"/>
            <a:ext cx="3585845" cy="631825"/>
          </a:xfrm>
          <a:prstGeom prst="rect">
            <a:avLst/>
          </a:pr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179700">
            <a:spAutoFit/>
          </a:bodyPr>
          <a:lstStyle/>
          <a:p>
            <a:pPr indent="0" lvl="0" marL="11544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Parse HTML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5"/>
          <p:cNvSpPr txBox="1"/>
          <p:nvPr/>
        </p:nvSpPr>
        <p:spPr>
          <a:xfrm>
            <a:off x="14667030" y="9979331"/>
            <a:ext cx="3710304" cy="631825"/>
          </a:xfrm>
          <a:prstGeom prst="rect">
            <a:avLst/>
          </a:prstGeom>
          <a:solidFill>
            <a:srgbClr val="77D16B"/>
          </a:solidFill>
          <a:ln>
            <a:noFill/>
          </a:ln>
        </p:spPr>
        <p:txBody>
          <a:bodyPr anchorCtr="0" anchor="t" bIns="0" lIns="0" spcFirstLastPara="1" rIns="0" wrap="square" tIns="179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Fetch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7" name="Google Shape;227;p5"/>
          <p:cNvGrpSpPr/>
          <p:nvPr/>
        </p:nvGrpSpPr>
        <p:grpSpPr>
          <a:xfrm>
            <a:off x="713190" y="4821842"/>
            <a:ext cx="18360398" cy="6139124"/>
            <a:chOff x="713190" y="4821842"/>
            <a:chExt cx="18360398" cy="6139124"/>
          </a:xfrm>
        </p:grpSpPr>
        <p:sp>
          <p:nvSpPr>
            <p:cNvPr id="228" name="Google Shape;228;p5"/>
            <p:cNvSpPr/>
            <p:nvPr/>
          </p:nvSpPr>
          <p:spPr>
            <a:xfrm>
              <a:off x="19068508" y="9348066"/>
              <a:ext cx="5080" cy="1612900"/>
            </a:xfrm>
            <a:custGeom>
              <a:rect b="b" l="l" r="r" t="t"/>
              <a:pathLst>
                <a:path extrusionOk="0" h="1612900" w="5080">
                  <a:moveTo>
                    <a:pt x="4608" y="0"/>
                  </a:moveTo>
                  <a:lnTo>
                    <a:pt x="0" y="1612659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29" name="Google Shape;229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13190" y="4821842"/>
              <a:ext cx="240830" cy="2408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13190" y="5768410"/>
              <a:ext cx="240830" cy="2408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084031" y="4821842"/>
              <a:ext cx="240830" cy="2408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084031" y="6137238"/>
              <a:ext cx="240830" cy="2408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" name="Google Shape;233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084031" y="7084661"/>
              <a:ext cx="240830" cy="2408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4" name="Google Shape;234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084031" y="7662654"/>
              <a:ext cx="240830" cy="24083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5" name="Google Shape;235;p5"/>
          <p:cNvSpPr txBox="1"/>
          <p:nvPr/>
        </p:nvSpPr>
        <p:spPr>
          <a:xfrm>
            <a:off x="17150892" y="10754421"/>
            <a:ext cx="1835150" cy="252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50">
                <a:solidFill>
                  <a:srgbClr val="F2425D"/>
                </a:solidFill>
                <a:latin typeface="Courier New"/>
                <a:ea typeface="Courier New"/>
                <a:cs typeface="Courier New"/>
                <a:sym typeface="Courier New"/>
              </a:rPr>
              <a:t>DOMContentLoaded</a:t>
            </a:r>
            <a:endParaRPr sz="145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6" name="Google Shape;236;p5"/>
          <p:cNvSpPr txBox="1"/>
          <p:nvPr/>
        </p:nvSpPr>
        <p:spPr>
          <a:xfrm>
            <a:off x="1209492" y="4717219"/>
            <a:ext cx="4716145" cy="1341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Scripts are fetched and executed </a:t>
            </a:r>
            <a:r>
              <a:rPr b="1" i="1" lang="en-US" sz="1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after the HTML is completely parsed</a:t>
            </a:r>
            <a:endParaRPr sz="195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21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F2425C"/>
                </a:solidFill>
                <a:latin typeface="Arial"/>
                <a:ea typeface="Arial"/>
                <a:cs typeface="Arial"/>
                <a:sym typeface="Arial"/>
              </a:rPr>
              <a:t>Use if you need to support old browsers</a:t>
            </a:r>
            <a:endParaRPr sz="1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5"/>
          <p:cNvSpPr txBox="1"/>
          <p:nvPr/>
        </p:nvSpPr>
        <p:spPr>
          <a:xfrm>
            <a:off x="14580331" y="4717219"/>
            <a:ext cx="4697730" cy="397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306705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Scripts are fetched </a:t>
            </a:r>
            <a:r>
              <a:rPr b="1" i="1" lang="en-US" sz="1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asynchronously </a:t>
            </a:r>
            <a:r>
              <a:rPr lang="en-US" sz="19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and executed </a:t>
            </a:r>
            <a:r>
              <a:rPr b="1" i="1" lang="en-US" sz="1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after the HTML is completely parsed</a:t>
            </a:r>
            <a:endParaRPr sz="195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21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DOMContentLoaded </a:t>
            </a:r>
            <a:r>
              <a:rPr lang="en-US" sz="19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event fires </a:t>
            </a:r>
            <a:r>
              <a:rPr b="1" i="1" lang="en-US" sz="1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sz="195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defer </a:t>
            </a:r>
            <a:r>
              <a:rPr lang="en-US" sz="19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script is executed</a:t>
            </a:r>
            <a:endParaRPr sz="195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215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Scripts are executed </a:t>
            </a:r>
            <a:r>
              <a:rPr b="1" i="1" lang="en-US" sz="195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in order</a:t>
            </a:r>
            <a:endParaRPr sz="195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24000"/>
              </a:lnSpc>
              <a:spcBef>
                <a:spcPts val="165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This is overall the best solution! Use for your own scripts, and when order matters (e.g. including a library)</a:t>
            </a:r>
            <a:endParaRPr sz="1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5"/>
          <p:cNvSpPr txBox="1"/>
          <p:nvPr/>
        </p:nvSpPr>
        <p:spPr>
          <a:xfrm>
            <a:off x="1146915" y="8904537"/>
            <a:ext cx="4417695" cy="1694814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219700">
            <a:spAutoFit/>
          </a:bodyPr>
          <a:lstStyle/>
          <a:p>
            <a:pPr indent="0" lvl="0" marL="261620" marR="354330" rtl="0" algn="l">
              <a:lnSpc>
                <a:spcPct val="119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You can, of course, use </a:t>
            </a:r>
            <a:r>
              <a:rPr b="1" lang="en-US" sz="16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different strategies for different scripts</a:t>
            </a:r>
            <a:r>
              <a:rPr lang="en-US" sz="16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. Usually a complete web applications includes more than just one script</a:t>
            </a:r>
            <a:endParaRPr sz="16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/>
          <p:nvPr>
            <p:ph type="title"/>
          </p:nvPr>
        </p:nvSpPr>
        <p:spPr>
          <a:xfrm>
            <a:off x="2164926" y="2407550"/>
            <a:ext cx="17166300" cy="20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OBJECT ORIENTED</a:t>
            </a:r>
            <a:endParaRPr sz="1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6"/>
          <p:cNvSpPr txBox="1"/>
          <p:nvPr/>
        </p:nvSpPr>
        <p:spPr>
          <a:xfrm>
            <a:off x="673725" y="4417950"/>
            <a:ext cx="18898500" cy="42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1567180" lvl="0" marL="1579245" marR="5080" rtl="0" algn="l">
              <a:lnSpc>
                <a:spcPct val="10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PROGRAMMING (OOP) WITH JAVASCRIPT</a:t>
            </a:r>
            <a:endParaRPr sz="13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7481" y="0"/>
            <a:ext cx="11936618" cy="1130855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7"/>
          <p:cNvSpPr txBox="1"/>
          <p:nvPr/>
        </p:nvSpPr>
        <p:spPr>
          <a:xfrm>
            <a:off x="10204450" y="2517449"/>
            <a:ext cx="9296400" cy="6940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9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SECTION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9050" marR="5080" rtl="0" algn="l">
              <a:lnSpc>
                <a:spcPct val="103529"/>
              </a:lnSpc>
              <a:spcBef>
                <a:spcPts val="1755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OBJECT ORIENTED PROGRAMMING (OOP) WITH JAVASCRIPT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3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7780" marR="1050290" rtl="0" algn="l">
              <a:lnSpc>
                <a:spcPct val="103529"/>
              </a:lnSpc>
              <a:spcBef>
                <a:spcPts val="1805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WHAT IS OBJECT-ORIENTED PROGRAMMING?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19351" y="9716310"/>
            <a:ext cx="1159328" cy="1159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4079" y="3896837"/>
            <a:ext cx="6558797" cy="3347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8"/>
          <p:cNvSpPr txBox="1"/>
          <p:nvPr>
            <p:ph type="title"/>
          </p:nvPr>
        </p:nvSpPr>
        <p:spPr>
          <a:xfrm>
            <a:off x="603309" y="259543"/>
            <a:ext cx="1618418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OBJECT-ORIENTED PROGRAMMING? (OOP)</a:t>
            </a:r>
            <a:endParaRPr/>
          </a:p>
        </p:txBody>
      </p:sp>
      <p:grpSp>
        <p:nvGrpSpPr>
          <p:cNvPr id="259" name="Google Shape;259;p8"/>
          <p:cNvGrpSpPr/>
          <p:nvPr/>
        </p:nvGrpSpPr>
        <p:grpSpPr>
          <a:xfrm>
            <a:off x="1116838" y="1077251"/>
            <a:ext cx="15775793" cy="9791986"/>
            <a:chOff x="1116838" y="1077251"/>
            <a:chExt cx="15775793" cy="9791986"/>
          </a:xfrm>
        </p:grpSpPr>
        <p:sp>
          <p:nvSpPr>
            <p:cNvPr id="260" name="Google Shape;260;p8"/>
            <p:cNvSpPr/>
            <p:nvPr/>
          </p:nvSpPr>
          <p:spPr>
            <a:xfrm>
              <a:off x="3211556" y="2519622"/>
              <a:ext cx="13681075" cy="8349615"/>
            </a:xfrm>
            <a:custGeom>
              <a:rect b="b" l="l" r="r" t="t"/>
              <a:pathLst>
                <a:path extrusionOk="0" h="8349615" w="13681075">
                  <a:moveTo>
                    <a:pt x="13680986" y="0"/>
                  </a:moveTo>
                  <a:lnTo>
                    <a:pt x="0" y="0"/>
                  </a:lnTo>
                  <a:lnTo>
                    <a:pt x="0" y="8349280"/>
                  </a:lnTo>
                  <a:lnTo>
                    <a:pt x="13680986" y="8349280"/>
                  </a:lnTo>
                  <a:lnTo>
                    <a:pt x="13680986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61" name="Google Shape;261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16838" y="1077251"/>
              <a:ext cx="5310807" cy="34342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65943" y="1664911"/>
              <a:ext cx="3612598" cy="17360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3" name="Google Shape;263;p8"/>
          <p:cNvSpPr txBox="1"/>
          <p:nvPr/>
        </p:nvSpPr>
        <p:spPr>
          <a:xfrm rot="-600000">
            <a:off x="3355660" y="2260448"/>
            <a:ext cx="839973" cy="52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4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OOP</a:t>
            </a:r>
            <a:endParaRPr sz="41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4" name="Google Shape;264;p8"/>
          <p:cNvGrpSpPr/>
          <p:nvPr/>
        </p:nvGrpSpPr>
        <p:grpSpPr>
          <a:xfrm>
            <a:off x="4328092" y="2073689"/>
            <a:ext cx="15222249" cy="9234866"/>
            <a:chOff x="4328092" y="2073689"/>
            <a:chExt cx="15222249" cy="9234866"/>
          </a:xfrm>
        </p:grpSpPr>
        <p:sp>
          <p:nvSpPr>
            <p:cNvPr id="265" name="Google Shape;265;p8"/>
            <p:cNvSpPr/>
            <p:nvPr/>
          </p:nvSpPr>
          <p:spPr>
            <a:xfrm>
              <a:off x="13025453" y="2073689"/>
              <a:ext cx="1496695" cy="904240"/>
            </a:xfrm>
            <a:custGeom>
              <a:rect b="b" l="l" r="r" t="t"/>
              <a:pathLst>
                <a:path extrusionOk="0" h="904239" w="1496694">
                  <a:moveTo>
                    <a:pt x="1496507" y="0"/>
                  </a:moveTo>
                  <a:lnTo>
                    <a:pt x="1439184" y="4124"/>
                  </a:lnTo>
                  <a:lnTo>
                    <a:pt x="1382842" y="9283"/>
                  </a:lnTo>
                  <a:lnTo>
                    <a:pt x="1327481" y="15478"/>
                  </a:lnTo>
                  <a:lnTo>
                    <a:pt x="1273102" y="22709"/>
                  </a:lnTo>
                  <a:lnTo>
                    <a:pt x="1219704" y="30975"/>
                  </a:lnTo>
                  <a:lnTo>
                    <a:pt x="1167288" y="40277"/>
                  </a:lnTo>
                  <a:lnTo>
                    <a:pt x="1115853" y="50614"/>
                  </a:lnTo>
                  <a:lnTo>
                    <a:pt x="1065399" y="61987"/>
                  </a:lnTo>
                  <a:lnTo>
                    <a:pt x="1015926" y="74395"/>
                  </a:lnTo>
                  <a:lnTo>
                    <a:pt x="967435" y="87839"/>
                  </a:lnTo>
                  <a:lnTo>
                    <a:pt x="919925" y="102319"/>
                  </a:lnTo>
                  <a:lnTo>
                    <a:pt x="873396" y="117834"/>
                  </a:lnTo>
                  <a:lnTo>
                    <a:pt x="827849" y="134384"/>
                  </a:lnTo>
                  <a:lnTo>
                    <a:pt x="783283" y="151970"/>
                  </a:lnTo>
                  <a:lnTo>
                    <a:pt x="739699" y="170592"/>
                  </a:lnTo>
                  <a:lnTo>
                    <a:pt x="697095" y="190249"/>
                  </a:lnTo>
                  <a:lnTo>
                    <a:pt x="655473" y="210942"/>
                  </a:lnTo>
                  <a:lnTo>
                    <a:pt x="614833" y="232670"/>
                  </a:lnTo>
                  <a:lnTo>
                    <a:pt x="575173" y="255434"/>
                  </a:lnTo>
                  <a:lnTo>
                    <a:pt x="536495" y="279233"/>
                  </a:lnTo>
                  <a:lnTo>
                    <a:pt x="498798" y="304068"/>
                  </a:lnTo>
                  <a:lnTo>
                    <a:pt x="462083" y="329938"/>
                  </a:lnTo>
                  <a:lnTo>
                    <a:pt x="426349" y="356844"/>
                  </a:lnTo>
                  <a:lnTo>
                    <a:pt x="391596" y="384785"/>
                  </a:lnTo>
                  <a:lnTo>
                    <a:pt x="357825" y="413762"/>
                  </a:lnTo>
                  <a:lnTo>
                    <a:pt x="325035" y="443775"/>
                  </a:lnTo>
                  <a:lnTo>
                    <a:pt x="293226" y="474823"/>
                  </a:lnTo>
                  <a:lnTo>
                    <a:pt x="262398" y="506906"/>
                  </a:lnTo>
                  <a:lnTo>
                    <a:pt x="232552" y="540025"/>
                  </a:lnTo>
                  <a:lnTo>
                    <a:pt x="203688" y="574180"/>
                  </a:lnTo>
                  <a:lnTo>
                    <a:pt x="175804" y="609370"/>
                  </a:lnTo>
                  <a:lnTo>
                    <a:pt x="148902" y="645596"/>
                  </a:lnTo>
                  <a:lnTo>
                    <a:pt x="122981" y="682857"/>
                  </a:lnTo>
                  <a:lnTo>
                    <a:pt x="98041" y="721154"/>
                  </a:lnTo>
                  <a:lnTo>
                    <a:pt x="74083" y="760486"/>
                  </a:lnTo>
                  <a:lnTo>
                    <a:pt x="51106" y="800854"/>
                  </a:lnTo>
                  <a:lnTo>
                    <a:pt x="29111" y="842257"/>
                  </a:lnTo>
                  <a:lnTo>
                    <a:pt x="8097" y="884696"/>
                  </a:lnTo>
                  <a:lnTo>
                    <a:pt x="0" y="90406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12952380" y="2924496"/>
              <a:ext cx="162560" cy="196850"/>
            </a:xfrm>
            <a:custGeom>
              <a:rect b="b" l="l" r="r" t="t"/>
              <a:pathLst>
                <a:path extrusionOk="0" h="196850" w="162559">
                  <a:moveTo>
                    <a:pt x="0" y="0"/>
                  </a:moveTo>
                  <a:lnTo>
                    <a:pt x="13287" y="196225"/>
                  </a:lnTo>
                  <a:lnTo>
                    <a:pt x="162298" y="67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67" name="Google Shape;267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5410264" y="8875159"/>
              <a:ext cx="4140077" cy="24333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" name="Google Shape;268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6038517" y="9082075"/>
              <a:ext cx="2883570" cy="19223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" name="Google Shape;269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328092" y="3229940"/>
              <a:ext cx="272243" cy="2722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" name="Google Shape;270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328092" y="4519953"/>
              <a:ext cx="272243" cy="27224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1" name="Google Shape;271;p8"/>
          <p:cNvSpPr txBox="1"/>
          <p:nvPr/>
        </p:nvSpPr>
        <p:spPr>
          <a:xfrm>
            <a:off x="14668056" y="1697584"/>
            <a:ext cx="2719070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1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Style of code, “how” we write and organize code</a:t>
            </a:r>
            <a:endParaRPr sz="1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8"/>
          <p:cNvSpPr txBox="1"/>
          <p:nvPr/>
        </p:nvSpPr>
        <p:spPr>
          <a:xfrm>
            <a:off x="4824393" y="3178470"/>
            <a:ext cx="10607675" cy="389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Object-oriented programming (OOP) is a programming paradigm based on the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8"/>
          <p:cNvSpPr txBox="1"/>
          <p:nvPr/>
        </p:nvSpPr>
        <p:spPr>
          <a:xfrm>
            <a:off x="4824393" y="3655943"/>
            <a:ext cx="2646045" cy="389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concept of objects;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8"/>
          <p:cNvSpPr txBox="1"/>
          <p:nvPr/>
        </p:nvSpPr>
        <p:spPr>
          <a:xfrm>
            <a:off x="4824393" y="4468484"/>
            <a:ext cx="9090660" cy="389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We use objects to </a:t>
            </a:r>
            <a:r>
              <a:rPr b="1"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model </a:t>
            </a:r>
            <a:r>
              <a:rPr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(describe) real-world or abstract features;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5" name="Google Shape;275;p8"/>
          <p:cNvGrpSpPr/>
          <p:nvPr/>
        </p:nvGrpSpPr>
        <p:grpSpPr>
          <a:xfrm>
            <a:off x="437940" y="4034968"/>
            <a:ext cx="14191521" cy="5774876"/>
            <a:chOff x="437940" y="4034968"/>
            <a:chExt cx="14191521" cy="5774876"/>
          </a:xfrm>
        </p:grpSpPr>
        <p:pic>
          <p:nvPicPr>
            <p:cNvPr id="276" name="Google Shape;276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328092" y="5332494"/>
              <a:ext cx="272243" cy="2722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7" name="Google Shape;277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328092" y="6622507"/>
              <a:ext cx="272243" cy="2722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" name="Google Shape;278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328092" y="7435048"/>
              <a:ext cx="272243" cy="2722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328092" y="8247588"/>
              <a:ext cx="272243" cy="2722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328092" y="9537601"/>
              <a:ext cx="272243" cy="2722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8"/>
            <p:cNvSpPr/>
            <p:nvPr/>
          </p:nvSpPr>
          <p:spPr>
            <a:xfrm>
              <a:off x="10532335" y="4034968"/>
              <a:ext cx="975360" cy="313690"/>
            </a:xfrm>
            <a:custGeom>
              <a:rect b="b" l="l" r="r" t="t"/>
              <a:pathLst>
                <a:path extrusionOk="0" h="313689" w="975359">
                  <a:moveTo>
                    <a:pt x="975014" y="11111"/>
                  </a:moveTo>
                  <a:lnTo>
                    <a:pt x="913138" y="5488"/>
                  </a:lnTo>
                  <a:lnTo>
                    <a:pt x="852864" y="1784"/>
                  </a:lnTo>
                  <a:lnTo>
                    <a:pt x="794192" y="0"/>
                  </a:lnTo>
                  <a:lnTo>
                    <a:pt x="737120" y="134"/>
                  </a:lnTo>
                  <a:lnTo>
                    <a:pt x="681651" y="2187"/>
                  </a:lnTo>
                  <a:lnTo>
                    <a:pt x="627783" y="6159"/>
                  </a:lnTo>
                  <a:lnTo>
                    <a:pt x="575516" y="12051"/>
                  </a:lnTo>
                  <a:lnTo>
                    <a:pt x="524852" y="19861"/>
                  </a:lnTo>
                  <a:lnTo>
                    <a:pt x="475788" y="29591"/>
                  </a:lnTo>
                  <a:lnTo>
                    <a:pt x="428327" y="41239"/>
                  </a:lnTo>
                  <a:lnTo>
                    <a:pt x="382466" y="54807"/>
                  </a:lnTo>
                  <a:lnTo>
                    <a:pt x="338208" y="70294"/>
                  </a:lnTo>
                  <a:lnTo>
                    <a:pt x="295551" y="87699"/>
                  </a:lnTo>
                  <a:lnTo>
                    <a:pt x="254495" y="107024"/>
                  </a:lnTo>
                  <a:lnTo>
                    <a:pt x="215041" y="128268"/>
                  </a:lnTo>
                  <a:lnTo>
                    <a:pt x="177189" y="151431"/>
                  </a:lnTo>
                  <a:lnTo>
                    <a:pt x="140938" y="176513"/>
                  </a:lnTo>
                  <a:lnTo>
                    <a:pt x="106289" y="203514"/>
                  </a:lnTo>
                  <a:lnTo>
                    <a:pt x="73241" y="232434"/>
                  </a:lnTo>
                  <a:lnTo>
                    <a:pt x="41795" y="263273"/>
                  </a:lnTo>
                  <a:lnTo>
                    <a:pt x="11950" y="296031"/>
                  </a:lnTo>
                  <a:lnTo>
                    <a:pt x="0" y="313266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2" name="Google Shape;282;p8"/>
            <p:cNvSpPr/>
            <p:nvPr/>
          </p:nvSpPr>
          <p:spPr>
            <a:xfrm>
              <a:off x="10444031" y="4280907"/>
              <a:ext cx="172720" cy="194945"/>
            </a:xfrm>
            <a:custGeom>
              <a:rect b="b" l="l" r="r" t="t"/>
              <a:pathLst>
                <a:path extrusionOk="0" h="194945" w="172720">
                  <a:moveTo>
                    <a:pt x="27953" y="0"/>
                  </a:moveTo>
                  <a:lnTo>
                    <a:pt x="0" y="194676"/>
                  </a:lnTo>
                  <a:lnTo>
                    <a:pt x="172514" y="100236"/>
                  </a:lnTo>
                  <a:lnTo>
                    <a:pt x="27953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3" name="Google Shape;283;p8"/>
            <p:cNvSpPr/>
            <p:nvPr/>
          </p:nvSpPr>
          <p:spPr>
            <a:xfrm>
              <a:off x="12623497" y="4822158"/>
              <a:ext cx="2005964" cy="245110"/>
            </a:xfrm>
            <a:custGeom>
              <a:rect b="b" l="l" r="r" t="t"/>
              <a:pathLst>
                <a:path extrusionOk="0" h="245110" w="2005965">
                  <a:moveTo>
                    <a:pt x="2005833" y="0"/>
                  </a:moveTo>
                  <a:lnTo>
                    <a:pt x="1963242" y="19712"/>
                  </a:lnTo>
                  <a:lnTo>
                    <a:pt x="1920359" y="38599"/>
                  </a:lnTo>
                  <a:lnTo>
                    <a:pt x="1877183" y="56659"/>
                  </a:lnTo>
                  <a:lnTo>
                    <a:pt x="1833716" y="73892"/>
                  </a:lnTo>
                  <a:lnTo>
                    <a:pt x="1789957" y="90299"/>
                  </a:lnTo>
                  <a:lnTo>
                    <a:pt x="1745906" y="105880"/>
                  </a:lnTo>
                  <a:lnTo>
                    <a:pt x="1701563" y="120634"/>
                  </a:lnTo>
                  <a:lnTo>
                    <a:pt x="1656929" y="134562"/>
                  </a:lnTo>
                  <a:lnTo>
                    <a:pt x="1612002" y="147664"/>
                  </a:lnTo>
                  <a:lnTo>
                    <a:pt x="1566783" y="159939"/>
                  </a:lnTo>
                  <a:lnTo>
                    <a:pt x="1521273" y="171387"/>
                  </a:lnTo>
                  <a:lnTo>
                    <a:pt x="1475471" y="182009"/>
                  </a:lnTo>
                  <a:lnTo>
                    <a:pt x="1429376" y="191805"/>
                  </a:lnTo>
                  <a:lnTo>
                    <a:pt x="1382990" y="200775"/>
                  </a:lnTo>
                  <a:lnTo>
                    <a:pt x="1336312" y="208917"/>
                  </a:lnTo>
                  <a:lnTo>
                    <a:pt x="1289342" y="216234"/>
                  </a:lnTo>
                  <a:lnTo>
                    <a:pt x="1242080" y="222724"/>
                  </a:lnTo>
                  <a:lnTo>
                    <a:pt x="1194527" y="228388"/>
                  </a:lnTo>
                  <a:lnTo>
                    <a:pt x="1146681" y="233225"/>
                  </a:lnTo>
                  <a:lnTo>
                    <a:pt x="1098544" y="237236"/>
                  </a:lnTo>
                  <a:lnTo>
                    <a:pt x="1050114" y="240420"/>
                  </a:lnTo>
                  <a:lnTo>
                    <a:pt x="1001393" y="242778"/>
                  </a:lnTo>
                  <a:lnTo>
                    <a:pt x="952379" y="244310"/>
                  </a:lnTo>
                  <a:lnTo>
                    <a:pt x="903074" y="245015"/>
                  </a:lnTo>
                  <a:lnTo>
                    <a:pt x="853477" y="244894"/>
                  </a:lnTo>
                  <a:lnTo>
                    <a:pt x="803588" y="243946"/>
                  </a:lnTo>
                  <a:lnTo>
                    <a:pt x="753407" y="242172"/>
                  </a:lnTo>
                  <a:lnTo>
                    <a:pt x="702935" y="239571"/>
                  </a:lnTo>
                  <a:lnTo>
                    <a:pt x="652170" y="236145"/>
                  </a:lnTo>
                  <a:lnTo>
                    <a:pt x="601113" y="231891"/>
                  </a:lnTo>
                  <a:lnTo>
                    <a:pt x="549765" y="226811"/>
                  </a:lnTo>
                  <a:lnTo>
                    <a:pt x="498125" y="220905"/>
                  </a:lnTo>
                  <a:lnTo>
                    <a:pt x="446192" y="214173"/>
                  </a:lnTo>
                  <a:lnTo>
                    <a:pt x="393968" y="206614"/>
                  </a:lnTo>
                  <a:lnTo>
                    <a:pt x="341452" y="198228"/>
                  </a:lnTo>
                  <a:lnTo>
                    <a:pt x="288644" y="189016"/>
                  </a:lnTo>
                  <a:lnTo>
                    <a:pt x="235544" y="178978"/>
                  </a:lnTo>
                  <a:lnTo>
                    <a:pt x="182152" y="168113"/>
                  </a:lnTo>
                  <a:lnTo>
                    <a:pt x="128469" y="156422"/>
                  </a:lnTo>
                  <a:lnTo>
                    <a:pt x="74493" y="143905"/>
                  </a:lnTo>
                  <a:lnTo>
                    <a:pt x="20226" y="130561"/>
                  </a:lnTo>
                  <a:lnTo>
                    <a:pt x="0" y="125018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4" name="Google Shape;284;p8"/>
            <p:cNvSpPr/>
            <p:nvPr/>
          </p:nvSpPr>
          <p:spPr>
            <a:xfrm>
              <a:off x="12474038" y="4867884"/>
              <a:ext cx="193040" cy="170180"/>
            </a:xfrm>
            <a:custGeom>
              <a:rect b="b" l="l" r="r" t="t"/>
              <a:pathLst>
                <a:path extrusionOk="0" h="170179" w="193040">
                  <a:moveTo>
                    <a:pt x="192894" y="0"/>
                  </a:moveTo>
                  <a:lnTo>
                    <a:pt x="0" y="38334"/>
                  </a:lnTo>
                  <a:lnTo>
                    <a:pt x="146403" y="169655"/>
                  </a:lnTo>
                  <a:lnTo>
                    <a:pt x="192894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85" name="Google Shape;285;p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37940" y="4822013"/>
              <a:ext cx="3056006" cy="39249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" name="Google Shape;286;p8"/>
            <p:cNvSpPr/>
            <p:nvPr/>
          </p:nvSpPr>
          <p:spPr>
            <a:xfrm>
              <a:off x="751919" y="5210370"/>
              <a:ext cx="2526665" cy="728980"/>
            </a:xfrm>
            <a:custGeom>
              <a:rect b="b" l="l" r="r" t="t"/>
              <a:pathLst>
                <a:path extrusionOk="0" h="728979" w="2526665">
                  <a:moveTo>
                    <a:pt x="0" y="0"/>
                  </a:moveTo>
                  <a:lnTo>
                    <a:pt x="2526645" y="0"/>
                  </a:lnTo>
                  <a:lnTo>
                    <a:pt x="2526645" y="728476"/>
                  </a:lnTo>
                  <a:lnTo>
                    <a:pt x="0" y="728476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62825">
              <a:solidFill>
                <a:srgbClr val="F1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7" name="Google Shape;287;p8"/>
            <p:cNvSpPr/>
            <p:nvPr/>
          </p:nvSpPr>
          <p:spPr>
            <a:xfrm>
              <a:off x="1364696" y="4338599"/>
              <a:ext cx="161290" cy="618490"/>
            </a:xfrm>
            <a:custGeom>
              <a:rect b="b" l="l" r="r" t="t"/>
              <a:pathLst>
                <a:path extrusionOk="0" h="618489" w="161290">
                  <a:moveTo>
                    <a:pt x="161121" y="0"/>
                  </a:moveTo>
                  <a:lnTo>
                    <a:pt x="6615" y="592688"/>
                  </a:lnTo>
                  <a:lnTo>
                    <a:pt x="0" y="618050"/>
                  </a:lnTo>
                </a:path>
              </a:pathLst>
            </a:custGeom>
            <a:noFill/>
            <a:ln cap="flat" cmpd="sng" w="52350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8" name="Google Shape;288;p8"/>
            <p:cNvSpPr/>
            <p:nvPr/>
          </p:nvSpPr>
          <p:spPr>
            <a:xfrm>
              <a:off x="1267949" y="4904380"/>
              <a:ext cx="207010" cy="233679"/>
            </a:xfrm>
            <a:custGeom>
              <a:rect b="b" l="l" r="r" t="t"/>
              <a:pathLst>
                <a:path extrusionOk="0" h="233679" w="207009">
                  <a:moveTo>
                    <a:pt x="0" y="0"/>
                  </a:moveTo>
                  <a:lnTo>
                    <a:pt x="49470" y="233638"/>
                  </a:lnTo>
                  <a:lnTo>
                    <a:pt x="206699" y="538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9" name="Google Shape;289;p8"/>
            <p:cNvSpPr/>
            <p:nvPr/>
          </p:nvSpPr>
          <p:spPr>
            <a:xfrm>
              <a:off x="751919" y="6152830"/>
              <a:ext cx="2526665" cy="2122805"/>
            </a:xfrm>
            <a:custGeom>
              <a:rect b="b" l="l" r="r" t="t"/>
              <a:pathLst>
                <a:path extrusionOk="0" h="2122804" w="2526665">
                  <a:moveTo>
                    <a:pt x="0" y="0"/>
                  </a:moveTo>
                  <a:lnTo>
                    <a:pt x="2526645" y="0"/>
                  </a:lnTo>
                  <a:lnTo>
                    <a:pt x="2526645" y="2122627"/>
                  </a:lnTo>
                  <a:lnTo>
                    <a:pt x="0" y="2122627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62825">
              <a:solidFill>
                <a:srgbClr val="F1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0" name="Google Shape;290;p8"/>
            <p:cNvSpPr/>
            <p:nvPr/>
          </p:nvSpPr>
          <p:spPr>
            <a:xfrm>
              <a:off x="1349732" y="8537687"/>
              <a:ext cx="25400" cy="815340"/>
            </a:xfrm>
            <a:custGeom>
              <a:rect b="b" l="l" r="r" t="t"/>
              <a:pathLst>
                <a:path extrusionOk="0" h="815340" w="25400">
                  <a:moveTo>
                    <a:pt x="24992" y="815234"/>
                  </a:moveTo>
                  <a:lnTo>
                    <a:pt x="802" y="26165"/>
                  </a:lnTo>
                  <a:lnTo>
                    <a:pt x="0" y="0"/>
                  </a:lnTo>
                </a:path>
              </a:pathLst>
            </a:custGeom>
            <a:noFill/>
            <a:ln cap="flat" cmpd="sng" w="52350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1" name="Google Shape;291;p8"/>
            <p:cNvSpPr/>
            <p:nvPr/>
          </p:nvSpPr>
          <p:spPr>
            <a:xfrm>
              <a:off x="1243782" y="8350346"/>
              <a:ext cx="213995" cy="217170"/>
            </a:xfrm>
            <a:custGeom>
              <a:rect b="b" l="l" r="r" t="t"/>
              <a:pathLst>
                <a:path extrusionOk="0" h="217170" w="213994">
                  <a:moveTo>
                    <a:pt x="100207" y="0"/>
                  </a:moveTo>
                  <a:lnTo>
                    <a:pt x="0" y="216778"/>
                  </a:lnTo>
                  <a:lnTo>
                    <a:pt x="213505" y="210233"/>
                  </a:lnTo>
                  <a:lnTo>
                    <a:pt x="100207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92" name="Google Shape;292;p8"/>
          <p:cNvSpPr txBox="1"/>
          <p:nvPr>
            <p:ph idx="1" type="body"/>
          </p:nvPr>
        </p:nvSpPr>
        <p:spPr>
          <a:xfrm>
            <a:off x="4824393" y="5167939"/>
            <a:ext cx="10940415" cy="389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Objects may contain data (properties) and code (methods). By using objects, we pack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data and the corresponding behavior </a:t>
            </a:r>
            <a:r>
              <a:rPr lang="en-US"/>
              <a:t>into one block;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t/>
            </a:r>
            <a:endParaRPr sz="3050"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OOP, objects are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self-contained </a:t>
            </a:r>
            <a:r>
              <a:rPr lang="en-US"/>
              <a:t>pieces/blocks of code;</a:t>
            </a:r>
            <a:endParaRPr/>
          </a:p>
          <a:p>
            <a:pPr indent="0" lvl="0" marL="12700" marR="598805" rtl="0" algn="l">
              <a:lnSpc>
                <a:spcPct val="26666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/>
              <a:t>Objects are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building blocks </a:t>
            </a:r>
            <a:r>
              <a:rPr lang="en-US"/>
              <a:t>of applications, and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interact </a:t>
            </a:r>
            <a:r>
              <a:rPr lang="en-US"/>
              <a:t>with one another; Interactions happen through a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public interface </a:t>
            </a:r>
            <a:r>
              <a:rPr lang="en-US"/>
              <a:t>(API): methods that the code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outside </a:t>
            </a:r>
            <a:r>
              <a:rPr lang="en-US"/>
              <a:t>of the object can access and use to communicate with the object;</a:t>
            </a:r>
            <a:endParaRPr/>
          </a:p>
        </p:txBody>
      </p:sp>
      <p:sp>
        <p:nvSpPr>
          <p:cNvPr id="293" name="Google Shape;293;p8"/>
          <p:cNvSpPr txBox="1"/>
          <p:nvPr/>
        </p:nvSpPr>
        <p:spPr>
          <a:xfrm>
            <a:off x="4824393" y="9373046"/>
            <a:ext cx="10532745" cy="980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OOP was developed with the goal of </a:t>
            </a:r>
            <a:r>
              <a:rPr b="1"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organizing </a:t>
            </a:r>
            <a:r>
              <a:rPr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code, to make it </a:t>
            </a:r>
            <a:r>
              <a:rPr b="1"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more flexible and easier to maintain </a:t>
            </a:r>
            <a:r>
              <a:rPr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(avoid “spaghetti code”).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8"/>
          <p:cNvSpPr txBox="1"/>
          <p:nvPr/>
        </p:nvSpPr>
        <p:spPr>
          <a:xfrm>
            <a:off x="11659300" y="3853719"/>
            <a:ext cx="2856230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E.g. user or todo list item</a:t>
            </a:r>
            <a:endParaRPr sz="1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8"/>
          <p:cNvSpPr txBox="1"/>
          <p:nvPr/>
        </p:nvSpPr>
        <p:spPr>
          <a:xfrm>
            <a:off x="14831476" y="4638667"/>
            <a:ext cx="4491355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E.g. HTML component or data structure</a:t>
            </a:r>
            <a:endParaRPr sz="1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8"/>
          <p:cNvSpPr txBox="1"/>
          <p:nvPr/>
        </p:nvSpPr>
        <p:spPr>
          <a:xfrm>
            <a:off x="1249583" y="3892358"/>
            <a:ext cx="57023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sz="2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8"/>
          <p:cNvSpPr txBox="1"/>
          <p:nvPr/>
        </p:nvSpPr>
        <p:spPr>
          <a:xfrm>
            <a:off x="822654" y="9447028"/>
            <a:ext cx="120904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Behaviour</a:t>
            </a:r>
            <a:endParaRPr sz="20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5622" y="2361633"/>
            <a:ext cx="3858023" cy="25424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3" name="Google Shape;303;p9"/>
          <p:cNvGrpSpPr/>
          <p:nvPr/>
        </p:nvGrpSpPr>
        <p:grpSpPr>
          <a:xfrm>
            <a:off x="5736211" y="2802931"/>
            <a:ext cx="576153" cy="1174778"/>
            <a:chOff x="5736211" y="2802931"/>
            <a:chExt cx="576153" cy="1174778"/>
          </a:xfrm>
        </p:grpSpPr>
        <p:sp>
          <p:nvSpPr>
            <p:cNvPr id="304" name="Google Shape;304;p9"/>
            <p:cNvSpPr/>
            <p:nvPr/>
          </p:nvSpPr>
          <p:spPr>
            <a:xfrm>
              <a:off x="5824049" y="2802931"/>
              <a:ext cx="488315" cy="1020444"/>
            </a:xfrm>
            <a:custGeom>
              <a:rect b="b" l="l" r="r" t="t"/>
              <a:pathLst>
                <a:path extrusionOk="0" h="1020445" w="488314">
                  <a:moveTo>
                    <a:pt x="488144" y="0"/>
                  </a:moveTo>
                  <a:lnTo>
                    <a:pt x="447908" y="27396"/>
                  </a:lnTo>
                  <a:lnTo>
                    <a:pt x="409401" y="56029"/>
                  </a:lnTo>
                  <a:lnTo>
                    <a:pt x="372625" y="85900"/>
                  </a:lnTo>
                  <a:lnTo>
                    <a:pt x="337579" y="117008"/>
                  </a:lnTo>
                  <a:lnTo>
                    <a:pt x="304264" y="149354"/>
                  </a:lnTo>
                  <a:lnTo>
                    <a:pt x="272678" y="182937"/>
                  </a:lnTo>
                  <a:lnTo>
                    <a:pt x="242823" y="217756"/>
                  </a:lnTo>
                  <a:lnTo>
                    <a:pt x="214697" y="253814"/>
                  </a:lnTo>
                  <a:lnTo>
                    <a:pt x="188302" y="291108"/>
                  </a:lnTo>
                  <a:lnTo>
                    <a:pt x="163637" y="329640"/>
                  </a:lnTo>
                  <a:lnTo>
                    <a:pt x="140703" y="369409"/>
                  </a:lnTo>
                  <a:lnTo>
                    <a:pt x="119498" y="410415"/>
                  </a:lnTo>
                  <a:lnTo>
                    <a:pt x="100024" y="452658"/>
                  </a:lnTo>
                  <a:lnTo>
                    <a:pt x="82280" y="496139"/>
                  </a:lnTo>
                  <a:lnTo>
                    <a:pt x="66266" y="540857"/>
                  </a:lnTo>
                  <a:lnTo>
                    <a:pt x="51982" y="586812"/>
                  </a:lnTo>
                  <a:lnTo>
                    <a:pt x="39429" y="634005"/>
                  </a:lnTo>
                  <a:lnTo>
                    <a:pt x="28605" y="682434"/>
                  </a:lnTo>
                  <a:lnTo>
                    <a:pt x="19512" y="732101"/>
                  </a:lnTo>
                  <a:lnTo>
                    <a:pt x="12149" y="783006"/>
                  </a:lnTo>
                  <a:lnTo>
                    <a:pt x="6517" y="835147"/>
                  </a:lnTo>
                  <a:lnTo>
                    <a:pt x="2614" y="888526"/>
                  </a:lnTo>
                  <a:lnTo>
                    <a:pt x="442" y="943142"/>
                  </a:lnTo>
                  <a:lnTo>
                    <a:pt x="0" y="998995"/>
                  </a:lnTo>
                  <a:lnTo>
                    <a:pt x="1085" y="101991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5" name="Google Shape;305;p9"/>
            <p:cNvSpPr/>
            <p:nvPr/>
          </p:nvSpPr>
          <p:spPr>
            <a:xfrm>
              <a:off x="5736211" y="3797369"/>
              <a:ext cx="175895" cy="180340"/>
            </a:xfrm>
            <a:custGeom>
              <a:rect b="b" l="l" r="r" t="t"/>
              <a:pathLst>
                <a:path extrusionOk="0" h="180339" w="175895">
                  <a:moveTo>
                    <a:pt x="175675" y="0"/>
                  </a:moveTo>
                  <a:lnTo>
                    <a:pt x="0" y="9119"/>
                  </a:lnTo>
                  <a:lnTo>
                    <a:pt x="96957" y="180234"/>
                  </a:lnTo>
                  <a:lnTo>
                    <a:pt x="175675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06" name="Google Shape;306;p9"/>
          <p:cNvSpPr txBox="1"/>
          <p:nvPr/>
        </p:nvSpPr>
        <p:spPr>
          <a:xfrm>
            <a:off x="6483614" y="2189287"/>
            <a:ext cx="2356485" cy="1030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just">
              <a:lnSpc>
                <a:spcPct val="11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Like a blueprint from which we can create </a:t>
            </a:r>
            <a:r>
              <a:rPr b="1" lang="en-US" sz="19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new objects</a:t>
            </a:r>
            <a:endParaRPr sz="19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93036" y="1738821"/>
            <a:ext cx="1721436" cy="1095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9"/>
          <p:cNvSpPr txBox="1"/>
          <p:nvPr>
            <p:ph type="title"/>
          </p:nvPr>
        </p:nvSpPr>
        <p:spPr>
          <a:xfrm>
            <a:off x="603309" y="259543"/>
            <a:ext cx="17478899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CLASSES AND INSTANCES (TRADITIONAL OOP)</a:t>
            </a:r>
            <a:endParaRPr/>
          </a:p>
        </p:txBody>
      </p:sp>
      <p:sp>
        <p:nvSpPr>
          <p:cNvPr id="310" name="Google Shape;310;p9"/>
          <p:cNvSpPr txBox="1"/>
          <p:nvPr/>
        </p:nvSpPr>
        <p:spPr>
          <a:xfrm>
            <a:off x="4027558" y="4204934"/>
            <a:ext cx="3833495" cy="157734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478775">
            <a:spAutoFit/>
          </a:bodyPr>
          <a:lstStyle/>
          <a:p>
            <a:pPr indent="0" lvl="0" marL="1104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endParaRPr sz="4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1" name="Google Shape;31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62765" y="6402511"/>
            <a:ext cx="1721436" cy="10956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9"/>
          <p:cNvGrpSpPr/>
          <p:nvPr/>
        </p:nvGrpSpPr>
        <p:grpSpPr>
          <a:xfrm>
            <a:off x="15877747" y="8154599"/>
            <a:ext cx="2380356" cy="2753494"/>
            <a:chOff x="15877747" y="8154599"/>
            <a:chExt cx="2380356" cy="2753494"/>
          </a:xfrm>
        </p:grpSpPr>
        <p:pic>
          <p:nvPicPr>
            <p:cNvPr id="313" name="Google Shape;313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5877747" y="8154599"/>
              <a:ext cx="2380356" cy="27534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4" name="Google Shape;314;p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5897044" y="8154599"/>
              <a:ext cx="1366027" cy="30474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5" name="Google Shape;315;p9"/>
          <p:cNvSpPr txBox="1"/>
          <p:nvPr/>
        </p:nvSpPr>
        <p:spPr>
          <a:xfrm>
            <a:off x="15648392" y="7156855"/>
            <a:ext cx="2839085" cy="893444"/>
          </a:xfrm>
          <a:prstGeom prst="rect">
            <a:avLst/>
          </a:pr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248900">
            <a:spAutoFit/>
          </a:bodyPr>
          <a:lstStyle/>
          <a:p>
            <a:pPr indent="0" lvl="0" marL="768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Instance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6" name="Google Shape;316;p9"/>
          <p:cNvGrpSpPr/>
          <p:nvPr/>
        </p:nvGrpSpPr>
        <p:grpSpPr>
          <a:xfrm>
            <a:off x="8027383" y="9282977"/>
            <a:ext cx="7116683" cy="918903"/>
            <a:chOff x="8027383" y="9282977"/>
            <a:chExt cx="7116683" cy="918903"/>
          </a:xfrm>
        </p:grpSpPr>
        <p:pic>
          <p:nvPicPr>
            <p:cNvPr id="317" name="Google Shape;317;p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0274556" y="9565671"/>
              <a:ext cx="2409192" cy="6362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8" name="Google Shape;318;p9"/>
            <p:cNvSpPr/>
            <p:nvPr/>
          </p:nvSpPr>
          <p:spPr>
            <a:xfrm>
              <a:off x="8027383" y="9282977"/>
              <a:ext cx="6767830" cy="403225"/>
            </a:xfrm>
            <a:custGeom>
              <a:rect b="b" l="l" r="r" t="t"/>
              <a:pathLst>
                <a:path extrusionOk="0" h="403225" w="6767830">
                  <a:moveTo>
                    <a:pt x="0" y="0"/>
                  </a:moveTo>
                  <a:lnTo>
                    <a:pt x="6715257" y="400114"/>
                  </a:lnTo>
                  <a:lnTo>
                    <a:pt x="6767518" y="403228"/>
                  </a:lnTo>
                </a:path>
              </a:pathLst>
            </a:custGeom>
            <a:noFill/>
            <a:ln cap="flat" cmpd="sng" w="104700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9" name="Google Shape;319;p9"/>
            <p:cNvSpPr/>
            <p:nvPr/>
          </p:nvSpPr>
          <p:spPr>
            <a:xfrm>
              <a:off x="14730682" y="9482407"/>
              <a:ext cx="413384" cy="401955"/>
            </a:xfrm>
            <a:custGeom>
              <a:rect b="b" l="l" r="r" t="t"/>
              <a:pathLst>
                <a:path extrusionOk="0" h="401954" w="413384">
                  <a:moveTo>
                    <a:pt x="23915" y="0"/>
                  </a:moveTo>
                  <a:lnTo>
                    <a:pt x="0" y="401369"/>
                  </a:lnTo>
                  <a:lnTo>
                    <a:pt x="413327" y="224600"/>
                  </a:lnTo>
                  <a:lnTo>
                    <a:pt x="23915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02800" y="4252032"/>
            <a:ext cx="1721436" cy="10956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" name="Google Shape;321;p9"/>
          <p:cNvGrpSpPr/>
          <p:nvPr/>
        </p:nvGrpSpPr>
        <p:grpSpPr>
          <a:xfrm>
            <a:off x="12903764" y="5604936"/>
            <a:ext cx="2399241" cy="2753494"/>
            <a:chOff x="12903764" y="5604936"/>
            <a:chExt cx="2399241" cy="2753494"/>
          </a:xfrm>
        </p:grpSpPr>
        <p:pic>
          <p:nvPicPr>
            <p:cNvPr id="322" name="Google Shape;322;p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2903764" y="5604936"/>
              <a:ext cx="2399046" cy="27534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3" name="Google Shape;323;p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2916601" y="5604936"/>
              <a:ext cx="1503991" cy="2813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4" name="Google Shape;324;p9"/>
            <p:cNvSpPr/>
            <p:nvPr/>
          </p:nvSpPr>
          <p:spPr>
            <a:xfrm>
              <a:off x="14339075" y="5698750"/>
              <a:ext cx="963930" cy="904875"/>
            </a:xfrm>
            <a:custGeom>
              <a:rect b="b" l="l" r="r" t="t"/>
              <a:pathLst>
                <a:path extrusionOk="0" h="904875" w="963930">
                  <a:moveTo>
                    <a:pt x="138544" y="0"/>
                  </a:moveTo>
                  <a:lnTo>
                    <a:pt x="0" y="0"/>
                  </a:lnTo>
                  <a:lnTo>
                    <a:pt x="0" y="361848"/>
                  </a:lnTo>
                  <a:lnTo>
                    <a:pt x="138544" y="361848"/>
                  </a:lnTo>
                  <a:lnTo>
                    <a:pt x="138544" y="0"/>
                  </a:lnTo>
                  <a:close/>
                </a:path>
                <a:path extrusionOk="0" h="904875" w="963930">
                  <a:moveTo>
                    <a:pt x="849122" y="246659"/>
                  </a:moveTo>
                  <a:lnTo>
                    <a:pt x="710577" y="246659"/>
                  </a:lnTo>
                  <a:lnTo>
                    <a:pt x="710577" y="608507"/>
                  </a:lnTo>
                  <a:lnTo>
                    <a:pt x="849122" y="608507"/>
                  </a:lnTo>
                  <a:lnTo>
                    <a:pt x="849122" y="246659"/>
                  </a:lnTo>
                  <a:close/>
                </a:path>
                <a:path extrusionOk="0" h="904875" w="963930">
                  <a:moveTo>
                    <a:pt x="963726" y="542772"/>
                  </a:moveTo>
                  <a:lnTo>
                    <a:pt x="870064" y="542772"/>
                  </a:lnTo>
                  <a:lnTo>
                    <a:pt x="870064" y="904621"/>
                  </a:lnTo>
                  <a:lnTo>
                    <a:pt x="963726" y="904621"/>
                  </a:lnTo>
                  <a:lnTo>
                    <a:pt x="963726" y="542772"/>
                  </a:lnTo>
                  <a:close/>
                </a:path>
              </a:pathLst>
            </a:custGeom>
            <a:solidFill>
              <a:srgbClr val="2E2A2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25" name="Google Shape;325;p9"/>
          <p:cNvSpPr txBox="1"/>
          <p:nvPr/>
        </p:nvSpPr>
        <p:spPr>
          <a:xfrm>
            <a:off x="12683749" y="4607189"/>
            <a:ext cx="2839085" cy="893444"/>
          </a:xfrm>
          <a:prstGeom prst="rect">
            <a:avLst/>
          </a:pr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248900">
            <a:spAutoFit/>
          </a:bodyPr>
          <a:lstStyle/>
          <a:p>
            <a:pPr indent="0" lvl="0" marL="768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Instance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6" name="Google Shape;326;p9"/>
          <p:cNvGrpSpPr/>
          <p:nvPr/>
        </p:nvGrpSpPr>
        <p:grpSpPr>
          <a:xfrm>
            <a:off x="8034179" y="6043625"/>
            <a:ext cx="4649774" cy="2632467"/>
            <a:chOff x="8034179" y="6043625"/>
            <a:chExt cx="4649774" cy="2632467"/>
          </a:xfrm>
        </p:grpSpPr>
        <p:pic>
          <p:nvPicPr>
            <p:cNvPr id="327" name="Google Shape;327;p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9242283" y="7834425"/>
              <a:ext cx="2223504" cy="8416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8" name="Google Shape;328;p9"/>
            <p:cNvSpPr/>
            <p:nvPr/>
          </p:nvSpPr>
          <p:spPr>
            <a:xfrm>
              <a:off x="8034179" y="7476995"/>
              <a:ext cx="4306570" cy="830580"/>
            </a:xfrm>
            <a:custGeom>
              <a:rect b="b" l="l" r="r" t="t"/>
              <a:pathLst>
                <a:path extrusionOk="0" h="830579" w="4306570">
                  <a:moveTo>
                    <a:pt x="0" y="830025"/>
                  </a:moveTo>
                  <a:lnTo>
                    <a:pt x="4254753" y="9909"/>
                  </a:lnTo>
                  <a:lnTo>
                    <a:pt x="4306162" y="0"/>
                  </a:lnTo>
                </a:path>
              </a:pathLst>
            </a:custGeom>
            <a:noFill/>
            <a:ln cap="flat" cmpd="sng" w="104700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9" name="Google Shape;329;p9"/>
            <p:cNvSpPr/>
            <p:nvPr/>
          </p:nvSpPr>
          <p:spPr>
            <a:xfrm>
              <a:off x="12250883" y="7289497"/>
              <a:ext cx="433070" cy="394970"/>
            </a:xfrm>
            <a:custGeom>
              <a:rect b="b" l="l" r="r" t="t"/>
              <a:pathLst>
                <a:path extrusionOk="0" h="394970" w="433070">
                  <a:moveTo>
                    <a:pt x="0" y="0"/>
                  </a:moveTo>
                  <a:lnTo>
                    <a:pt x="76102" y="394814"/>
                  </a:lnTo>
                  <a:lnTo>
                    <a:pt x="432866" y="1213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30" name="Google Shape;330;p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8129100" y="6396676"/>
              <a:ext cx="2282487" cy="15203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1" name="Google Shape;331;p9"/>
            <p:cNvSpPr/>
            <p:nvPr/>
          </p:nvSpPr>
          <p:spPr>
            <a:xfrm>
              <a:off x="8048298" y="6208014"/>
              <a:ext cx="2160270" cy="1150620"/>
            </a:xfrm>
            <a:custGeom>
              <a:rect b="b" l="l" r="r" t="t"/>
              <a:pathLst>
                <a:path extrusionOk="0" h="1150620" w="2160270">
                  <a:moveTo>
                    <a:pt x="0" y="1150311"/>
                  </a:moveTo>
                  <a:lnTo>
                    <a:pt x="2113807" y="24609"/>
                  </a:lnTo>
                  <a:lnTo>
                    <a:pt x="2160018" y="0"/>
                  </a:lnTo>
                </a:path>
              </a:pathLst>
            </a:custGeom>
            <a:noFill/>
            <a:ln cap="flat" cmpd="sng" w="104700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2" name="Google Shape;332;p9"/>
            <p:cNvSpPr/>
            <p:nvPr/>
          </p:nvSpPr>
          <p:spPr>
            <a:xfrm>
              <a:off x="10067606" y="6043625"/>
              <a:ext cx="449580" cy="367030"/>
            </a:xfrm>
            <a:custGeom>
              <a:rect b="b" l="l" r="r" t="t"/>
              <a:pathLst>
                <a:path extrusionOk="0" h="367029" w="449579">
                  <a:moveTo>
                    <a:pt x="449392" y="0"/>
                  </a:moveTo>
                  <a:lnTo>
                    <a:pt x="0" y="11550"/>
                  </a:lnTo>
                  <a:lnTo>
                    <a:pt x="188998" y="366445"/>
                  </a:lnTo>
                  <a:lnTo>
                    <a:pt x="449392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33" name="Google Shape;333;p9"/>
          <p:cNvSpPr txBox="1"/>
          <p:nvPr/>
        </p:nvSpPr>
        <p:spPr>
          <a:xfrm>
            <a:off x="9713862" y="2088754"/>
            <a:ext cx="2839085" cy="893444"/>
          </a:xfrm>
          <a:prstGeom prst="rect">
            <a:avLst/>
          </a:pr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248900">
            <a:spAutoFit/>
          </a:bodyPr>
          <a:lstStyle/>
          <a:p>
            <a:pPr indent="0" lvl="0" marL="768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Instance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4" name="Google Shape;334;p9"/>
          <p:cNvGrpSpPr/>
          <p:nvPr/>
        </p:nvGrpSpPr>
        <p:grpSpPr>
          <a:xfrm>
            <a:off x="4305364" y="5886562"/>
            <a:ext cx="3277387" cy="4471076"/>
            <a:chOff x="4305364" y="5886562"/>
            <a:chExt cx="3277387" cy="4471076"/>
          </a:xfrm>
        </p:grpSpPr>
        <p:pic>
          <p:nvPicPr>
            <p:cNvPr id="335" name="Google Shape;335;p9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305364" y="5886570"/>
              <a:ext cx="3277387" cy="44710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" name="Google Shape;336;p9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4347247" y="5886562"/>
              <a:ext cx="2351038" cy="4960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7" name="Google Shape;337;p9"/>
          <p:cNvGrpSpPr/>
          <p:nvPr/>
        </p:nvGrpSpPr>
        <p:grpSpPr>
          <a:xfrm>
            <a:off x="1864638" y="6655801"/>
            <a:ext cx="2163192" cy="1018282"/>
            <a:chOff x="1864638" y="6655801"/>
            <a:chExt cx="2163192" cy="1018282"/>
          </a:xfrm>
        </p:grpSpPr>
        <p:sp>
          <p:nvSpPr>
            <p:cNvPr id="338" name="Google Shape;338;p9"/>
            <p:cNvSpPr/>
            <p:nvPr/>
          </p:nvSpPr>
          <p:spPr>
            <a:xfrm>
              <a:off x="1864638" y="6737458"/>
              <a:ext cx="2008505" cy="936625"/>
            </a:xfrm>
            <a:custGeom>
              <a:rect b="b" l="l" r="r" t="t"/>
              <a:pathLst>
                <a:path extrusionOk="0" h="936625" w="2008504">
                  <a:moveTo>
                    <a:pt x="0" y="936499"/>
                  </a:moveTo>
                  <a:lnTo>
                    <a:pt x="14513" y="896444"/>
                  </a:lnTo>
                  <a:lnTo>
                    <a:pt x="30056" y="857264"/>
                  </a:lnTo>
                  <a:lnTo>
                    <a:pt x="46629" y="818959"/>
                  </a:lnTo>
                  <a:lnTo>
                    <a:pt x="64232" y="781530"/>
                  </a:lnTo>
                  <a:lnTo>
                    <a:pt x="82865" y="744976"/>
                  </a:lnTo>
                  <a:lnTo>
                    <a:pt x="102529" y="709297"/>
                  </a:lnTo>
                  <a:lnTo>
                    <a:pt x="123222" y="674494"/>
                  </a:lnTo>
                  <a:lnTo>
                    <a:pt x="144945" y="640567"/>
                  </a:lnTo>
                  <a:lnTo>
                    <a:pt x="167698" y="607515"/>
                  </a:lnTo>
                  <a:lnTo>
                    <a:pt x="191481" y="575338"/>
                  </a:lnTo>
                  <a:lnTo>
                    <a:pt x="216294" y="544036"/>
                  </a:lnTo>
                  <a:lnTo>
                    <a:pt x="242137" y="513610"/>
                  </a:lnTo>
                  <a:lnTo>
                    <a:pt x="269010" y="484060"/>
                  </a:lnTo>
                  <a:lnTo>
                    <a:pt x="296913" y="455385"/>
                  </a:lnTo>
                  <a:lnTo>
                    <a:pt x="325846" y="427585"/>
                  </a:lnTo>
                  <a:lnTo>
                    <a:pt x="355809" y="400661"/>
                  </a:lnTo>
                  <a:lnTo>
                    <a:pt x="386802" y="374612"/>
                  </a:lnTo>
                  <a:lnTo>
                    <a:pt x="418825" y="349438"/>
                  </a:lnTo>
                  <a:lnTo>
                    <a:pt x="451878" y="325140"/>
                  </a:lnTo>
                  <a:lnTo>
                    <a:pt x="485961" y="301718"/>
                  </a:lnTo>
                  <a:lnTo>
                    <a:pt x="521074" y="279170"/>
                  </a:lnTo>
                  <a:lnTo>
                    <a:pt x="557217" y="257499"/>
                  </a:lnTo>
                  <a:lnTo>
                    <a:pt x="594389" y="236702"/>
                  </a:lnTo>
                  <a:lnTo>
                    <a:pt x="632592" y="216781"/>
                  </a:lnTo>
                  <a:lnTo>
                    <a:pt x="671825" y="197736"/>
                  </a:lnTo>
                  <a:lnTo>
                    <a:pt x="712088" y="179565"/>
                  </a:lnTo>
                  <a:lnTo>
                    <a:pt x="753381" y="162271"/>
                  </a:lnTo>
                  <a:lnTo>
                    <a:pt x="795703" y="145851"/>
                  </a:lnTo>
                  <a:lnTo>
                    <a:pt x="839056" y="130308"/>
                  </a:lnTo>
                  <a:lnTo>
                    <a:pt x="883439" y="115639"/>
                  </a:lnTo>
                  <a:lnTo>
                    <a:pt x="928852" y="101846"/>
                  </a:lnTo>
                  <a:lnTo>
                    <a:pt x="975294" y="88928"/>
                  </a:lnTo>
                  <a:lnTo>
                    <a:pt x="1022767" y="76886"/>
                  </a:lnTo>
                  <a:lnTo>
                    <a:pt x="1071270" y="65719"/>
                  </a:lnTo>
                  <a:lnTo>
                    <a:pt x="1120802" y="55428"/>
                  </a:lnTo>
                  <a:lnTo>
                    <a:pt x="1171365" y="46012"/>
                  </a:lnTo>
                  <a:lnTo>
                    <a:pt x="1222958" y="37471"/>
                  </a:lnTo>
                  <a:lnTo>
                    <a:pt x="1275580" y="29806"/>
                  </a:lnTo>
                  <a:lnTo>
                    <a:pt x="1329233" y="23016"/>
                  </a:lnTo>
                  <a:lnTo>
                    <a:pt x="1383915" y="17102"/>
                  </a:lnTo>
                  <a:lnTo>
                    <a:pt x="1439628" y="12063"/>
                  </a:lnTo>
                  <a:lnTo>
                    <a:pt x="1496371" y="7899"/>
                  </a:lnTo>
                  <a:lnTo>
                    <a:pt x="1554143" y="4611"/>
                  </a:lnTo>
                  <a:lnTo>
                    <a:pt x="1612946" y="2199"/>
                  </a:lnTo>
                  <a:lnTo>
                    <a:pt x="1672778" y="661"/>
                  </a:lnTo>
                  <a:lnTo>
                    <a:pt x="1733641" y="0"/>
                  </a:lnTo>
                  <a:lnTo>
                    <a:pt x="1795533" y="213"/>
                  </a:lnTo>
                  <a:lnTo>
                    <a:pt x="1858455" y="1302"/>
                  </a:lnTo>
                  <a:lnTo>
                    <a:pt x="1922408" y="3266"/>
                  </a:lnTo>
                  <a:lnTo>
                    <a:pt x="1987390" y="6106"/>
                  </a:lnTo>
                  <a:lnTo>
                    <a:pt x="2008289" y="749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9" name="Google Shape;339;p9"/>
            <p:cNvSpPr/>
            <p:nvPr/>
          </p:nvSpPr>
          <p:spPr>
            <a:xfrm>
              <a:off x="3846220" y="6655801"/>
              <a:ext cx="181610" cy="175895"/>
            </a:xfrm>
            <a:custGeom>
              <a:rect b="b" l="l" r="r" t="t"/>
              <a:pathLst>
                <a:path extrusionOk="0" h="175895" w="181610">
                  <a:moveTo>
                    <a:pt x="11623" y="0"/>
                  </a:moveTo>
                  <a:lnTo>
                    <a:pt x="0" y="175526"/>
                  </a:lnTo>
                  <a:lnTo>
                    <a:pt x="181337" y="99387"/>
                  </a:lnTo>
                  <a:lnTo>
                    <a:pt x="11623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340" name="Google Shape;340;p9"/>
          <p:cNvGrpSpPr/>
          <p:nvPr/>
        </p:nvGrpSpPr>
        <p:grpSpPr>
          <a:xfrm>
            <a:off x="9873751" y="3086500"/>
            <a:ext cx="2519288" cy="2753494"/>
            <a:chOff x="9873751" y="3086500"/>
            <a:chExt cx="2519288" cy="2753494"/>
          </a:xfrm>
        </p:grpSpPr>
        <p:pic>
          <p:nvPicPr>
            <p:cNvPr id="341" name="Google Shape;341;p9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9873751" y="3086500"/>
              <a:ext cx="2519288" cy="27534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9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9873751" y="3086501"/>
              <a:ext cx="1545238" cy="3005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3" name="Google Shape;343;p9"/>
            <p:cNvSpPr/>
            <p:nvPr/>
          </p:nvSpPr>
          <p:spPr>
            <a:xfrm>
              <a:off x="11348771" y="3223392"/>
              <a:ext cx="1005840" cy="848994"/>
            </a:xfrm>
            <a:custGeom>
              <a:rect b="b" l="l" r="r" t="t"/>
              <a:pathLst>
                <a:path extrusionOk="0" h="848995" w="1005840">
                  <a:moveTo>
                    <a:pt x="138544" y="0"/>
                  </a:moveTo>
                  <a:lnTo>
                    <a:pt x="0" y="0"/>
                  </a:lnTo>
                  <a:lnTo>
                    <a:pt x="0" y="361848"/>
                  </a:lnTo>
                  <a:lnTo>
                    <a:pt x="138544" y="361848"/>
                  </a:lnTo>
                  <a:lnTo>
                    <a:pt x="138544" y="0"/>
                  </a:lnTo>
                  <a:close/>
                </a:path>
                <a:path extrusionOk="0" h="848995" w="1005840">
                  <a:moveTo>
                    <a:pt x="517931" y="264261"/>
                  </a:moveTo>
                  <a:lnTo>
                    <a:pt x="379374" y="264261"/>
                  </a:lnTo>
                  <a:lnTo>
                    <a:pt x="379374" y="626110"/>
                  </a:lnTo>
                  <a:lnTo>
                    <a:pt x="517931" y="626110"/>
                  </a:lnTo>
                  <a:lnTo>
                    <a:pt x="517931" y="264261"/>
                  </a:lnTo>
                  <a:close/>
                </a:path>
                <a:path extrusionOk="0" h="848995" w="1005840">
                  <a:moveTo>
                    <a:pt x="1005573" y="487070"/>
                  </a:moveTo>
                  <a:lnTo>
                    <a:pt x="867016" y="487070"/>
                  </a:lnTo>
                  <a:lnTo>
                    <a:pt x="867016" y="848918"/>
                  </a:lnTo>
                  <a:lnTo>
                    <a:pt x="1005573" y="848918"/>
                  </a:lnTo>
                  <a:lnTo>
                    <a:pt x="1005573" y="487070"/>
                  </a:lnTo>
                  <a:close/>
                </a:path>
              </a:pathLst>
            </a:custGeom>
            <a:solidFill>
              <a:srgbClr val="2E2A2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4" name="Google Shape;344;p9"/>
            <p:cNvSpPr/>
            <p:nvPr/>
          </p:nvSpPr>
          <p:spPr>
            <a:xfrm>
              <a:off x="10041578" y="3313492"/>
              <a:ext cx="2278380" cy="728980"/>
            </a:xfrm>
            <a:custGeom>
              <a:rect b="b" l="l" r="r" t="t"/>
              <a:pathLst>
                <a:path extrusionOk="0" h="728979" w="2278379">
                  <a:moveTo>
                    <a:pt x="0" y="0"/>
                  </a:moveTo>
                  <a:lnTo>
                    <a:pt x="2278164" y="0"/>
                  </a:lnTo>
                  <a:lnTo>
                    <a:pt x="2278164" y="728476"/>
                  </a:lnTo>
                  <a:lnTo>
                    <a:pt x="0" y="728476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62825">
              <a:solidFill>
                <a:srgbClr val="F1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45" name="Google Shape;345;p9"/>
          <p:cNvSpPr txBox="1"/>
          <p:nvPr/>
        </p:nvSpPr>
        <p:spPr>
          <a:xfrm>
            <a:off x="642092" y="7817849"/>
            <a:ext cx="2654935" cy="2339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just">
              <a:lnSpc>
                <a:spcPct val="110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Just a representation, </a:t>
            </a:r>
            <a:r>
              <a:rPr b="1"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NOT </a:t>
            </a:r>
            <a:r>
              <a:rPr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actual JavaScript syntax!</a:t>
            </a:r>
            <a:endParaRPr sz="205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62560" rtl="0" algn="l">
              <a:lnSpc>
                <a:spcPct val="1106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JavaScript does </a:t>
            </a:r>
            <a:r>
              <a:rPr b="1"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NOT </a:t>
            </a:r>
            <a:r>
              <a:rPr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support </a:t>
            </a:r>
            <a:r>
              <a:rPr i="1"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real </a:t>
            </a:r>
            <a:r>
              <a:rPr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classes like represented here</a:t>
            </a:r>
            <a:endParaRPr sz="2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6" name="Google Shape;346;p9"/>
          <p:cNvGrpSpPr/>
          <p:nvPr/>
        </p:nvGrpSpPr>
        <p:grpSpPr>
          <a:xfrm>
            <a:off x="12683749" y="3495996"/>
            <a:ext cx="1065338" cy="379441"/>
            <a:chOff x="12683749" y="3495996"/>
            <a:chExt cx="1065338" cy="379441"/>
          </a:xfrm>
        </p:grpSpPr>
        <p:sp>
          <p:nvSpPr>
            <p:cNvPr id="347" name="Google Shape;347;p9"/>
            <p:cNvSpPr/>
            <p:nvPr/>
          </p:nvSpPr>
          <p:spPr>
            <a:xfrm>
              <a:off x="12784522" y="3495996"/>
              <a:ext cx="964565" cy="261620"/>
            </a:xfrm>
            <a:custGeom>
              <a:rect b="b" l="l" r="r" t="t"/>
              <a:pathLst>
                <a:path extrusionOk="0" h="261620" w="964565">
                  <a:moveTo>
                    <a:pt x="964528" y="14534"/>
                  </a:moveTo>
                  <a:lnTo>
                    <a:pt x="905401" y="8318"/>
                  </a:lnTo>
                  <a:lnTo>
                    <a:pt x="847659" y="3824"/>
                  </a:lnTo>
                  <a:lnTo>
                    <a:pt x="791302" y="1051"/>
                  </a:lnTo>
                  <a:lnTo>
                    <a:pt x="736328" y="0"/>
                  </a:lnTo>
                  <a:lnTo>
                    <a:pt x="682740" y="669"/>
                  </a:lnTo>
                  <a:lnTo>
                    <a:pt x="630536" y="3061"/>
                  </a:lnTo>
                  <a:lnTo>
                    <a:pt x="579717" y="7173"/>
                  </a:lnTo>
                  <a:lnTo>
                    <a:pt x="530282" y="13007"/>
                  </a:lnTo>
                  <a:lnTo>
                    <a:pt x="482231" y="20563"/>
                  </a:lnTo>
                  <a:lnTo>
                    <a:pt x="435566" y="29839"/>
                  </a:lnTo>
                  <a:lnTo>
                    <a:pt x="390284" y="40837"/>
                  </a:lnTo>
                  <a:lnTo>
                    <a:pt x="346388" y="53557"/>
                  </a:lnTo>
                  <a:lnTo>
                    <a:pt x="303876" y="67998"/>
                  </a:lnTo>
                  <a:lnTo>
                    <a:pt x="262748" y="84160"/>
                  </a:lnTo>
                  <a:lnTo>
                    <a:pt x="223005" y="102043"/>
                  </a:lnTo>
                  <a:lnTo>
                    <a:pt x="184647" y="121648"/>
                  </a:lnTo>
                  <a:lnTo>
                    <a:pt x="147673" y="142975"/>
                  </a:lnTo>
                  <a:lnTo>
                    <a:pt x="112084" y="166022"/>
                  </a:lnTo>
                  <a:lnTo>
                    <a:pt x="77879" y="190791"/>
                  </a:lnTo>
                  <a:lnTo>
                    <a:pt x="45059" y="217282"/>
                  </a:lnTo>
                  <a:lnTo>
                    <a:pt x="13624" y="245493"/>
                  </a:lnTo>
                  <a:lnTo>
                    <a:pt x="0" y="26141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8" name="Google Shape;348;p9"/>
            <p:cNvSpPr/>
            <p:nvPr/>
          </p:nvSpPr>
          <p:spPr>
            <a:xfrm>
              <a:off x="12683749" y="3684302"/>
              <a:ext cx="181610" cy="191135"/>
            </a:xfrm>
            <a:custGeom>
              <a:rect b="b" l="l" r="r" t="t"/>
              <a:pathLst>
                <a:path extrusionOk="0" h="191135" w="181609">
                  <a:moveTo>
                    <a:pt x="47569" y="0"/>
                  </a:moveTo>
                  <a:lnTo>
                    <a:pt x="0" y="190833"/>
                  </a:lnTo>
                  <a:lnTo>
                    <a:pt x="181209" y="114391"/>
                  </a:lnTo>
                  <a:lnTo>
                    <a:pt x="47569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49" name="Google Shape;349;p9"/>
          <p:cNvSpPr txBox="1"/>
          <p:nvPr/>
        </p:nvSpPr>
        <p:spPr>
          <a:xfrm>
            <a:off x="13957670" y="3167214"/>
            <a:ext cx="505523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New object </a:t>
            </a:r>
            <a:r>
              <a:rPr lang="en-US" sz="19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created from the class. Like a</a:t>
            </a:r>
            <a:endParaRPr sz="195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i="1" lang="en-US" sz="19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real </a:t>
            </a:r>
            <a:r>
              <a:rPr lang="en-US" sz="19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house created from an </a:t>
            </a:r>
            <a:r>
              <a:rPr i="1" lang="en-US" sz="19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abstract </a:t>
            </a:r>
            <a:r>
              <a:rPr lang="en-US" sz="19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blueprint</a:t>
            </a:r>
            <a:endParaRPr sz="19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0" name="Google Shape;350;p9"/>
          <p:cNvGrpSpPr/>
          <p:nvPr/>
        </p:nvGrpSpPr>
        <p:grpSpPr>
          <a:xfrm>
            <a:off x="16068129" y="1608066"/>
            <a:ext cx="3833495" cy="1273810"/>
            <a:chOff x="16068129" y="1608066"/>
            <a:chExt cx="3833495" cy="1273810"/>
          </a:xfrm>
        </p:grpSpPr>
        <p:sp>
          <p:nvSpPr>
            <p:cNvPr id="351" name="Google Shape;351;p9"/>
            <p:cNvSpPr/>
            <p:nvPr/>
          </p:nvSpPr>
          <p:spPr>
            <a:xfrm>
              <a:off x="16068129" y="1608066"/>
              <a:ext cx="3833495" cy="1273810"/>
            </a:xfrm>
            <a:custGeom>
              <a:rect b="b" l="l" r="r" t="t"/>
              <a:pathLst>
                <a:path extrusionOk="0" h="1273810" w="3833494">
                  <a:moveTo>
                    <a:pt x="3832998" y="0"/>
                  </a:moveTo>
                  <a:lnTo>
                    <a:pt x="0" y="0"/>
                  </a:lnTo>
                  <a:lnTo>
                    <a:pt x="0" y="1273259"/>
                  </a:lnTo>
                  <a:lnTo>
                    <a:pt x="3832998" y="1273259"/>
                  </a:lnTo>
                  <a:lnTo>
                    <a:pt x="3832998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52" name="Google Shape;352;p9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16235663" y="1782144"/>
              <a:ext cx="261772" cy="26177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3" name="Google Shape;353;p9"/>
          <p:cNvSpPr txBox="1"/>
          <p:nvPr/>
        </p:nvSpPr>
        <p:spPr>
          <a:xfrm>
            <a:off x="16068129" y="1608066"/>
            <a:ext cx="3833495" cy="1273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1275">
            <a:spAutoFit/>
          </a:bodyPr>
          <a:lstStyle/>
          <a:p>
            <a:pPr indent="0" lvl="0" marL="596265" marR="288290" rtl="0" algn="just">
              <a:lnSpc>
                <a:spcPct val="12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Conceptual overview: it works a bit </a:t>
            </a:r>
            <a:r>
              <a:rPr b="1" lang="en-US" sz="17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differently </a:t>
            </a:r>
            <a:r>
              <a:rPr lang="en-US" sz="17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in JavaScript. Still important to understand!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94401" y="6524552"/>
            <a:ext cx="5228414" cy="3445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0"/>
          <p:cNvSpPr txBox="1"/>
          <p:nvPr>
            <p:ph type="title"/>
          </p:nvPr>
        </p:nvSpPr>
        <p:spPr>
          <a:xfrm>
            <a:off x="603309" y="259543"/>
            <a:ext cx="142493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	 4 FUNDAMENTAL	OOP PRINCIPLES</a:t>
            </a:r>
            <a:endParaRPr/>
          </a:p>
        </p:txBody>
      </p:sp>
      <p:sp>
        <p:nvSpPr>
          <p:cNvPr id="361" name="Google Shape;361;p10"/>
          <p:cNvSpPr/>
          <p:nvPr/>
        </p:nvSpPr>
        <p:spPr>
          <a:xfrm>
            <a:off x="0" y="1374008"/>
            <a:ext cx="4791075" cy="9934575"/>
          </a:xfrm>
          <a:custGeom>
            <a:rect b="b" l="l" r="r" t="t"/>
            <a:pathLst>
              <a:path extrusionOk="0" h="9934575" w="4791075">
                <a:moveTo>
                  <a:pt x="4790493" y="0"/>
                </a:moveTo>
                <a:lnTo>
                  <a:pt x="0" y="0"/>
                </a:lnTo>
                <a:lnTo>
                  <a:pt x="0" y="9934547"/>
                </a:lnTo>
                <a:lnTo>
                  <a:pt x="4790493" y="9934547"/>
                </a:lnTo>
                <a:lnTo>
                  <a:pt x="4790493" y="0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2" name="Google Shape;362;p10"/>
          <p:cNvSpPr txBox="1"/>
          <p:nvPr/>
        </p:nvSpPr>
        <p:spPr>
          <a:xfrm>
            <a:off x="562842" y="3588141"/>
            <a:ext cx="3665220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10102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Abstraction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0"/>
          <p:cNvSpPr txBox="1"/>
          <p:nvPr/>
        </p:nvSpPr>
        <p:spPr>
          <a:xfrm>
            <a:off x="562842" y="6931966"/>
            <a:ext cx="3665220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8058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Polymorphism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0"/>
          <p:cNvSpPr txBox="1"/>
          <p:nvPr/>
        </p:nvSpPr>
        <p:spPr>
          <a:xfrm>
            <a:off x="562842" y="5813728"/>
            <a:ext cx="3665220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103631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Inheritance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0"/>
          <p:cNvSpPr txBox="1"/>
          <p:nvPr/>
        </p:nvSpPr>
        <p:spPr>
          <a:xfrm>
            <a:off x="562842" y="4702360"/>
            <a:ext cx="3665220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825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Encapsulation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6" name="Google Shape;366;p10"/>
          <p:cNvGrpSpPr/>
          <p:nvPr/>
        </p:nvGrpSpPr>
        <p:grpSpPr>
          <a:xfrm>
            <a:off x="5325774" y="3196198"/>
            <a:ext cx="10866486" cy="3562155"/>
            <a:chOff x="5325774" y="3196198"/>
            <a:chExt cx="10866486" cy="3562155"/>
          </a:xfrm>
        </p:grpSpPr>
        <p:sp>
          <p:nvSpPr>
            <p:cNvPr id="367" name="Google Shape;367;p10"/>
            <p:cNvSpPr/>
            <p:nvPr/>
          </p:nvSpPr>
          <p:spPr>
            <a:xfrm>
              <a:off x="5433847" y="3196198"/>
              <a:ext cx="1635760" cy="459105"/>
            </a:xfrm>
            <a:custGeom>
              <a:rect b="b" l="l" r="r" t="t"/>
              <a:pathLst>
                <a:path extrusionOk="0" h="459104" w="1635759">
                  <a:moveTo>
                    <a:pt x="1635736" y="12183"/>
                  </a:moveTo>
                  <a:lnTo>
                    <a:pt x="1575786" y="7777"/>
                  </a:lnTo>
                  <a:lnTo>
                    <a:pt x="1516638" y="4356"/>
                  </a:lnTo>
                  <a:lnTo>
                    <a:pt x="1458291" y="1919"/>
                  </a:lnTo>
                  <a:lnTo>
                    <a:pt x="1400747" y="467"/>
                  </a:lnTo>
                  <a:lnTo>
                    <a:pt x="1344004" y="0"/>
                  </a:lnTo>
                  <a:lnTo>
                    <a:pt x="1288063" y="517"/>
                  </a:lnTo>
                  <a:lnTo>
                    <a:pt x="1232924" y="2018"/>
                  </a:lnTo>
                  <a:lnTo>
                    <a:pt x="1178587" y="4505"/>
                  </a:lnTo>
                  <a:lnTo>
                    <a:pt x="1125052" y="7976"/>
                  </a:lnTo>
                  <a:lnTo>
                    <a:pt x="1072319" y="12431"/>
                  </a:lnTo>
                  <a:lnTo>
                    <a:pt x="1020387" y="17872"/>
                  </a:lnTo>
                  <a:lnTo>
                    <a:pt x="969258" y="24296"/>
                  </a:lnTo>
                  <a:lnTo>
                    <a:pt x="918930" y="31706"/>
                  </a:lnTo>
                  <a:lnTo>
                    <a:pt x="869405" y="40100"/>
                  </a:lnTo>
                  <a:lnTo>
                    <a:pt x="820681" y="49478"/>
                  </a:lnTo>
                  <a:lnTo>
                    <a:pt x="772759" y="59842"/>
                  </a:lnTo>
                  <a:lnTo>
                    <a:pt x="725639" y="71189"/>
                  </a:lnTo>
                  <a:lnTo>
                    <a:pt x="679321" y="83522"/>
                  </a:lnTo>
                  <a:lnTo>
                    <a:pt x="633805" y="96839"/>
                  </a:lnTo>
                  <a:lnTo>
                    <a:pt x="589091" y="111141"/>
                  </a:lnTo>
                  <a:lnTo>
                    <a:pt x="545178" y="126427"/>
                  </a:lnTo>
                  <a:lnTo>
                    <a:pt x="502068" y="142698"/>
                  </a:lnTo>
                  <a:lnTo>
                    <a:pt x="459759" y="159953"/>
                  </a:lnTo>
                  <a:lnTo>
                    <a:pt x="418253" y="178193"/>
                  </a:lnTo>
                  <a:lnTo>
                    <a:pt x="377548" y="197418"/>
                  </a:lnTo>
                  <a:lnTo>
                    <a:pt x="337645" y="217627"/>
                  </a:lnTo>
                  <a:lnTo>
                    <a:pt x="298544" y="238821"/>
                  </a:lnTo>
                  <a:lnTo>
                    <a:pt x="260245" y="261000"/>
                  </a:lnTo>
                  <a:lnTo>
                    <a:pt x="222748" y="284163"/>
                  </a:lnTo>
                  <a:lnTo>
                    <a:pt x="186052" y="308311"/>
                  </a:lnTo>
                  <a:lnTo>
                    <a:pt x="150159" y="333443"/>
                  </a:lnTo>
                  <a:lnTo>
                    <a:pt x="115067" y="359560"/>
                  </a:lnTo>
                  <a:lnTo>
                    <a:pt x="80778" y="386662"/>
                  </a:lnTo>
                  <a:lnTo>
                    <a:pt x="47290" y="414748"/>
                  </a:lnTo>
                  <a:lnTo>
                    <a:pt x="14604" y="443819"/>
                  </a:lnTo>
                  <a:lnTo>
                    <a:pt x="0" y="458828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8" name="Google Shape;368;p10"/>
            <p:cNvSpPr/>
            <p:nvPr/>
          </p:nvSpPr>
          <p:spPr>
            <a:xfrm>
              <a:off x="5325774" y="3578679"/>
              <a:ext cx="186055" cy="187960"/>
            </a:xfrm>
            <a:custGeom>
              <a:rect b="b" l="l" r="r" t="t"/>
              <a:pathLst>
                <a:path extrusionOk="0" h="187960" w="186054">
                  <a:moveTo>
                    <a:pt x="59640" y="0"/>
                  </a:moveTo>
                  <a:lnTo>
                    <a:pt x="0" y="187413"/>
                  </a:lnTo>
                  <a:lnTo>
                    <a:pt x="185714" y="122676"/>
                  </a:lnTo>
                  <a:lnTo>
                    <a:pt x="5964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9" name="Google Shape;369;p10"/>
            <p:cNvSpPr/>
            <p:nvPr/>
          </p:nvSpPr>
          <p:spPr>
            <a:xfrm>
              <a:off x="7916940" y="4764453"/>
              <a:ext cx="8275320" cy="1993900"/>
            </a:xfrm>
            <a:custGeom>
              <a:rect b="b" l="l" r="r" t="t"/>
              <a:pathLst>
                <a:path extrusionOk="0" h="1993900" w="8275319">
                  <a:moveTo>
                    <a:pt x="8274755" y="0"/>
                  </a:moveTo>
                  <a:lnTo>
                    <a:pt x="0" y="0"/>
                  </a:lnTo>
                  <a:lnTo>
                    <a:pt x="0" y="1993839"/>
                  </a:lnTo>
                  <a:lnTo>
                    <a:pt x="8274755" y="1993839"/>
                  </a:lnTo>
                  <a:lnTo>
                    <a:pt x="8274755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70" name="Google Shape;370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45728" y="5252587"/>
              <a:ext cx="439777" cy="4397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1" name="Google Shape;371;p10"/>
          <p:cNvSpPr txBox="1"/>
          <p:nvPr/>
        </p:nvSpPr>
        <p:spPr>
          <a:xfrm>
            <a:off x="7457309" y="2576154"/>
            <a:ext cx="2810510" cy="1200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The 4 fundamental principles of Object- Oriented Programming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0"/>
          <p:cNvSpPr txBox="1"/>
          <p:nvPr/>
        </p:nvSpPr>
        <p:spPr>
          <a:xfrm>
            <a:off x="7916940" y="4764453"/>
            <a:ext cx="8275320" cy="1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53050">
            <a:spAutoFit/>
          </a:bodyPr>
          <a:lstStyle/>
          <a:p>
            <a:pPr indent="439419" lvl="0" marL="717550" marR="426719" rtl="0" algn="l">
              <a:lnSpc>
                <a:spcPct val="13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9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“How do we actually design classes? How do we model real-world data into classes?”</a:t>
            </a:r>
            <a:endParaRPr sz="29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1"/>
          <p:cNvSpPr txBox="1"/>
          <p:nvPr>
            <p:ph type="title"/>
          </p:nvPr>
        </p:nvSpPr>
        <p:spPr>
          <a:xfrm>
            <a:off x="603308" y="259543"/>
            <a:ext cx="96011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PRINCIPLE	1:	ABSTRACTION</a:t>
            </a:r>
            <a:endParaRPr/>
          </a:p>
        </p:txBody>
      </p:sp>
      <p:sp>
        <p:nvSpPr>
          <p:cNvPr id="379" name="Google Shape;379;p11"/>
          <p:cNvSpPr/>
          <p:nvPr/>
        </p:nvSpPr>
        <p:spPr>
          <a:xfrm>
            <a:off x="0" y="1374008"/>
            <a:ext cx="4791075" cy="9934575"/>
          </a:xfrm>
          <a:custGeom>
            <a:rect b="b" l="l" r="r" t="t"/>
            <a:pathLst>
              <a:path extrusionOk="0" h="9934575" w="4791075">
                <a:moveTo>
                  <a:pt x="4790493" y="0"/>
                </a:moveTo>
                <a:lnTo>
                  <a:pt x="0" y="0"/>
                </a:lnTo>
                <a:lnTo>
                  <a:pt x="0" y="9934547"/>
                </a:lnTo>
                <a:lnTo>
                  <a:pt x="4790493" y="9934547"/>
                </a:lnTo>
                <a:lnTo>
                  <a:pt x="4790493" y="0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0" name="Google Shape;380;p11"/>
          <p:cNvSpPr txBox="1"/>
          <p:nvPr/>
        </p:nvSpPr>
        <p:spPr>
          <a:xfrm>
            <a:off x="562842" y="6931966"/>
            <a:ext cx="3665220" cy="788670"/>
          </a:xfrm>
          <a:prstGeom prst="rect">
            <a:avLst/>
          </a:prstGeom>
          <a:solidFill>
            <a:srgbClr val="CACACA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8058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Polymorphism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1"/>
          <p:cNvSpPr txBox="1"/>
          <p:nvPr/>
        </p:nvSpPr>
        <p:spPr>
          <a:xfrm>
            <a:off x="562842" y="5813728"/>
            <a:ext cx="3665220" cy="788670"/>
          </a:xfrm>
          <a:prstGeom prst="rect">
            <a:avLst/>
          </a:prstGeom>
          <a:solidFill>
            <a:srgbClr val="CACACA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103631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Inheritance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2" name="Google Shape;382;p11"/>
          <p:cNvGrpSpPr/>
          <p:nvPr/>
        </p:nvGrpSpPr>
        <p:grpSpPr>
          <a:xfrm>
            <a:off x="6991417" y="3400982"/>
            <a:ext cx="10902950" cy="7109724"/>
            <a:chOff x="6991417" y="3400982"/>
            <a:chExt cx="10902950" cy="7109724"/>
          </a:xfrm>
        </p:grpSpPr>
        <p:pic>
          <p:nvPicPr>
            <p:cNvPr id="383" name="Google Shape;383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66994" y="3400982"/>
              <a:ext cx="1906261" cy="32565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4" name="Google Shape;384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289050" y="3400982"/>
              <a:ext cx="1864750" cy="34456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5" name="Google Shape;385;p11"/>
            <p:cNvSpPr/>
            <p:nvPr/>
          </p:nvSpPr>
          <p:spPr>
            <a:xfrm>
              <a:off x="6991417" y="8634281"/>
              <a:ext cx="10902950" cy="1876425"/>
            </a:xfrm>
            <a:custGeom>
              <a:rect b="b" l="l" r="r" t="t"/>
              <a:pathLst>
                <a:path extrusionOk="0" h="1876425" w="10902950">
                  <a:moveTo>
                    <a:pt x="10902589" y="0"/>
                  </a:moveTo>
                  <a:lnTo>
                    <a:pt x="0" y="0"/>
                  </a:lnTo>
                  <a:lnTo>
                    <a:pt x="0" y="1876382"/>
                  </a:lnTo>
                  <a:lnTo>
                    <a:pt x="10902589" y="1876382"/>
                  </a:lnTo>
                  <a:lnTo>
                    <a:pt x="10902589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86" name="Google Shape;386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253189" y="8937281"/>
              <a:ext cx="303655" cy="3036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7" name="Google Shape;387;p11"/>
          <p:cNvSpPr txBox="1"/>
          <p:nvPr/>
        </p:nvSpPr>
        <p:spPr>
          <a:xfrm>
            <a:off x="562842" y="3588141"/>
            <a:ext cx="3665220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10102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Abstraction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1"/>
          <p:cNvSpPr txBox="1"/>
          <p:nvPr/>
        </p:nvSpPr>
        <p:spPr>
          <a:xfrm>
            <a:off x="562842" y="4702360"/>
            <a:ext cx="3665220" cy="788670"/>
          </a:xfrm>
          <a:prstGeom prst="rect">
            <a:avLst/>
          </a:prstGeom>
          <a:solidFill>
            <a:srgbClr val="CACACA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825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Encapsulation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1"/>
          <p:cNvSpPr txBox="1"/>
          <p:nvPr/>
        </p:nvSpPr>
        <p:spPr>
          <a:xfrm>
            <a:off x="6991417" y="8634281"/>
            <a:ext cx="10902950" cy="1876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650">
            <a:spAutoFit/>
          </a:bodyPr>
          <a:lstStyle/>
          <a:p>
            <a:pPr indent="0" lvl="0" marL="770255" marR="478155" rtl="0" algn="l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Abstraction: </a:t>
            </a:r>
            <a:r>
              <a:rPr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Ignoring or hiding details that </a:t>
            </a:r>
            <a:r>
              <a:rPr b="1"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don’t matter</a:t>
            </a:r>
            <a:r>
              <a:rPr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, allowing us to get an </a:t>
            </a:r>
            <a:r>
              <a:rPr b="1"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overview </a:t>
            </a:r>
            <a:r>
              <a:rPr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perspective of the </a:t>
            </a:r>
            <a:r>
              <a:rPr i="1" lang="en-US" sz="2400">
                <a:solidFill>
                  <a:srgbClr val="444444"/>
                </a:solidFill>
                <a:latin typeface="Source Sans 3"/>
                <a:ea typeface="Source Sans 3"/>
                <a:cs typeface="Source Sans 3"/>
                <a:sym typeface="Source Sans 3"/>
              </a:rPr>
              <a:t>thing </a:t>
            </a:r>
            <a:r>
              <a:rPr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we’re implementing, instead of messing with details that don’t really matter to our implementation.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0" name="Google Shape;390;p11"/>
          <p:cNvGrpSpPr/>
          <p:nvPr/>
        </p:nvGrpSpPr>
        <p:grpSpPr>
          <a:xfrm>
            <a:off x="6648312" y="1983157"/>
            <a:ext cx="11588806" cy="6092006"/>
            <a:chOff x="6648312" y="1983157"/>
            <a:chExt cx="11588806" cy="6092006"/>
          </a:xfrm>
        </p:grpSpPr>
        <p:sp>
          <p:nvSpPr>
            <p:cNvPr id="391" name="Google Shape;391;p11"/>
            <p:cNvSpPr/>
            <p:nvPr/>
          </p:nvSpPr>
          <p:spPr>
            <a:xfrm>
              <a:off x="10498168" y="2545717"/>
              <a:ext cx="467359" cy="560070"/>
            </a:xfrm>
            <a:custGeom>
              <a:rect b="b" l="l" r="r" t="t"/>
              <a:pathLst>
                <a:path extrusionOk="0" h="560069" w="467359">
                  <a:moveTo>
                    <a:pt x="467068" y="0"/>
                  </a:moveTo>
                  <a:lnTo>
                    <a:pt x="414044" y="12130"/>
                  </a:lnTo>
                  <a:lnTo>
                    <a:pt x="364196" y="27134"/>
                  </a:lnTo>
                  <a:lnTo>
                    <a:pt x="317527" y="45010"/>
                  </a:lnTo>
                  <a:lnTo>
                    <a:pt x="274035" y="65759"/>
                  </a:lnTo>
                  <a:lnTo>
                    <a:pt x="233722" y="89380"/>
                  </a:lnTo>
                  <a:lnTo>
                    <a:pt x="196585" y="115875"/>
                  </a:lnTo>
                  <a:lnTo>
                    <a:pt x="162627" y="145242"/>
                  </a:lnTo>
                  <a:lnTo>
                    <a:pt x="131846" y="177482"/>
                  </a:lnTo>
                  <a:lnTo>
                    <a:pt x="104243" y="212594"/>
                  </a:lnTo>
                  <a:lnTo>
                    <a:pt x="79818" y="250579"/>
                  </a:lnTo>
                  <a:lnTo>
                    <a:pt x="58571" y="291438"/>
                  </a:lnTo>
                  <a:lnTo>
                    <a:pt x="40501" y="335168"/>
                  </a:lnTo>
                  <a:lnTo>
                    <a:pt x="25609" y="381772"/>
                  </a:lnTo>
                  <a:lnTo>
                    <a:pt x="13895" y="431248"/>
                  </a:lnTo>
                  <a:lnTo>
                    <a:pt x="5358" y="483597"/>
                  </a:lnTo>
                  <a:lnTo>
                    <a:pt x="0" y="538819"/>
                  </a:lnTo>
                  <a:lnTo>
                    <a:pt x="284" y="55976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2" name="Google Shape;392;p11"/>
            <p:cNvSpPr/>
            <p:nvPr/>
          </p:nvSpPr>
          <p:spPr>
            <a:xfrm>
              <a:off x="10410225" y="3083343"/>
              <a:ext cx="175895" cy="177165"/>
            </a:xfrm>
            <a:custGeom>
              <a:rect b="b" l="l" r="r" t="t"/>
              <a:pathLst>
                <a:path extrusionOk="0" h="177164" w="175895">
                  <a:moveTo>
                    <a:pt x="175892" y="0"/>
                  </a:moveTo>
                  <a:lnTo>
                    <a:pt x="0" y="2388"/>
                  </a:lnTo>
                  <a:lnTo>
                    <a:pt x="90334" y="177088"/>
                  </a:lnTo>
                  <a:lnTo>
                    <a:pt x="175892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3" name="Google Shape;393;p11"/>
            <p:cNvSpPr/>
            <p:nvPr/>
          </p:nvSpPr>
          <p:spPr>
            <a:xfrm>
              <a:off x="14225017" y="2545717"/>
              <a:ext cx="467359" cy="560070"/>
            </a:xfrm>
            <a:custGeom>
              <a:rect b="b" l="l" r="r" t="t"/>
              <a:pathLst>
                <a:path extrusionOk="0" h="560069" w="467359">
                  <a:moveTo>
                    <a:pt x="467068" y="0"/>
                  </a:moveTo>
                  <a:lnTo>
                    <a:pt x="414044" y="12130"/>
                  </a:lnTo>
                  <a:lnTo>
                    <a:pt x="364196" y="27134"/>
                  </a:lnTo>
                  <a:lnTo>
                    <a:pt x="317527" y="45010"/>
                  </a:lnTo>
                  <a:lnTo>
                    <a:pt x="274035" y="65759"/>
                  </a:lnTo>
                  <a:lnTo>
                    <a:pt x="233722" y="89380"/>
                  </a:lnTo>
                  <a:lnTo>
                    <a:pt x="196585" y="115875"/>
                  </a:lnTo>
                  <a:lnTo>
                    <a:pt x="162627" y="145242"/>
                  </a:lnTo>
                  <a:lnTo>
                    <a:pt x="131846" y="177482"/>
                  </a:lnTo>
                  <a:lnTo>
                    <a:pt x="104243" y="212594"/>
                  </a:lnTo>
                  <a:lnTo>
                    <a:pt x="79818" y="250579"/>
                  </a:lnTo>
                  <a:lnTo>
                    <a:pt x="58571" y="291438"/>
                  </a:lnTo>
                  <a:lnTo>
                    <a:pt x="40501" y="335168"/>
                  </a:lnTo>
                  <a:lnTo>
                    <a:pt x="25609" y="381772"/>
                  </a:lnTo>
                  <a:lnTo>
                    <a:pt x="13895" y="431248"/>
                  </a:lnTo>
                  <a:lnTo>
                    <a:pt x="5358" y="483597"/>
                  </a:lnTo>
                  <a:lnTo>
                    <a:pt x="0" y="538819"/>
                  </a:lnTo>
                  <a:lnTo>
                    <a:pt x="284" y="55976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4" name="Google Shape;394;p11"/>
            <p:cNvSpPr/>
            <p:nvPr/>
          </p:nvSpPr>
          <p:spPr>
            <a:xfrm>
              <a:off x="14137067" y="3083343"/>
              <a:ext cx="175895" cy="177165"/>
            </a:xfrm>
            <a:custGeom>
              <a:rect b="b" l="l" r="r" t="t"/>
              <a:pathLst>
                <a:path extrusionOk="0" h="177164" w="175894">
                  <a:moveTo>
                    <a:pt x="175900" y="0"/>
                  </a:moveTo>
                  <a:lnTo>
                    <a:pt x="0" y="2388"/>
                  </a:lnTo>
                  <a:lnTo>
                    <a:pt x="90342" y="177088"/>
                  </a:lnTo>
                  <a:lnTo>
                    <a:pt x="17590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5" name="Google Shape;395;p11"/>
            <p:cNvSpPr/>
            <p:nvPr/>
          </p:nvSpPr>
          <p:spPr>
            <a:xfrm>
              <a:off x="9812699" y="7698842"/>
              <a:ext cx="1023619" cy="159385"/>
            </a:xfrm>
            <a:custGeom>
              <a:rect b="b" l="l" r="r" t="t"/>
              <a:pathLst>
                <a:path extrusionOk="0" h="159384" w="1023620">
                  <a:moveTo>
                    <a:pt x="1023064" y="68171"/>
                  </a:moveTo>
                  <a:lnTo>
                    <a:pt x="972645" y="86816"/>
                  </a:lnTo>
                  <a:lnTo>
                    <a:pt x="922479" y="103326"/>
                  </a:lnTo>
                  <a:lnTo>
                    <a:pt x="872568" y="117700"/>
                  </a:lnTo>
                  <a:lnTo>
                    <a:pt x="822911" y="129939"/>
                  </a:lnTo>
                  <a:lnTo>
                    <a:pt x="773509" y="140042"/>
                  </a:lnTo>
                  <a:lnTo>
                    <a:pt x="724361" y="148011"/>
                  </a:lnTo>
                  <a:lnTo>
                    <a:pt x="675467" y="153844"/>
                  </a:lnTo>
                  <a:lnTo>
                    <a:pt x="626828" y="157542"/>
                  </a:lnTo>
                  <a:lnTo>
                    <a:pt x="578443" y="159105"/>
                  </a:lnTo>
                  <a:lnTo>
                    <a:pt x="530313" y="158532"/>
                  </a:lnTo>
                  <a:lnTo>
                    <a:pt x="482437" y="155825"/>
                  </a:lnTo>
                  <a:lnTo>
                    <a:pt x="434816" y="150982"/>
                  </a:lnTo>
                  <a:lnTo>
                    <a:pt x="387448" y="144003"/>
                  </a:lnTo>
                  <a:lnTo>
                    <a:pt x="340336" y="134890"/>
                  </a:lnTo>
                  <a:lnTo>
                    <a:pt x="293477" y="123641"/>
                  </a:lnTo>
                  <a:lnTo>
                    <a:pt x="246873" y="110257"/>
                  </a:lnTo>
                  <a:lnTo>
                    <a:pt x="200524" y="94738"/>
                  </a:lnTo>
                  <a:lnTo>
                    <a:pt x="154429" y="77083"/>
                  </a:lnTo>
                  <a:lnTo>
                    <a:pt x="108588" y="57293"/>
                  </a:lnTo>
                  <a:lnTo>
                    <a:pt x="63002" y="35368"/>
                  </a:lnTo>
                  <a:lnTo>
                    <a:pt x="17670" y="11308"/>
                  </a:lnTo>
                  <a:lnTo>
                    <a:pt x="0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6" name="Google Shape;396;p11"/>
            <p:cNvSpPr/>
            <p:nvPr/>
          </p:nvSpPr>
          <p:spPr>
            <a:xfrm>
              <a:off x="9682172" y="7615307"/>
              <a:ext cx="195580" cy="168910"/>
            </a:xfrm>
            <a:custGeom>
              <a:rect b="b" l="l" r="r" t="t"/>
              <a:pathLst>
                <a:path extrusionOk="0" h="168909" w="195579">
                  <a:moveTo>
                    <a:pt x="0" y="0"/>
                  </a:moveTo>
                  <a:lnTo>
                    <a:pt x="100755" y="168906"/>
                  </a:lnTo>
                  <a:lnTo>
                    <a:pt x="195578" y="207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7" name="Google Shape;397;p11"/>
            <p:cNvSpPr/>
            <p:nvPr/>
          </p:nvSpPr>
          <p:spPr>
            <a:xfrm>
              <a:off x="16761104" y="6805013"/>
              <a:ext cx="548005" cy="478790"/>
            </a:xfrm>
            <a:custGeom>
              <a:rect b="b" l="l" r="r" t="t"/>
              <a:pathLst>
                <a:path extrusionOk="0" h="478790" w="548005">
                  <a:moveTo>
                    <a:pt x="547766" y="478376"/>
                  </a:moveTo>
                  <a:lnTo>
                    <a:pt x="492369" y="478118"/>
                  </a:lnTo>
                  <a:lnTo>
                    <a:pt x="439877" y="474528"/>
                  </a:lnTo>
                  <a:lnTo>
                    <a:pt x="390290" y="467607"/>
                  </a:lnTo>
                  <a:lnTo>
                    <a:pt x="343609" y="457355"/>
                  </a:lnTo>
                  <a:lnTo>
                    <a:pt x="299832" y="443771"/>
                  </a:lnTo>
                  <a:lnTo>
                    <a:pt x="258961" y="426856"/>
                  </a:lnTo>
                  <a:lnTo>
                    <a:pt x="220995" y="406609"/>
                  </a:lnTo>
                  <a:lnTo>
                    <a:pt x="185934" y="383031"/>
                  </a:lnTo>
                  <a:lnTo>
                    <a:pt x="153778" y="356121"/>
                  </a:lnTo>
                  <a:lnTo>
                    <a:pt x="124528" y="325880"/>
                  </a:lnTo>
                  <a:lnTo>
                    <a:pt x="98182" y="292308"/>
                  </a:lnTo>
                  <a:lnTo>
                    <a:pt x="74742" y="255404"/>
                  </a:lnTo>
                  <a:lnTo>
                    <a:pt x="54207" y="215169"/>
                  </a:lnTo>
                  <a:lnTo>
                    <a:pt x="36577" y="171603"/>
                  </a:lnTo>
                  <a:lnTo>
                    <a:pt x="21852" y="124705"/>
                  </a:lnTo>
                  <a:lnTo>
                    <a:pt x="10033" y="74476"/>
                  </a:lnTo>
                  <a:lnTo>
                    <a:pt x="1119" y="20915"/>
                  </a:lnTo>
                  <a:lnTo>
                    <a:pt x="0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8" name="Google Shape;398;p11"/>
            <p:cNvSpPr/>
            <p:nvPr/>
          </p:nvSpPr>
          <p:spPr>
            <a:xfrm>
              <a:off x="16674393" y="6650265"/>
              <a:ext cx="175895" cy="180975"/>
            </a:xfrm>
            <a:custGeom>
              <a:rect b="b" l="l" r="r" t="t"/>
              <a:pathLst>
                <a:path extrusionOk="0" h="180975" w="175894">
                  <a:moveTo>
                    <a:pt x="78437" y="0"/>
                  </a:moveTo>
                  <a:lnTo>
                    <a:pt x="0" y="180359"/>
                  </a:lnTo>
                  <a:lnTo>
                    <a:pt x="175659" y="170960"/>
                  </a:lnTo>
                  <a:lnTo>
                    <a:pt x="78437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99" name="Google Shape;399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648312" y="1983157"/>
              <a:ext cx="2706489" cy="60920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1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679725" y="1983158"/>
              <a:ext cx="1906222" cy="4281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1" name="Google Shape;401;p1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648312" y="4543241"/>
              <a:ext cx="2311774" cy="3391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2" name="Google Shape;402;p1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814670" y="2377132"/>
              <a:ext cx="190680" cy="3978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3" name="Google Shape;403;p1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804200" y="2659043"/>
              <a:ext cx="190680" cy="3978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4" name="Google Shape;404;p1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929110" y="2977718"/>
              <a:ext cx="190680" cy="3978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5" name="Google Shape;405;p1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439161" y="3260432"/>
              <a:ext cx="190680" cy="3978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6" name="Google Shape;406;p1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5530710" y="3820471"/>
              <a:ext cx="2706408" cy="26065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7" name="Google Shape;407;p1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5562122" y="3820471"/>
              <a:ext cx="1906222" cy="4281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8" name="Google Shape;408;p1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5530710" y="5717435"/>
              <a:ext cx="2311774" cy="3391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9" name="Google Shape;409;p1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6693146" y="4484526"/>
              <a:ext cx="190674" cy="3978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0" name="Google Shape;410;p1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6657262" y="4145348"/>
              <a:ext cx="190674" cy="39789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1" name="Google Shape;411;p11"/>
          <p:cNvSpPr txBox="1"/>
          <p:nvPr/>
        </p:nvSpPr>
        <p:spPr>
          <a:xfrm>
            <a:off x="11134918" y="2345809"/>
            <a:ext cx="136461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150">
                <a:solidFill>
                  <a:srgbClr val="F2425D"/>
                </a:solidFill>
                <a:latin typeface="Calibri"/>
                <a:ea typeface="Calibri"/>
                <a:cs typeface="Calibri"/>
                <a:sym typeface="Calibri"/>
              </a:rPr>
              <a:t>Real </a:t>
            </a:r>
            <a:r>
              <a:rPr b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phone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1"/>
          <p:cNvSpPr txBox="1"/>
          <p:nvPr/>
        </p:nvSpPr>
        <p:spPr>
          <a:xfrm>
            <a:off x="14861757" y="2345809"/>
            <a:ext cx="212153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150">
                <a:solidFill>
                  <a:srgbClr val="F2425D"/>
                </a:solidFill>
                <a:latin typeface="Calibri"/>
                <a:ea typeface="Calibri"/>
                <a:cs typeface="Calibri"/>
                <a:sym typeface="Calibri"/>
              </a:rPr>
              <a:t>Abstracted </a:t>
            </a:r>
            <a:r>
              <a:rPr b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phone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1"/>
          <p:cNvSpPr txBox="1"/>
          <p:nvPr/>
        </p:nvSpPr>
        <p:spPr>
          <a:xfrm>
            <a:off x="11051727" y="7577649"/>
            <a:ext cx="4963795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Do we </a:t>
            </a:r>
            <a:r>
              <a:rPr i="1" lang="en-US" sz="19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really need </a:t>
            </a:r>
            <a:r>
              <a:rPr lang="en-US" sz="19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all these low-level details?</a:t>
            </a:r>
            <a:endParaRPr sz="1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1"/>
          <p:cNvSpPr txBox="1"/>
          <p:nvPr/>
        </p:nvSpPr>
        <p:spPr>
          <a:xfrm>
            <a:off x="17476579" y="6936019"/>
            <a:ext cx="2020570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1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Details have been abstracted away</a:t>
            </a:r>
            <a:endParaRPr sz="19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p12"/>
          <p:cNvGrpSpPr/>
          <p:nvPr/>
        </p:nvGrpSpPr>
        <p:grpSpPr>
          <a:xfrm>
            <a:off x="9763476" y="1888245"/>
            <a:ext cx="4730221" cy="6219007"/>
            <a:chOff x="9763476" y="1888245"/>
            <a:chExt cx="4730221" cy="6219007"/>
          </a:xfrm>
        </p:grpSpPr>
        <p:pic>
          <p:nvPicPr>
            <p:cNvPr id="420" name="Google Shape;420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63587" y="1888245"/>
              <a:ext cx="4730110" cy="62190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1" name="Google Shape;42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836884" y="1888245"/>
              <a:ext cx="3690824" cy="5330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2" name="Google Shape;422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763587" y="3126462"/>
              <a:ext cx="4730110" cy="1283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3" name="Google Shape;423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763587" y="3503065"/>
              <a:ext cx="4730110" cy="1283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4" name="Google Shape;424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763476" y="6677225"/>
              <a:ext cx="4730110" cy="12839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25" name="Google Shape;425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12"/>
          <p:cNvSpPr txBox="1"/>
          <p:nvPr>
            <p:ph type="title"/>
          </p:nvPr>
        </p:nvSpPr>
        <p:spPr>
          <a:xfrm>
            <a:off x="603309" y="259543"/>
            <a:ext cx="115823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PRINCIPLE	2:	ENCAPSULATION</a:t>
            </a:r>
            <a:endParaRPr/>
          </a:p>
        </p:txBody>
      </p:sp>
      <p:sp>
        <p:nvSpPr>
          <p:cNvPr id="427" name="Google Shape;427;p12"/>
          <p:cNvSpPr/>
          <p:nvPr/>
        </p:nvSpPr>
        <p:spPr>
          <a:xfrm>
            <a:off x="0" y="1374008"/>
            <a:ext cx="4791075" cy="9934575"/>
          </a:xfrm>
          <a:custGeom>
            <a:rect b="b" l="l" r="r" t="t"/>
            <a:pathLst>
              <a:path extrusionOk="0" h="9934575" w="4791075">
                <a:moveTo>
                  <a:pt x="4790493" y="0"/>
                </a:moveTo>
                <a:lnTo>
                  <a:pt x="0" y="0"/>
                </a:lnTo>
                <a:lnTo>
                  <a:pt x="0" y="9934547"/>
                </a:lnTo>
                <a:lnTo>
                  <a:pt x="4790493" y="9934547"/>
                </a:lnTo>
                <a:lnTo>
                  <a:pt x="4790493" y="0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8" name="Google Shape;428;p12"/>
          <p:cNvSpPr txBox="1"/>
          <p:nvPr/>
        </p:nvSpPr>
        <p:spPr>
          <a:xfrm>
            <a:off x="562842" y="6931966"/>
            <a:ext cx="3665220" cy="788670"/>
          </a:xfrm>
          <a:prstGeom prst="rect">
            <a:avLst/>
          </a:prstGeom>
          <a:solidFill>
            <a:srgbClr val="CACACA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8058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Polymorphism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2"/>
          <p:cNvSpPr txBox="1"/>
          <p:nvPr/>
        </p:nvSpPr>
        <p:spPr>
          <a:xfrm>
            <a:off x="562842" y="5813728"/>
            <a:ext cx="3665220" cy="788670"/>
          </a:xfrm>
          <a:prstGeom prst="rect">
            <a:avLst/>
          </a:prstGeom>
          <a:solidFill>
            <a:srgbClr val="CACACA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103631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Inheritance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0" name="Google Shape;430;p12"/>
          <p:cNvGrpSpPr/>
          <p:nvPr/>
        </p:nvGrpSpPr>
        <p:grpSpPr>
          <a:xfrm>
            <a:off x="6991417" y="2245376"/>
            <a:ext cx="10902950" cy="8265330"/>
            <a:chOff x="6991417" y="2245376"/>
            <a:chExt cx="10902950" cy="8265330"/>
          </a:xfrm>
        </p:grpSpPr>
        <p:sp>
          <p:nvSpPr>
            <p:cNvPr id="431" name="Google Shape;431;p12"/>
            <p:cNvSpPr/>
            <p:nvPr/>
          </p:nvSpPr>
          <p:spPr>
            <a:xfrm>
              <a:off x="13817099" y="2245376"/>
              <a:ext cx="1487170" cy="381000"/>
            </a:xfrm>
            <a:custGeom>
              <a:rect b="b" l="l" r="r" t="t"/>
              <a:pathLst>
                <a:path extrusionOk="0" h="381000" w="1487169">
                  <a:moveTo>
                    <a:pt x="1487058" y="22757"/>
                  </a:moveTo>
                  <a:lnTo>
                    <a:pt x="1428130" y="16174"/>
                  </a:lnTo>
                  <a:lnTo>
                    <a:pt x="1370036" y="10707"/>
                  </a:lnTo>
                  <a:lnTo>
                    <a:pt x="1312775" y="6356"/>
                  </a:lnTo>
                  <a:lnTo>
                    <a:pt x="1256348" y="3121"/>
                  </a:lnTo>
                  <a:lnTo>
                    <a:pt x="1200755" y="1002"/>
                  </a:lnTo>
                  <a:lnTo>
                    <a:pt x="1145995" y="0"/>
                  </a:lnTo>
                  <a:lnTo>
                    <a:pt x="1092069" y="113"/>
                  </a:lnTo>
                  <a:lnTo>
                    <a:pt x="1038977" y="1342"/>
                  </a:lnTo>
                  <a:lnTo>
                    <a:pt x="986718" y="3688"/>
                  </a:lnTo>
                  <a:lnTo>
                    <a:pt x="935293" y="7150"/>
                  </a:lnTo>
                  <a:lnTo>
                    <a:pt x="884701" y="11728"/>
                  </a:lnTo>
                  <a:lnTo>
                    <a:pt x="834944" y="17422"/>
                  </a:lnTo>
                  <a:lnTo>
                    <a:pt x="786019" y="24231"/>
                  </a:lnTo>
                  <a:lnTo>
                    <a:pt x="737929" y="32158"/>
                  </a:lnTo>
                  <a:lnTo>
                    <a:pt x="690672" y="41200"/>
                  </a:lnTo>
                  <a:lnTo>
                    <a:pt x="644248" y="51358"/>
                  </a:lnTo>
                  <a:lnTo>
                    <a:pt x="598659" y="62632"/>
                  </a:lnTo>
                  <a:lnTo>
                    <a:pt x="553903" y="75023"/>
                  </a:lnTo>
                  <a:lnTo>
                    <a:pt x="509980" y="88529"/>
                  </a:lnTo>
                  <a:lnTo>
                    <a:pt x="466891" y="103152"/>
                  </a:lnTo>
                  <a:lnTo>
                    <a:pt x="424636" y="118890"/>
                  </a:lnTo>
                  <a:lnTo>
                    <a:pt x="383215" y="135745"/>
                  </a:lnTo>
                  <a:lnTo>
                    <a:pt x="342627" y="153716"/>
                  </a:lnTo>
                  <a:lnTo>
                    <a:pt x="302872" y="172803"/>
                  </a:lnTo>
                  <a:lnTo>
                    <a:pt x="263952" y="193006"/>
                  </a:lnTo>
                  <a:lnTo>
                    <a:pt x="225865" y="214325"/>
                  </a:lnTo>
                  <a:lnTo>
                    <a:pt x="188611" y="236760"/>
                  </a:lnTo>
                  <a:lnTo>
                    <a:pt x="152191" y="260311"/>
                  </a:lnTo>
                  <a:lnTo>
                    <a:pt x="116605" y="284979"/>
                  </a:lnTo>
                  <a:lnTo>
                    <a:pt x="81853" y="310762"/>
                  </a:lnTo>
                  <a:lnTo>
                    <a:pt x="47934" y="337662"/>
                  </a:lnTo>
                  <a:lnTo>
                    <a:pt x="14848" y="365677"/>
                  </a:lnTo>
                  <a:lnTo>
                    <a:pt x="0" y="380444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2" name="Google Shape;432;p12"/>
            <p:cNvSpPr/>
            <p:nvPr/>
          </p:nvSpPr>
          <p:spPr>
            <a:xfrm>
              <a:off x="13707216" y="2548687"/>
              <a:ext cx="187325" cy="186690"/>
            </a:xfrm>
            <a:custGeom>
              <a:rect b="b" l="l" r="r" t="t"/>
              <a:pathLst>
                <a:path extrusionOk="0" h="186689" w="187325">
                  <a:moveTo>
                    <a:pt x="62710" y="0"/>
                  </a:moveTo>
                  <a:lnTo>
                    <a:pt x="0" y="186408"/>
                  </a:lnTo>
                  <a:lnTo>
                    <a:pt x="186748" y="124732"/>
                  </a:lnTo>
                  <a:lnTo>
                    <a:pt x="6271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3" name="Google Shape;433;p12"/>
            <p:cNvSpPr/>
            <p:nvPr/>
          </p:nvSpPr>
          <p:spPr>
            <a:xfrm>
              <a:off x="10116821" y="2743371"/>
              <a:ext cx="1367790" cy="885825"/>
            </a:xfrm>
            <a:custGeom>
              <a:rect b="b" l="l" r="r" t="t"/>
              <a:pathLst>
                <a:path extrusionOk="0" h="885825" w="1367790">
                  <a:moveTo>
                    <a:pt x="0" y="0"/>
                  </a:moveTo>
                  <a:lnTo>
                    <a:pt x="1367562" y="0"/>
                  </a:lnTo>
                  <a:lnTo>
                    <a:pt x="1367562" y="885470"/>
                  </a:lnTo>
                  <a:lnTo>
                    <a:pt x="0" y="88547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62825">
              <a:solidFill>
                <a:srgbClr val="F1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4" name="Google Shape;434;p12"/>
            <p:cNvSpPr/>
            <p:nvPr/>
          </p:nvSpPr>
          <p:spPr>
            <a:xfrm>
              <a:off x="10116821" y="6291719"/>
              <a:ext cx="1367790" cy="502920"/>
            </a:xfrm>
            <a:custGeom>
              <a:rect b="b" l="l" r="r" t="t"/>
              <a:pathLst>
                <a:path extrusionOk="0" h="502920" w="1367790">
                  <a:moveTo>
                    <a:pt x="0" y="0"/>
                  </a:moveTo>
                  <a:lnTo>
                    <a:pt x="1367562" y="0"/>
                  </a:lnTo>
                  <a:lnTo>
                    <a:pt x="1367562" y="502766"/>
                  </a:lnTo>
                  <a:lnTo>
                    <a:pt x="0" y="502766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62825">
              <a:solidFill>
                <a:srgbClr val="F1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5" name="Google Shape;435;p12"/>
            <p:cNvSpPr/>
            <p:nvPr/>
          </p:nvSpPr>
          <p:spPr>
            <a:xfrm>
              <a:off x="6991417" y="8634281"/>
              <a:ext cx="10902950" cy="1876425"/>
            </a:xfrm>
            <a:custGeom>
              <a:rect b="b" l="l" r="r" t="t"/>
              <a:pathLst>
                <a:path extrusionOk="0" h="1876425" w="10902950">
                  <a:moveTo>
                    <a:pt x="10902589" y="0"/>
                  </a:moveTo>
                  <a:lnTo>
                    <a:pt x="0" y="0"/>
                  </a:lnTo>
                  <a:lnTo>
                    <a:pt x="0" y="1876382"/>
                  </a:lnTo>
                  <a:lnTo>
                    <a:pt x="10902589" y="1876382"/>
                  </a:lnTo>
                  <a:lnTo>
                    <a:pt x="10902589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436" name="Google Shape;436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253189" y="8937281"/>
              <a:ext cx="303655" cy="3036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7" name="Google Shape;437;p12"/>
          <p:cNvSpPr txBox="1"/>
          <p:nvPr/>
        </p:nvSpPr>
        <p:spPr>
          <a:xfrm>
            <a:off x="15551015" y="1737320"/>
            <a:ext cx="3655060" cy="106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Again, </a:t>
            </a:r>
            <a:r>
              <a:rPr b="1"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NOT </a:t>
            </a:r>
            <a:r>
              <a:rPr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actually JavaScript syntax (the </a:t>
            </a:r>
            <a:r>
              <a:rPr lang="en-US" sz="2050">
                <a:solidFill>
                  <a:srgbClr val="F2425D"/>
                </a:solidFill>
                <a:latin typeface="Courier New"/>
                <a:ea typeface="Courier New"/>
                <a:cs typeface="Courier New"/>
                <a:sym typeface="Courier New"/>
              </a:rPr>
              <a:t>private </a:t>
            </a:r>
            <a:r>
              <a:rPr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keyword doesn’t exist)</a:t>
            </a:r>
            <a:endParaRPr sz="2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2"/>
          <p:cNvSpPr txBox="1"/>
          <p:nvPr/>
        </p:nvSpPr>
        <p:spPr>
          <a:xfrm>
            <a:off x="562842" y="3588141"/>
            <a:ext cx="3665220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10102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Abstraction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2"/>
          <p:cNvSpPr txBox="1"/>
          <p:nvPr/>
        </p:nvSpPr>
        <p:spPr>
          <a:xfrm>
            <a:off x="562842" y="4702360"/>
            <a:ext cx="3665220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825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Encapsulation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2"/>
          <p:cNvSpPr txBox="1"/>
          <p:nvPr/>
        </p:nvSpPr>
        <p:spPr>
          <a:xfrm>
            <a:off x="6991417" y="8634281"/>
            <a:ext cx="10902950" cy="1876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650">
            <a:spAutoFit/>
          </a:bodyPr>
          <a:lstStyle/>
          <a:p>
            <a:pPr indent="0" lvl="0" marL="770255" marR="302260" rtl="0" algn="l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Encapsulation: </a:t>
            </a:r>
            <a:r>
              <a:rPr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Keeping properties and methods </a:t>
            </a:r>
            <a:r>
              <a:rPr b="1"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private </a:t>
            </a:r>
            <a:r>
              <a:rPr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inside the class, so they are </a:t>
            </a:r>
            <a:r>
              <a:rPr b="1"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not accessible from outside the class</a:t>
            </a:r>
            <a:r>
              <a:rPr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. Some methods can be </a:t>
            </a:r>
            <a:r>
              <a:rPr b="1"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exposed </a:t>
            </a:r>
            <a:r>
              <a:rPr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as a public interface (API).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1" name="Google Shape;441;p12"/>
          <p:cNvGrpSpPr/>
          <p:nvPr/>
        </p:nvGrpSpPr>
        <p:grpSpPr>
          <a:xfrm>
            <a:off x="8561834" y="2833540"/>
            <a:ext cx="2786477" cy="3910716"/>
            <a:chOff x="8561834" y="2833540"/>
            <a:chExt cx="2786477" cy="3910716"/>
          </a:xfrm>
        </p:grpSpPr>
        <p:sp>
          <p:nvSpPr>
            <p:cNvPr id="442" name="Google Shape;442;p12"/>
            <p:cNvSpPr/>
            <p:nvPr/>
          </p:nvSpPr>
          <p:spPr>
            <a:xfrm>
              <a:off x="8563370" y="2833540"/>
              <a:ext cx="1336675" cy="198120"/>
            </a:xfrm>
            <a:custGeom>
              <a:rect b="b" l="l" r="r" t="t"/>
              <a:pathLst>
                <a:path extrusionOk="0" h="198119" w="1336675">
                  <a:moveTo>
                    <a:pt x="0" y="76595"/>
                  </a:moveTo>
                  <a:lnTo>
                    <a:pt x="54297" y="62727"/>
                  </a:lnTo>
                  <a:lnTo>
                    <a:pt x="108173" y="50239"/>
                  </a:lnTo>
                  <a:lnTo>
                    <a:pt x="161630" y="39133"/>
                  </a:lnTo>
                  <a:lnTo>
                    <a:pt x="214665" y="29408"/>
                  </a:lnTo>
                  <a:lnTo>
                    <a:pt x="267280" y="21064"/>
                  </a:lnTo>
                  <a:lnTo>
                    <a:pt x="319475" y="14101"/>
                  </a:lnTo>
                  <a:lnTo>
                    <a:pt x="371249" y="8519"/>
                  </a:lnTo>
                  <a:lnTo>
                    <a:pt x="422602" y="4317"/>
                  </a:lnTo>
                  <a:lnTo>
                    <a:pt x="473535" y="1497"/>
                  </a:lnTo>
                  <a:lnTo>
                    <a:pt x="524047" y="58"/>
                  </a:lnTo>
                  <a:lnTo>
                    <a:pt x="574139" y="0"/>
                  </a:lnTo>
                  <a:lnTo>
                    <a:pt x="623810" y="1322"/>
                  </a:lnTo>
                  <a:lnTo>
                    <a:pt x="673061" y="4026"/>
                  </a:lnTo>
                  <a:lnTo>
                    <a:pt x="721891" y="8110"/>
                  </a:lnTo>
                  <a:lnTo>
                    <a:pt x="770301" y="13576"/>
                  </a:lnTo>
                  <a:lnTo>
                    <a:pt x="818289" y="20423"/>
                  </a:lnTo>
                  <a:lnTo>
                    <a:pt x="865858" y="28650"/>
                  </a:lnTo>
                  <a:lnTo>
                    <a:pt x="913006" y="38259"/>
                  </a:lnTo>
                  <a:lnTo>
                    <a:pt x="959733" y="49248"/>
                  </a:lnTo>
                  <a:lnTo>
                    <a:pt x="1006040" y="61619"/>
                  </a:lnTo>
                  <a:lnTo>
                    <a:pt x="1051926" y="75370"/>
                  </a:lnTo>
                  <a:lnTo>
                    <a:pt x="1097392" y="90503"/>
                  </a:lnTo>
                  <a:lnTo>
                    <a:pt x="1142437" y="107016"/>
                  </a:lnTo>
                  <a:lnTo>
                    <a:pt x="1187061" y="124911"/>
                  </a:lnTo>
                  <a:lnTo>
                    <a:pt x="1231265" y="144186"/>
                  </a:lnTo>
                  <a:lnTo>
                    <a:pt x="1275049" y="164842"/>
                  </a:lnTo>
                  <a:lnTo>
                    <a:pt x="1318412" y="186880"/>
                  </a:lnTo>
                  <a:lnTo>
                    <a:pt x="1336452" y="197597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3" name="Google Shape;443;p12"/>
            <p:cNvSpPr/>
            <p:nvPr/>
          </p:nvSpPr>
          <p:spPr>
            <a:xfrm>
              <a:off x="9836895" y="2944824"/>
              <a:ext cx="196215" cy="165735"/>
            </a:xfrm>
            <a:custGeom>
              <a:rect b="b" l="l" r="r" t="t"/>
              <a:pathLst>
                <a:path extrusionOk="0" h="165735" w="196215">
                  <a:moveTo>
                    <a:pt x="89848" y="0"/>
                  </a:moveTo>
                  <a:lnTo>
                    <a:pt x="0" y="151235"/>
                  </a:lnTo>
                  <a:lnTo>
                    <a:pt x="196159" y="165466"/>
                  </a:lnTo>
                  <a:lnTo>
                    <a:pt x="89848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4" name="Google Shape;444;p12"/>
            <p:cNvSpPr/>
            <p:nvPr/>
          </p:nvSpPr>
          <p:spPr>
            <a:xfrm>
              <a:off x="8752647" y="4161897"/>
              <a:ext cx="2455545" cy="318770"/>
            </a:xfrm>
            <a:custGeom>
              <a:rect b="b" l="l" r="r" t="t"/>
              <a:pathLst>
                <a:path extrusionOk="0" h="318770" w="2455545">
                  <a:moveTo>
                    <a:pt x="0" y="112670"/>
                  </a:moveTo>
                  <a:lnTo>
                    <a:pt x="52554" y="101014"/>
                  </a:lnTo>
                  <a:lnTo>
                    <a:pt x="104952" y="89994"/>
                  </a:lnTo>
                  <a:lnTo>
                    <a:pt x="157194" y="79611"/>
                  </a:lnTo>
                  <a:lnTo>
                    <a:pt x="209279" y="69863"/>
                  </a:lnTo>
                  <a:lnTo>
                    <a:pt x="261208" y="60752"/>
                  </a:lnTo>
                  <a:lnTo>
                    <a:pt x="312981" y="52277"/>
                  </a:lnTo>
                  <a:lnTo>
                    <a:pt x="364598" y="44439"/>
                  </a:lnTo>
                  <a:lnTo>
                    <a:pt x="416058" y="37236"/>
                  </a:lnTo>
                  <a:lnTo>
                    <a:pt x="467362" y="30670"/>
                  </a:lnTo>
                  <a:lnTo>
                    <a:pt x="518510" y="24740"/>
                  </a:lnTo>
                  <a:lnTo>
                    <a:pt x="569501" y="19446"/>
                  </a:lnTo>
                  <a:lnTo>
                    <a:pt x="620336" y="14788"/>
                  </a:lnTo>
                  <a:lnTo>
                    <a:pt x="671015" y="10767"/>
                  </a:lnTo>
                  <a:lnTo>
                    <a:pt x="721537" y="7382"/>
                  </a:lnTo>
                  <a:lnTo>
                    <a:pt x="771903" y="4633"/>
                  </a:lnTo>
                  <a:lnTo>
                    <a:pt x="822113" y="2520"/>
                  </a:lnTo>
                  <a:lnTo>
                    <a:pt x="872167" y="1044"/>
                  </a:lnTo>
                  <a:lnTo>
                    <a:pt x="922064" y="204"/>
                  </a:lnTo>
                  <a:lnTo>
                    <a:pt x="971805" y="0"/>
                  </a:lnTo>
                  <a:lnTo>
                    <a:pt x="1021389" y="432"/>
                  </a:lnTo>
                  <a:lnTo>
                    <a:pt x="1070818" y="1500"/>
                  </a:lnTo>
                  <a:lnTo>
                    <a:pt x="1120090" y="3205"/>
                  </a:lnTo>
                  <a:lnTo>
                    <a:pt x="1169205" y="5546"/>
                  </a:lnTo>
                  <a:lnTo>
                    <a:pt x="1218165" y="8523"/>
                  </a:lnTo>
                  <a:lnTo>
                    <a:pt x="1266968" y="12136"/>
                  </a:lnTo>
                  <a:lnTo>
                    <a:pt x="1315615" y="16386"/>
                  </a:lnTo>
                  <a:lnTo>
                    <a:pt x="1364105" y="21271"/>
                  </a:lnTo>
                  <a:lnTo>
                    <a:pt x="1412439" y="26793"/>
                  </a:lnTo>
                  <a:lnTo>
                    <a:pt x="1460617" y="32952"/>
                  </a:lnTo>
                  <a:lnTo>
                    <a:pt x="1508639" y="39746"/>
                  </a:lnTo>
                  <a:lnTo>
                    <a:pt x="1556504" y="47177"/>
                  </a:lnTo>
                  <a:lnTo>
                    <a:pt x="1604213" y="55244"/>
                  </a:lnTo>
                  <a:lnTo>
                    <a:pt x="1651766" y="63947"/>
                  </a:lnTo>
                  <a:lnTo>
                    <a:pt x="1699162" y="73286"/>
                  </a:lnTo>
                  <a:lnTo>
                    <a:pt x="1746402" y="83262"/>
                  </a:lnTo>
                  <a:lnTo>
                    <a:pt x="1793486" y="93874"/>
                  </a:lnTo>
                  <a:lnTo>
                    <a:pt x="1840414" y="105122"/>
                  </a:lnTo>
                  <a:lnTo>
                    <a:pt x="1887185" y="117006"/>
                  </a:lnTo>
                  <a:lnTo>
                    <a:pt x="1933800" y="129526"/>
                  </a:lnTo>
                  <a:lnTo>
                    <a:pt x="1980258" y="142683"/>
                  </a:lnTo>
                  <a:lnTo>
                    <a:pt x="2026561" y="156476"/>
                  </a:lnTo>
                  <a:lnTo>
                    <a:pt x="2072707" y="170905"/>
                  </a:lnTo>
                  <a:lnTo>
                    <a:pt x="2118696" y="185971"/>
                  </a:lnTo>
                  <a:lnTo>
                    <a:pt x="2164530" y="201672"/>
                  </a:lnTo>
                  <a:lnTo>
                    <a:pt x="2210207" y="218010"/>
                  </a:lnTo>
                  <a:lnTo>
                    <a:pt x="2255728" y="234984"/>
                  </a:lnTo>
                  <a:lnTo>
                    <a:pt x="2301092" y="252594"/>
                  </a:lnTo>
                  <a:lnTo>
                    <a:pt x="2346300" y="270841"/>
                  </a:lnTo>
                  <a:lnTo>
                    <a:pt x="2391352" y="289724"/>
                  </a:lnTo>
                  <a:lnTo>
                    <a:pt x="2436248" y="309243"/>
                  </a:lnTo>
                  <a:lnTo>
                    <a:pt x="2455238" y="318185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5" name="Google Shape;445;p12"/>
            <p:cNvSpPr/>
            <p:nvPr/>
          </p:nvSpPr>
          <p:spPr>
            <a:xfrm>
              <a:off x="11151461" y="4391586"/>
              <a:ext cx="196850" cy="159385"/>
            </a:xfrm>
            <a:custGeom>
              <a:rect b="b" l="l" r="r" t="t"/>
              <a:pathLst>
                <a:path extrusionOk="0" h="159385" w="196850">
                  <a:moveTo>
                    <a:pt x="74950" y="0"/>
                  </a:moveTo>
                  <a:lnTo>
                    <a:pt x="0" y="159146"/>
                  </a:lnTo>
                  <a:lnTo>
                    <a:pt x="196622" y="154519"/>
                  </a:lnTo>
                  <a:lnTo>
                    <a:pt x="7495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6" name="Google Shape;446;p12"/>
            <p:cNvSpPr/>
            <p:nvPr/>
          </p:nvSpPr>
          <p:spPr>
            <a:xfrm>
              <a:off x="8561834" y="6555334"/>
              <a:ext cx="1325880" cy="185420"/>
            </a:xfrm>
            <a:custGeom>
              <a:rect b="b" l="l" r="r" t="t"/>
              <a:pathLst>
                <a:path extrusionOk="0" h="185420" w="1325879">
                  <a:moveTo>
                    <a:pt x="0" y="0"/>
                  </a:moveTo>
                  <a:lnTo>
                    <a:pt x="48765" y="21965"/>
                  </a:lnTo>
                  <a:lnTo>
                    <a:pt x="97498" y="42543"/>
                  </a:lnTo>
                  <a:lnTo>
                    <a:pt x="146200" y="61733"/>
                  </a:lnTo>
                  <a:lnTo>
                    <a:pt x="194871" y="79535"/>
                  </a:lnTo>
                  <a:lnTo>
                    <a:pt x="243511" y="95950"/>
                  </a:lnTo>
                  <a:lnTo>
                    <a:pt x="292119" y="110977"/>
                  </a:lnTo>
                  <a:lnTo>
                    <a:pt x="340696" y="124616"/>
                  </a:lnTo>
                  <a:lnTo>
                    <a:pt x="389241" y="136867"/>
                  </a:lnTo>
                  <a:lnTo>
                    <a:pt x="437755" y="147731"/>
                  </a:lnTo>
                  <a:lnTo>
                    <a:pt x="486237" y="157207"/>
                  </a:lnTo>
                  <a:lnTo>
                    <a:pt x="534688" y="165295"/>
                  </a:lnTo>
                  <a:lnTo>
                    <a:pt x="583108" y="171995"/>
                  </a:lnTo>
                  <a:lnTo>
                    <a:pt x="631497" y="177308"/>
                  </a:lnTo>
                  <a:lnTo>
                    <a:pt x="679854" y="181233"/>
                  </a:lnTo>
                  <a:lnTo>
                    <a:pt x="728179" y="183770"/>
                  </a:lnTo>
                  <a:lnTo>
                    <a:pt x="776473" y="184919"/>
                  </a:lnTo>
                  <a:lnTo>
                    <a:pt x="824736" y="184681"/>
                  </a:lnTo>
                  <a:lnTo>
                    <a:pt x="872968" y="183055"/>
                  </a:lnTo>
                  <a:lnTo>
                    <a:pt x="921168" y="180041"/>
                  </a:lnTo>
                  <a:lnTo>
                    <a:pt x="969336" y="175639"/>
                  </a:lnTo>
                  <a:lnTo>
                    <a:pt x="1017474" y="169850"/>
                  </a:lnTo>
                  <a:lnTo>
                    <a:pt x="1065580" y="162673"/>
                  </a:lnTo>
                  <a:lnTo>
                    <a:pt x="1113654" y="154108"/>
                  </a:lnTo>
                  <a:lnTo>
                    <a:pt x="1161697" y="144156"/>
                  </a:lnTo>
                  <a:lnTo>
                    <a:pt x="1209709" y="132815"/>
                  </a:lnTo>
                  <a:lnTo>
                    <a:pt x="1257689" y="120087"/>
                  </a:lnTo>
                  <a:lnTo>
                    <a:pt x="1305638" y="105971"/>
                  </a:lnTo>
                  <a:lnTo>
                    <a:pt x="1325385" y="98874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7" name="Google Shape;447;p12"/>
            <p:cNvSpPr/>
            <p:nvPr/>
          </p:nvSpPr>
          <p:spPr>
            <a:xfrm>
              <a:off x="9837761" y="6578521"/>
              <a:ext cx="195580" cy="165735"/>
            </a:xfrm>
            <a:custGeom>
              <a:rect b="b" l="l" r="r" t="t"/>
              <a:pathLst>
                <a:path extrusionOk="0" h="165734" w="195579">
                  <a:moveTo>
                    <a:pt x="0" y="0"/>
                  </a:moveTo>
                  <a:lnTo>
                    <a:pt x="59501" y="165542"/>
                  </a:lnTo>
                  <a:lnTo>
                    <a:pt x="195293" y="232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8" name="Google Shape;448;p12"/>
            <p:cNvSpPr/>
            <p:nvPr/>
          </p:nvSpPr>
          <p:spPr>
            <a:xfrm>
              <a:off x="8698227" y="5667179"/>
              <a:ext cx="2491740" cy="389890"/>
            </a:xfrm>
            <a:custGeom>
              <a:rect b="b" l="l" r="r" t="t"/>
              <a:pathLst>
                <a:path extrusionOk="0" h="389889" w="2491740">
                  <a:moveTo>
                    <a:pt x="0" y="0"/>
                  </a:moveTo>
                  <a:lnTo>
                    <a:pt x="55276" y="46095"/>
                  </a:lnTo>
                  <a:lnTo>
                    <a:pt x="113732" y="89288"/>
                  </a:lnTo>
                  <a:lnTo>
                    <a:pt x="175369" y="129579"/>
                  </a:lnTo>
                  <a:lnTo>
                    <a:pt x="240185" y="166969"/>
                  </a:lnTo>
                  <a:lnTo>
                    <a:pt x="308182" y="201457"/>
                  </a:lnTo>
                  <a:lnTo>
                    <a:pt x="343372" y="217613"/>
                  </a:lnTo>
                  <a:lnTo>
                    <a:pt x="379358" y="233044"/>
                  </a:lnTo>
                  <a:lnTo>
                    <a:pt x="416138" y="247749"/>
                  </a:lnTo>
                  <a:lnTo>
                    <a:pt x="453714" y="261729"/>
                  </a:lnTo>
                  <a:lnTo>
                    <a:pt x="492085" y="274983"/>
                  </a:lnTo>
                  <a:lnTo>
                    <a:pt x="531250" y="287512"/>
                  </a:lnTo>
                  <a:lnTo>
                    <a:pt x="571211" y="299315"/>
                  </a:lnTo>
                  <a:lnTo>
                    <a:pt x="611966" y="310393"/>
                  </a:lnTo>
                  <a:lnTo>
                    <a:pt x="653517" y="320746"/>
                  </a:lnTo>
                  <a:lnTo>
                    <a:pt x="695862" y="330373"/>
                  </a:lnTo>
                  <a:lnTo>
                    <a:pt x="739003" y="339274"/>
                  </a:lnTo>
                  <a:lnTo>
                    <a:pt x="782939" y="347451"/>
                  </a:lnTo>
                  <a:lnTo>
                    <a:pt x="827669" y="354902"/>
                  </a:lnTo>
                  <a:lnTo>
                    <a:pt x="873195" y="361627"/>
                  </a:lnTo>
                  <a:lnTo>
                    <a:pt x="919515" y="367627"/>
                  </a:lnTo>
                  <a:lnTo>
                    <a:pt x="966630" y="372902"/>
                  </a:lnTo>
                  <a:lnTo>
                    <a:pt x="1014541" y="377451"/>
                  </a:lnTo>
                  <a:lnTo>
                    <a:pt x="1063246" y="381274"/>
                  </a:lnTo>
                  <a:lnTo>
                    <a:pt x="1112747" y="384373"/>
                  </a:lnTo>
                  <a:lnTo>
                    <a:pt x="1163042" y="386745"/>
                  </a:lnTo>
                  <a:lnTo>
                    <a:pt x="1214133" y="388393"/>
                  </a:lnTo>
                  <a:lnTo>
                    <a:pt x="1266018" y="389315"/>
                  </a:lnTo>
                  <a:lnTo>
                    <a:pt x="1318699" y="389511"/>
                  </a:lnTo>
                  <a:lnTo>
                    <a:pt x="1372174" y="388983"/>
                  </a:lnTo>
                  <a:lnTo>
                    <a:pt x="1426444" y="387728"/>
                  </a:lnTo>
                  <a:lnTo>
                    <a:pt x="1481510" y="385749"/>
                  </a:lnTo>
                  <a:lnTo>
                    <a:pt x="1537370" y="383044"/>
                  </a:lnTo>
                  <a:lnTo>
                    <a:pt x="1594025" y="379613"/>
                  </a:lnTo>
                  <a:lnTo>
                    <a:pt x="1651476" y="375457"/>
                  </a:lnTo>
                  <a:lnTo>
                    <a:pt x="1709721" y="370576"/>
                  </a:lnTo>
                  <a:lnTo>
                    <a:pt x="1768761" y="364969"/>
                  </a:lnTo>
                  <a:lnTo>
                    <a:pt x="1828597" y="358636"/>
                  </a:lnTo>
                  <a:lnTo>
                    <a:pt x="1889227" y="351579"/>
                  </a:lnTo>
                  <a:lnTo>
                    <a:pt x="1950652" y="343796"/>
                  </a:lnTo>
                  <a:lnTo>
                    <a:pt x="2012872" y="335287"/>
                  </a:lnTo>
                  <a:lnTo>
                    <a:pt x="2075888" y="326053"/>
                  </a:lnTo>
                  <a:lnTo>
                    <a:pt x="2139698" y="316094"/>
                  </a:lnTo>
                  <a:lnTo>
                    <a:pt x="2204303" y="305409"/>
                  </a:lnTo>
                  <a:lnTo>
                    <a:pt x="2269703" y="293999"/>
                  </a:lnTo>
                  <a:lnTo>
                    <a:pt x="2335899" y="281863"/>
                  </a:lnTo>
                  <a:lnTo>
                    <a:pt x="2402889" y="269002"/>
                  </a:lnTo>
                  <a:lnTo>
                    <a:pt x="2470674" y="255415"/>
                  </a:lnTo>
                  <a:lnTo>
                    <a:pt x="2491170" y="251015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9" name="Google Shape;449;p12"/>
            <p:cNvSpPr/>
            <p:nvPr/>
          </p:nvSpPr>
          <p:spPr>
            <a:xfrm>
              <a:off x="11150456" y="5836595"/>
              <a:ext cx="190500" cy="172085"/>
            </a:xfrm>
            <a:custGeom>
              <a:rect b="b" l="l" r="r" t="t"/>
              <a:pathLst>
                <a:path extrusionOk="0" h="172085" w="190500">
                  <a:moveTo>
                    <a:pt x="0" y="0"/>
                  </a:moveTo>
                  <a:lnTo>
                    <a:pt x="36930" y="171991"/>
                  </a:lnTo>
                  <a:lnTo>
                    <a:pt x="190454" y="490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50" name="Google Shape;450;p12"/>
          <p:cNvSpPr txBox="1"/>
          <p:nvPr/>
        </p:nvSpPr>
        <p:spPr>
          <a:xfrm>
            <a:off x="5894577" y="2553136"/>
            <a:ext cx="2477770" cy="716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0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NOT accessible from</a:t>
            </a:r>
            <a:endParaRPr sz="205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outside </a:t>
            </a:r>
            <a:r>
              <a:rPr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the class!</a:t>
            </a:r>
            <a:endParaRPr sz="2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2"/>
          <p:cNvSpPr txBox="1"/>
          <p:nvPr/>
        </p:nvSpPr>
        <p:spPr>
          <a:xfrm>
            <a:off x="5894577" y="3921097"/>
            <a:ext cx="2639695" cy="716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0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STILL accessible from</a:t>
            </a:r>
            <a:endParaRPr sz="205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within </a:t>
            </a:r>
            <a:r>
              <a:rPr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the class!</a:t>
            </a:r>
            <a:endParaRPr sz="2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2"/>
          <p:cNvSpPr txBox="1"/>
          <p:nvPr/>
        </p:nvSpPr>
        <p:spPr>
          <a:xfrm>
            <a:off x="5894577" y="5209218"/>
            <a:ext cx="2639695" cy="1656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0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STILL accessible from</a:t>
            </a:r>
            <a:endParaRPr sz="205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within </a:t>
            </a:r>
            <a:r>
              <a:rPr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the class!</a:t>
            </a:r>
            <a:endParaRPr sz="205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22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NOT accessible from</a:t>
            </a:r>
            <a:endParaRPr sz="205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outside </a:t>
            </a:r>
            <a:r>
              <a:rPr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the class!</a:t>
            </a:r>
            <a:endParaRPr sz="2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3" name="Google Shape;453;p12"/>
          <p:cNvGrpSpPr/>
          <p:nvPr/>
        </p:nvGrpSpPr>
        <p:grpSpPr>
          <a:xfrm>
            <a:off x="15351292" y="4087074"/>
            <a:ext cx="3107988" cy="2997914"/>
            <a:chOff x="15351292" y="4087074"/>
            <a:chExt cx="3107988" cy="2997914"/>
          </a:xfrm>
        </p:grpSpPr>
        <p:pic>
          <p:nvPicPr>
            <p:cNvPr id="454" name="Google Shape;454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5351292" y="5327973"/>
              <a:ext cx="261772" cy="2617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5" name="Google Shape;455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5351292" y="6823216"/>
              <a:ext cx="261772" cy="2617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6" name="Google Shape;456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6271473" y="4087074"/>
              <a:ext cx="2187807" cy="7571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7" name="Google Shape;457;p12"/>
          <p:cNvSpPr txBox="1"/>
          <p:nvPr/>
        </p:nvSpPr>
        <p:spPr>
          <a:xfrm>
            <a:off x="15847592" y="5194206"/>
            <a:ext cx="3334385" cy="1269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3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Prevents external code from accidentally manipulating internal properties/state</a:t>
            </a:r>
            <a:endParaRPr sz="2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2"/>
          <p:cNvSpPr txBox="1"/>
          <p:nvPr/>
        </p:nvSpPr>
        <p:spPr>
          <a:xfrm>
            <a:off x="15847592" y="6689449"/>
            <a:ext cx="3490595" cy="1269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3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Allows to change internal implementation without the risk of breaking external code</a:t>
            </a:r>
            <a:endParaRPr sz="2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2"/>
          <p:cNvSpPr txBox="1"/>
          <p:nvPr/>
        </p:nvSpPr>
        <p:spPr>
          <a:xfrm>
            <a:off x="16897287" y="4169322"/>
            <a:ext cx="945515" cy="55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WHY?</a:t>
            </a:r>
            <a:endParaRPr sz="345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3"/>
          <p:cNvSpPr txBox="1"/>
          <p:nvPr>
            <p:ph type="title"/>
          </p:nvPr>
        </p:nvSpPr>
        <p:spPr>
          <a:xfrm>
            <a:off x="603308" y="259543"/>
            <a:ext cx="12338443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PRINCIPLE	3:	INHERITANCE</a:t>
            </a:r>
            <a:endParaRPr/>
          </a:p>
        </p:txBody>
      </p:sp>
      <p:sp>
        <p:nvSpPr>
          <p:cNvPr id="466" name="Google Shape;466;p13"/>
          <p:cNvSpPr/>
          <p:nvPr/>
        </p:nvSpPr>
        <p:spPr>
          <a:xfrm>
            <a:off x="0" y="1374008"/>
            <a:ext cx="4791075" cy="9934575"/>
          </a:xfrm>
          <a:custGeom>
            <a:rect b="b" l="l" r="r" t="t"/>
            <a:pathLst>
              <a:path extrusionOk="0" h="9934575" w="4791075">
                <a:moveTo>
                  <a:pt x="4790493" y="0"/>
                </a:moveTo>
                <a:lnTo>
                  <a:pt x="0" y="0"/>
                </a:lnTo>
                <a:lnTo>
                  <a:pt x="0" y="9934547"/>
                </a:lnTo>
                <a:lnTo>
                  <a:pt x="4790493" y="9934547"/>
                </a:lnTo>
                <a:lnTo>
                  <a:pt x="4790493" y="0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7" name="Google Shape;467;p13"/>
          <p:cNvSpPr txBox="1"/>
          <p:nvPr/>
        </p:nvSpPr>
        <p:spPr>
          <a:xfrm>
            <a:off x="562842" y="6931966"/>
            <a:ext cx="3665220" cy="788670"/>
          </a:xfrm>
          <a:prstGeom prst="rect">
            <a:avLst/>
          </a:prstGeom>
          <a:solidFill>
            <a:srgbClr val="CACACA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8058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Polymorphism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3"/>
          <p:cNvSpPr txBox="1"/>
          <p:nvPr/>
        </p:nvSpPr>
        <p:spPr>
          <a:xfrm>
            <a:off x="562842" y="5813728"/>
            <a:ext cx="3665220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103631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Inheritance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9" name="Google Shape;469;p13"/>
          <p:cNvGrpSpPr/>
          <p:nvPr/>
        </p:nvGrpSpPr>
        <p:grpSpPr>
          <a:xfrm>
            <a:off x="6088901" y="1775697"/>
            <a:ext cx="12706998" cy="8739546"/>
            <a:chOff x="6088901" y="1775697"/>
            <a:chExt cx="12706998" cy="8739546"/>
          </a:xfrm>
        </p:grpSpPr>
        <p:pic>
          <p:nvPicPr>
            <p:cNvPr id="470" name="Google Shape;47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88901" y="1775706"/>
              <a:ext cx="3277387" cy="44710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1" name="Google Shape;471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130785" y="1775697"/>
              <a:ext cx="2351038" cy="496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2" name="Google Shape;472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5518512" y="2408819"/>
              <a:ext cx="3277387" cy="47295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3" name="Google Shape;473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5581336" y="2408820"/>
              <a:ext cx="2370854" cy="4901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4" name="Google Shape;474;p1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5842816" y="5626438"/>
              <a:ext cx="2874583" cy="10616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5" name="Google Shape;475;p1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5518512" y="6698721"/>
              <a:ext cx="3277387" cy="14975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6" name="Google Shape;476;p13"/>
            <p:cNvSpPr/>
            <p:nvPr/>
          </p:nvSpPr>
          <p:spPr>
            <a:xfrm>
              <a:off x="6318149" y="2178460"/>
              <a:ext cx="2756535" cy="1158875"/>
            </a:xfrm>
            <a:custGeom>
              <a:rect b="b" l="l" r="r" t="t"/>
              <a:pathLst>
                <a:path extrusionOk="0" h="1158875" w="2756534">
                  <a:moveTo>
                    <a:pt x="0" y="0"/>
                  </a:moveTo>
                  <a:lnTo>
                    <a:pt x="2756066" y="0"/>
                  </a:lnTo>
                  <a:lnTo>
                    <a:pt x="2756066" y="1158371"/>
                  </a:lnTo>
                  <a:lnTo>
                    <a:pt x="0" y="115837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62825">
              <a:solidFill>
                <a:srgbClr val="F1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7" name="Google Shape;477;p13"/>
            <p:cNvSpPr/>
            <p:nvPr/>
          </p:nvSpPr>
          <p:spPr>
            <a:xfrm>
              <a:off x="6318149" y="3599930"/>
              <a:ext cx="2756535" cy="2271395"/>
            </a:xfrm>
            <a:custGeom>
              <a:rect b="b" l="l" r="r" t="t"/>
              <a:pathLst>
                <a:path extrusionOk="0" h="2271395" w="2756534">
                  <a:moveTo>
                    <a:pt x="0" y="0"/>
                  </a:moveTo>
                  <a:lnTo>
                    <a:pt x="2756066" y="0"/>
                  </a:lnTo>
                  <a:lnTo>
                    <a:pt x="2756066" y="2271317"/>
                  </a:lnTo>
                  <a:lnTo>
                    <a:pt x="0" y="2271317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62825">
              <a:solidFill>
                <a:srgbClr val="F1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8" name="Google Shape;478;p13"/>
            <p:cNvSpPr/>
            <p:nvPr/>
          </p:nvSpPr>
          <p:spPr>
            <a:xfrm>
              <a:off x="15779174" y="2908278"/>
              <a:ext cx="2756535" cy="932815"/>
            </a:xfrm>
            <a:custGeom>
              <a:rect b="b" l="l" r="r" t="t"/>
              <a:pathLst>
                <a:path extrusionOk="0" h="932814" w="2756534">
                  <a:moveTo>
                    <a:pt x="0" y="0"/>
                  </a:moveTo>
                  <a:lnTo>
                    <a:pt x="2756066" y="0"/>
                  </a:lnTo>
                  <a:lnTo>
                    <a:pt x="2756066" y="932263"/>
                  </a:lnTo>
                  <a:lnTo>
                    <a:pt x="0" y="932263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62825">
              <a:solidFill>
                <a:srgbClr val="F1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9" name="Google Shape;479;p13"/>
            <p:cNvSpPr/>
            <p:nvPr/>
          </p:nvSpPr>
          <p:spPr>
            <a:xfrm>
              <a:off x="15779174" y="4521234"/>
              <a:ext cx="2756535" cy="2088514"/>
            </a:xfrm>
            <a:custGeom>
              <a:rect b="b" l="l" r="r" t="t"/>
              <a:pathLst>
                <a:path extrusionOk="0" h="2088515" w="2756534">
                  <a:moveTo>
                    <a:pt x="0" y="0"/>
                  </a:moveTo>
                  <a:lnTo>
                    <a:pt x="2756066" y="0"/>
                  </a:lnTo>
                  <a:lnTo>
                    <a:pt x="2756066" y="2088509"/>
                  </a:lnTo>
                  <a:lnTo>
                    <a:pt x="0" y="208850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62825">
              <a:solidFill>
                <a:srgbClr val="F1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0" name="Google Shape;480;p13"/>
            <p:cNvSpPr/>
            <p:nvPr/>
          </p:nvSpPr>
          <p:spPr>
            <a:xfrm>
              <a:off x="15779174" y="3903367"/>
              <a:ext cx="2756535" cy="370840"/>
            </a:xfrm>
            <a:custGeom>
              <a:rect b="b" l="l" r="r" t="t"/>
              <a:pathLst>
                <a:path extrusionOk="0" h="370839" w="2756534">
                  <a:moveTo>
                    <a:pt x="0" y="0"/>
                  </a:moveTo>
                  <a:lnTo>
                    <a:pt x="2756066" y="0"/>
                  </a:lnTo>
                  <a:lnTo>
                    <a:pt x="2756066" y="370486"/>
                  </a:lnTo>
                  <a:lnTo>
                    <a:pt x="0" y="370486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62825">
              <a:solidFill>
                <a:srgbClr val="A15A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1" name="Google Shape;481;p13"/>
            <p:cNvSpPr/>
            <p:nvPr/>
          </p:nvSpPr>
          <p:spPr>
            <a:xfrm>
              <a:off x="15779174" y="6672569"/>
              <a:ext cx="2756535" cy="1003935"/>
            </a:xfrm>
            <a:custGeom>
              <a:rect b="b" l="l" r="r" t="t"/>
              <a:pathLst>
                <a:path extrusionOk="0" h="1003934" w="2756534">
                  <a:moveTo>
                    <a:pt x="0" y="0"/>
                  </a:moveTo>
                  <a:lnTo>
                    <a:pt x="2756066" y="0"/>
                  </a:lnTo>
                  <a:lnTo>
                    <a:pt x="2756066" y="1003818"/>
                  </a:lnTo>
                  <a:lnTo>
                    <a:pt x="0" y="100381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62825">
              <a:solidFill>
                <a:srgbClr val="A15A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2" name="Google Shape;482;p13"/>
            <p:cNvSpPr/>
            <p:nvPr/>
          </p:nvSpPr>
          <p:spPr>
            <a:xfrm>
              <a:off x="6836050" y="8638818"/>
              <a:ext cx="11212830" cy="1876425"/>
            </a:xfrm>
            <a:custGeom>
              <a:rect b="b" l="l" r="r" t="t"/>
              <a:pathLst>
                <a:path extrusionOk="0" h="1876425" w="11212830">
                  <a:moveTo>
                    <a:pt x="11212705" y="0"/>
                  </a:moveTo>
                  <a:lnTo>
                    <a:pt x="0" y="0"/>
                  </a:lnTo>
                  <a:lnTo>
                    <a:pt x="0" y="1876382"/>
                  </a:lnTo>
                  <a:lnTo>
                    <a:pt x="11212705" y="1876382"/>
                  </a:lnTo>
                  <a:lnTo>
                    <a:pt x="11212705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483" name="Google Shape;483;p1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097822" y="8941820"/>
              <a:ext cx="303655" cy="3036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84" name="Google Shape;484;p13"/>
          <p:cNvSpPr txBox="1"/>
          <p:nvPr/>
        </p:nvSpPr>
        <p:spPr>
          <a:xfrm>
            <a:off x="562842" y="3588141"/>
            <a:ext cx="3665220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10102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Abstraction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3"/>
          <p:cNvSpPr txBox="1"/>
          <p:nvPr/>
        </p:nvSpPr>
        <p:spPr>
          <a:xfrm>
            <a:off x="562842" y="4702360"/>
            <a:ext cx="3665220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825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Encapsulation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3"/>
          <p:cNvSpPr txBox="1"/>
          <p:nvPr/>
        </p:nvSpPr>
        <p:spPr>
          <a:xfrm>
            <a:off x="6836050" y="8638818"/>
            <a:ext cx="11212830" cy="1876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650">
            <a:spAutoFit/>
          </a:bodyPr>
          <a:lstStyle/>
          <a:p>
            <a:pPr indent="0" lvl="0" marL="770255" marR="286385" rtl="0" algn="l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Inheritance: </a:t>
            </a:r>
            <a:r>
              <a:rPr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Making all properties and methods of a certain class </a:t>
            </a:r>
            <a:r>
              <a:rPr b="1"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available to a child class</a:t>
            </a:r>
            <a:r>
              <a:rPr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, forming a hierarchical relationship between classes. This allows us to </a:t>
            </a:r>
            <a:r>
              <a:rPr b="1"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reuse common logic </a:t>
            </a:r>
            <a:r>
              <a:rPr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and to model real-world relationships.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3"/>
          <p:cNvSpPr txBox="1"/>
          <p:nvPr/>
        </p:nvSpPr>
        <p:spPr>
          <a:xfrm>
            <a:off x="6498636" y="6508692"/>
            <a:ext cx="2395220" cy="427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PARENT CLASS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3"/>
          <p:cNvSpPr txBox="1"/>
          <p:nvPr/>
        </p:nvSpPr>
        <p:spPr>
          <a:xfrm>
            <a:off x="16108212" y="1748708"/>
            <a:ext cx="2098040" cy="427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CHILD CLASS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9" name="Google Shape;489;p13"/>
          <p:cNvGrpSpPr/>
          <p:nvPr/>
        </p:nvGrpSpPr>
        <p:grpSpPr>
          <a:xfrm>
            <a:off x="9166175" y="2280189"/>
            <a:ext cx="6566829" cy="2818289"/>
            <a:chOff x="9166175" y="2280189"/>
            <a:chExt cx="6566829" cy="2818289"/>
          </a:xfrm>
        </p:grpSpPr>
        <p:sp>
          <p:nvSpPr>
            <p:cNvPr id="490" name="Google Shape;490;p13"/>
            <p:cNvSpPr/>
            <p:nvPr/>
          </p:nvSpPr>
          <p:spPr>
            <a:xfrm>
              <a:off x="9640684" y="2958577"/>
              <a:ext cx="5110480" cy="1971039"/>
            </a:xfrm>
            <a:custGeom>
              <a:rect b="b" l="l" r="r" t="t"/>
              <a:pathLst>
                <a:path extrusionOk="0" h="1971039" w="5110480">
                  <a:moveTo>
                    <a:pt x="0" y="0"/>
                  </a:moveTo>
                  <a:lnTo>
                    <a:pt x="5061197" y="1952186"/>
                  </a:lnTo>
                  <a:lnTo>
                    <a:pt x="5110044" y="1971027"/>
                  </a:lnTo>
                </a:path>
              </a:pathLst>
            </a:custGeom>
            <a:noFill/>
            <a:ln cap="flat" cmpd="sng" w="104700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1" name="Google Shape;491;p13"/>
            <p:cNvSpPr/>
            <p:nvPr/>
          </p:nvSpPr>
          <p:spPr>
            <a:xfrm>
              <a:off x="14629533" y="4723193"/>
              <a:ext cx="447675" cy="375285"/>
            </a:xfrm>
            <a:custGeom>
              <a:rect b="b" l="l" r="r" t="t"/>
              <a:pathLst>
                <a:path extrusionOk="0" h="375285" w="447675">
                  <a:moveTo>
                    <a:pt x="144697" y="0"/>
                  </a:moveTo>
                  <a:lnTo>
                    <a:pt x="0" y="375142"/>
                  </a:lnTo>
                  <a:lnTo>
                    <a:pt x="447494" y="332269"/>
                  </a:lnTo>
                  <a:lnTo>
                    <a:pt x="144697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2" name="Google Shape;492;p13"/>
            <p:cNvSpPr/>
            <p:nvPr/>
          </p:nvSpPr>
          <p:spPr>
            <a:xfrm>
              <a:off x="9166175" y="2280189"/>
              <a:ext cx="6426835" cy="998855"/>
            </a:xfrm>
            <a:custGeom>
              <a:rect b="b" l="l" r="r" t="t"/>
              <a:pathLst>
                <a:path extrusionOk="0" h="998854" w="6426834">
                  <a:moveTo>
                    <a:pt x="0" y="221579"/>
                  </a:moveTo>
                  <a:lnTo>
                    <a:pt x="49328" y="211249"/>
                  </a:lnTo>
                  <a:lnTo>
                    <a:pt x="98644" y="201166"/>
                  </a:lnTo>
                  <a:lnTo>
                    <a:pt x="147948" y="191329"/>
                  </a:lnTo>
                  <a:lnTo>
                    <a:pt x="197240" y="181739"/>
                  </a:lnTo>
                  <a:lnTo>
                    <a:pt x="246521" y="172395"/>
                  </a:lnTo>
                  <a:lnTo>
                    <a:pt x="295789" y="163298"/>
                  </a:lnTo>
                  <a:lnTo>
                    <a:pt x="345045" y="154448"/>
                  </a:lnTo>
                  <a:lnTo>
                    <a:pt x="394289" y="145844"/>
                  </a:lnTo>
                  <a:lnTo>
                    <a:pt x="443521" y="137486"/>
                  </a:lnTo>
                  <a:lnTo>
                    <a:pt x="492741" y="129375"/>
                  </a:lnTo>
                  <a:lnTo>
                    <a:pt x="541949" y="121511"/>
                  </a:lnTo>
                  <a:lnTo>
                    <a:pt x="591145" y="113893"/>
                  </a:lnTo>
                  <a:lnTo>
                    <a:pt x="640329" y="106521"/>
                  </a:lnTo>
                  <a:lnTo>
                    <a:pt x="689501" y="99397"/>
                  </a:lnTo>
                  <a:lnTo>
                    <a:pt x="738661" y="92518"/>
                  </a:lnTo>
                  <a:lnTo>
                    <a:pt x="787809" y="85887"/>
                  </a:lnTo>
                  <a:lnTo>
                    <a:pt x="836945" y="79502"/>
                  </a:lnTo>
                  <a:lnTo>
                    <a:pt x="886069" y="73363"/>
                  </a:lnTo>
                  <a:lnTo>
                    <a:pt x="935181" y="67471"/>
                  </a:lnTo>
                  <a:lnTo>
                    <a:pt x="984281" y="61825"/>
                  </a:lnTo>
                  <a:lnTo>
                    <a:pt x="1033369" y="56426"/>
                  </a:lnTo>
                  <a:lnTo>
                    <a:pt x="1082445" y="51274"/>
                  </a:lnTo>
                  <a:lnTo>
                    <a:pt x="1131509" y="46368"/>
                  </a:lnTo>
                  <a:lnTo>
                    <a:pt x="1180561" y="41709"/>
                  </a:lnTo>
                  <a:lnTo>
                    <a:pt x="1229600" y="37296"/>
                  </a:lnTo>
                  <a:lnTo>
                    <a:pt x="1278628" y="33130"/>
                  </a:lnTo>
                  <a:lnTo>
                    <a:pt x="1327644" y="29210"/>
                  </a:lnTo>
                  <a:lnTo>
                    <a:pt x="1376648" y="25537"/>
                  </a:lnTo>
                  <a:lnTo>
                    <a:pt x="1425639" y="22110"/>
                  </a:lnTo>
                  <a:lnTo>
                    <a:pt x="1474619" y="18930"/>
                  </a:lnTo>
                  <a:lnTo>
                    <a:pt x="1523587" y="15997"/>
                  </a:lnTo>
                  <a:lnTo>
                    <a:pt x="1572543" y="13310"/>
                  </a:lnTo>
                  <a:lnTo>
                    <a:pt x="1621486" y="10869"/>
                  </a:lnTo>
                  <a:lnTo>
                    <a:pt x="1670418" y="8675"/>
                  </a:lnTo>
                  <a:lnTo>
                    <a:pt x="1719338" y="6728"/>
                  </a:lnTo>
                  <a:lnTo>
                    <a:pt x="1768245" y="5027"/>
                  </a:lnTo>
                  <a:lnTo>
                    <a:pt x="1817141" y="3573"/>
                  </a:lnTo>
                  <a:lnTo>
                    <a:pt x="1866024" y="2365"/>
                  </a:lnTo>
                  <a:lnTo>
                    <a:pt x="1914896" y="1404"/>
                  </a:lnTo>
                  <a:lnTo>
                    <a:pt x="1963755" y="689"/>
                  </a:lnTo>
                  <a:lnTo>
                    <a:pt x="2012603" y="221"/>
                  </a:lnTo>
                  <a:lnTo>
                    <a:pt x="2061438" y="0"/>
                  </a:lnTo>
                  <a:lnTo>
                    <a:pt x="2110262" y="24"/>
                  </a:lnTo>
                  <a:lnTo>
                    <a:pt x="2159073" y="296"/>
                  </a:lnTo>
                  <a:lnTo>
                    <a:pt x="2207873" y="814"/>
                  </a:lnTo>
                  <a:lnTo>
                    <a:pt x="2256660" y="1579"/>
                  </a:lnTo>
                  <a:lnTo>
                    <a:pt x="2305436" y="2590"/>
                  </a:lnTo>
                  <a:lnTo>
                    <a:pt x="2354199" y="3848"/>
                  </a:lnTo>
                  <a:lnTo>
                    <a:pt x="2402950" y="5352"/>
                  </a:lnTo>
                  <a:lnTo>
                    <a:pt x="2451690" y="7103"/>
                  </a:lnTo>
                  <a:lnTo>
                    <a:pt x="2500417" y="9100"/>
                  </a:lnTo>
                  <a:lnTo>
                    <a:pt x="2549132" y="11344"/>
                  </a:lnTo>
                  <a:lnTo>
                    <a:pt x="2597836" y="13834"/>
                  </a:lnTo>
                  <a:lnTo>
                    <a:pt x="2646527" y="16571"/>
                  </a:lnTo>
                  <a:lnTo>
                    <a:pt x="2695206" y="19555"/>
                  </a:lnTo>
                  <a:lnTo>
                    <a:pt x="2743874" y="22785"/>
                  </a:lnTo>
                  <a:lnTo>
                    <a:pt x="2792529" y="26261"/>
                  </a:lnTo>
                  <a:lnTo>
                    <a:pt x="2841172" y="29984"/>
                  </a:lnTo>
                  <a:lnTo>
                    <a:pt x="2889803" y="33954"/>
                  </a:lnTo>
                  <a:lnTo>
                    <a:pt x="2938422" y="38170"/>
                  </a:lnTo>
                  <a:lnTo>
                    <a:pt x="2987029" y="42633"/>
                  </a:lnTo>
                  <a:lnTo>
                    <a:pt x="3035625" y="47342"/>
                  </a:lnTo>
                  <a:lnTo>
                    <a:pt x="3084208" y="52298"/>
                  </a:lnTo>
                  <a:lnTo>
                    <a:pt x="3132779" y="57501"/>
                  </a:lnTo>
                  <a:lnTo>
                    <a:pt x="3181338" y="62950"/>
                  </a:lnTo>
                  <a:lnTo>
                    <a:pt x="3229885" y="68645"/>
                  </a:lnTo>
                  <a:lnTo>
                    <a:pt x="3278420" y="74587"/>
                  </a:lnTo>
                  <a:lnTo>
                    <a:pt x="3326943" y="80776"/>
                  </a:lnTo>
                  <a:lnTo>
                    <a:pt x="3375454" y="87211"/>
                  </a:lnTo>
                  <a:lnTo>
                    <a:pt x="3423953" y="93892"/>
                  </a:lnTo>
                  <a:lnTo>
                    <a:pt x="3472440" y="100821"/>
                  </a:lnTo>
                  <a:lnTo>
                    <a:pt x="3520915" y="107995"/>
                  </a:lnTo>
                  <a:lnTo>
                    <a:pt x="3569378" y="115417"/>
                  </a:lnTo>
                  <a:lnTo>
                    <a:pt x="3617829" y="123085"/>
                  </a:lnTo>
                  <a:lnTo>
                    <a:pt x="3666268" y="130999"/>
                  </a:lnTo>
                  <a:lnTo>
                    <a:pt x="3714694" y="139160"/>
                  </a:lnTo>
                  <a:lnTo>
                    <a:pt x="3763109" y="147567"/>
                  </a:lnTo>
                  <a:lnTo>
                    <a:pt x="3811512" y="156221"/>
                  </a:lnTo>
                  <a:lnTo>
                    <a:pt x="3859903" y="165122"/>
                  </a:lnTo>
                  <a:lnTo>
                    <a:pt x="3908282" y="174269"/>
                  </a:lnTo>
                  <a:lnTo>
                    <a:pt x="3956649" y="183663"/>
                  </a:lnTo>
                  <a:lnTo>
                    <a:pt x="4005003" y="193303"/>
                  </a:lnTo>
                  <a:lnTo>
                    <a:pt x="4053346" y="203189"/>
                  </a:lnTo>
                  <a:lnTo>
                    <a:pt x="4101677" y="213323"/>
                  </a:lnTo>
                  <a:lnTo>
                    <a:pt x="4149996" y="223703"/>
                  </a:lnTo>
                  <a:lnTo>
                    <a:pt x="4198302" y="234329"/>
                  </a:lnTo>
                  <a:lnTo>
                    <a:pt x="4246597" y="245202"/>
                  </a:lnTo>
                  <a:lnTo>
                    <a:pt x="4294880" y="256321"/>
                  </a:lnTo>
                  <a:lnTo>
                    <a:pt x="4343150" y="267687"/>
                  </a:lnTo>
                  <a:lnTo>
                    <a:pt x="4391409" y="279300"/>
                  </a:lnTo>
                  <a:lnTo>
                    <a:pt x="4439655" y="291159"/>
                  </a:lnTo>
                  <a:lnTo>
                    <a:pt x="4487890" y="303264"/>
                  </a:lnTo>
                  <a:lnTo>
                    <a:pt x="4536113" y="315617"/>
                  </a:lnTo>
                  <a:lnTo>
                    <a:pt x="4584323" y="328215"/>
                  </a:lnTo>
                  <a:lnTo>
                    <a:pt x="4632522" y="341061"/>
                  </a:lnTo>
                  <a:lnTo>
                    <a:pt x="4680708" y="354152"/>
                  </a:lnTo>
                  <a:lnTo>
                    <a:pt x="4728883" y="367491"/>
                  </a:lnTo>
                  <a:lnTo>
                    <a:pt x="4777045" y="381076"/>
                  </a:lnTo>
                  <a:lnTo>
                    <a:pt x="4825196" y="394907"/>
                  </a:lnTo>
                  <a:lnTo>
                    <a:pt x="4873334" y="408985"/>
                  </a:lnTo>
                  <a:lnTo>
                    <a:pt x="4921460" y="423309"/>
                  </a:lnTo>
                  <a:lnTo>
                    <a:pt x="4969575" y="437880"/>
                  </a:lnTo>
                  <a:lnTo>
                    <a:pt x="5017677" y="452698"/>
                  </a:lnTo>
                  <a:lnTo>
                    <a:pt x="5065767" y="467762"/>
                  </a:lnTo>
                  <a:lnTo>
                    <a:pt x="5113846" y="483073"/>
                  </a:lnTo>
                  <a:lnTo>
                    <a:pt x="5161912" y="498630"/>
                  </a:lnTo>
                  <a:lnTo>
                    <a:pt x="5209966" y="514434"/>
                  </a:lnTo>
                  <a:lnTo>
                    <a:pt x="5258009" y="530484"/>
                  </a:lnTo>
                  <a:lnTo>
                    <a:pt x="5306039" y="546781"/>
                  </a:lnTo>
                  <a:lnTo>
                    <a:pt x="5354057" y="563324"/>
                  </a:lnTo>
                  <a:lnTo>
                    <a:pt x="5402063" y="580114"/>
                  </a:lnTo>
                  <a:lnTo>
                    <a:pt x="5450058" y="597151"/>
                  </a:lnTo>
                  <a:lnTo>
                    <a:pt x="5498040" y="614434"/>
                  </a:lnTo>
                  <a:lnTo>
                    <a:pt x="5546010" y="631964"/>
                  </a:lnTo>
                  <a:lnTo>
                    <a:pt x="5593968" y="649740"/>
                  </a:lnTo>
                  <a:lnTo>
                    <a:pt x="5641914" y="667762"/>
                  </a:lnTo>
                  <a:lnTo>
                    <a:pt x="5689848" y="686031"/>
                  </a:lnTo>
                  <a:lnTo>
                    <a:pt x="5737771" y="704547"/>
                  </a:lnTo>
                  <a:lnTo>
                    <a:pt x="5785681" y="723310"/>
                  </a:lnTo>
                  <a:lnTo>
                    <a:pt x="5833579" y="742318"/>
                  </a:lnTo>
                  <a:lnTo>
                    <a:pt x="5881465" y="761574"/>
                  </a:lnTo>
                  <a:lnTo>
                    <a:pt x="5929339" y="781076"/>
                  </a:lnTo>
                  <a:lnTo>
                    <a:pt x="5977201" y="800824"/>
                  </a:lnTo>
                  <a:lnTo>
                    <a:pt x="6025051" y="820819"/>
                  </a:lnTo>
                  <a:lnTo>
                    <a:pt x="6072889" y="841061"/>
                  </a:lnTo>
                  <a:lnTo>
                    <a:pt x="6120715" y="861549"/>
                  </a:lnTo>
                  <a:lnTo>
                    <a:pt x="6168529" y="882283"/>
                  </a:lnTo>
                  <a:lnTo>
                    <a:pt x="6216331" y="903265"/>
                  </a:lnTo>
                  <a:lnTo>
                    <a:pt x="6264120" y="924492"/>
                  </a:lnTo>
                  <a:lnTo>
                    <a:pt x="6311898" y="945967"/>
                  </a:lnTo>
                  <a:lnTo>
                    <a:pt x="6359664" y="967687"/>
                  </a:lnTo>
                  <a:lnTo>
                    <a:pt x="6407418" y="989655"/>
                  </a:lnTo>
                  <a:lnTo>
                    <a:pt x="6426433" y="99862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3" name="Google Shape;493;p13"/>
            <p:cNvSpPr/>
            <p:nvPr/>
          </p:nvSpPr>
          <p:spPr>
            <a:xfrm>
              <a:off x="15536154" y="3190322"/>
              <a:ext cx="196850" cy="159385"/>
            </a:xfrm>
            <a:custGeom>
              <a:rect b="b" l="l" r="r" t="t"/>
              <a:pathLst>
                <a:path extrusionOk="0" h="159385" w="196850">
                  <a:moveTo>
                    <a:pt x="75023" y="0"/>
                  </a:moveTo>
                  <a:lnTo>
                    <a:pt x="0" y="159113"/>
                  </a:lnTo>
                  <a:lnTo>
                    <a:pt x="196622" y="154573"/>
                  </a:lnTo>
                  <a:lnTo>
                    <a:pt x="75023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94" name="Google Shape;494;p13"/>
          <p:cNvSpPr txBox="1"/>
          <p:nvPr/>
        </p:nvSpPr>
        <p:spPr>
          <a:xfrm rot="540000">
            <a:off x="12189227" y="2012229"/>
            <a:ext cx="1126276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97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Inherited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5" name="Google Shape;495;p13"/>
          <p:cNvGrpSpPr/>
          <p:nvPr/>
        </p:nvGrpSpPr>
        <p:grpSpPr>
          <a:xfrm>
            <a:off x="9143391" y="4018126"/>
            <a:ext cx="6588543" cy="3019933"/>
            <a:chOff x="9143391" y="4018126"/>
            <a:chExt cx="6588543" cy="3019933"/>
          </a:xfrm>
        </p:grpSpPr>
        <p:sp>
          <p:nvSpPr>
            <p:cNvPr id="496" name="Google Shape;496;p13"/>
            <p:cNvSpPr/>
            <p:nvPr/>
          </p:nvSpPr>
          <p:spPr>
            <a:xfrm>
              <a:off x="13724399" y="6804329"/>
              <a:ext cx="1860550" cy="179070"/>
            </a:xfrm>
            <a:custGeom>
              <a:rect b="b" l="l" r="r" t="t"/>
              <a:pathLst>
                <a:path extrusionOk="0" h="179070" w="1860550">
                  <a:moveTo>
                    <a:pt x="0" y="178766"/>
                  </a:moveTo>
                  <a:lnTo>
                    <a:pt x="45109" y="161178"/>
                  </a:lnTo>
                  <a:lnTo>
                    <a:pt x="90398" y="144501"/>
                  </a:lnTo>
                  <a:lnTo>
                    <a:pt x="135867" y="128734"/>
                  </a:lnTo>
                  <a:lnTo>
                    <a:pt x="181515" y="113878"/>
                  </a:lnTo>
                  <a:lnTo>
                    <a:pt x="227344" y="99932"/>
                  </a:lnTo>
                  <a:lnTo>
                    <a:pt x="273353" y="86897"/>
                  </a:lnTo>
                  <a:lnTo>
                    <a:pt x="319542" y="74772"/>
                  </a:lnTo>
                  <a:lnTo>
                    <a:pt x="365910" y="63557"/>
                  </a:lnTo>
                  <a:lnTo>
                    <a:pt x="412459" y="53254"/>
                  </a:lnTo>
                  <a:lnTo>
                    <a:pt x="459187" y="43860"/>
                  </a:lnTo>
                  <a:lnTo>
                    <a:pt x="506095" y="35377"/>
                  </a:lnTo>
                  <a:lnTo>
                    <a:pt x="553184" y="27804"/>
                  </a:lnTo>
                  <a:lnTo>
                    <a:pt x="600452" y="21142"/>
                  </a:lnTo>
                  <a:lnTo>
                    <a:pt x="647900" y="15390"/>
                  </a:lnTo>
                  <a:lnTo>
                    <a:pt x="695528" y="10549"/>
                  </a:lnTo>
                  <a:lnTo>
                    <a:pt x="743336" y="6618"/>
                  </a:lnTo>
                  <a:lnTo>
                    <a:pt x="791324" y="3598"/>
                  </a:lnTo>
                  <a:lnTo>
                    <a:pt x="839491" y="1488"/>
                  </a:lnTo>
                  <a:lnTo>
                    <a:pt x="887839" y="289"/>
                  </a:lnTo>
                  <a:lnTo>
                    <a:pt x="936367" y="0"/>
                  </a:lnTo>
                  <a:lnTo>
                    <a:pt x="985074" y="621"/>
                  </a:lnTo>
                  <a:lnTo>
                    <a:pt x="1033962" y="2153"/>
                  </a:lnTo>
                  <a:lnTo>
                    <a:pt x="1083029" y="4595"/>
                  </a:lnTo>
                  <a:lnTo>
                    <a:pt x="1132276" y="7948"/>
                  </a:lnTo>
                  <a:lnTo>
                    <a:pt x="1181704" y="12211"/>
                  </a:lnTo>
                  <a:lnTo>
                    <a:pt x="1231311" y="17385"/>
                  </a:lnTo>
                  <a:lnTo>
                    <a:pt x="1281098" y="23469"/>
                  </a:lnTo>
                  <a:lnTo>
                    <a:pt x="1331065" y="30464"/>
                  </a:lnTo>
                  <a:lnTo>
                    <a:pt x="1381212" y="38369"/>
                  </a:lnTo>
                  <a:lnTo>
                    <a:pt x="1431538" y="47184"/>
                  </a:lnTo>
                  <a:lnTo>
                    <a:pt x="1482045" y="56910"/>
                  </a:lnTo>
                  <a:lnTo>
                    <a:pt x="1532732" y="67546"/>
                  </a:lnTo>
                  <a:lnTo>
                    <a:pt x="1583599" y="79093"/>
                  </a:lnTo>
                  <a:lnTo>
                    <a:pt x="1634645" y="91551"/>
                  </a:lnTo>
                  <a:lnTo>
                    <a:pt x="1685871" y="104918"/>
                  </a:lnTo>
                  <a:lnTo>
                    <a:pt x="1737278" y="119197"/>
                  </a:lnTo>
                  <a:lnTo>
                    <a:pt x="1788864" y="134385"/>
                  </a:lnTo>
                  <a:lnTo>
                    <a:pt x="1840630" y="150484"/>
                  </a:lnTo>
                  <a:lnTo>
                    <a:pt x="1860463" y="157333"/>
                  </a:lnTo>
                </a:path>
              </a:pathLst>
            </a:custGeom>
            <a:noFill/>
            <a:ln cap="flat" cmpd="sng" w="41875">
              <a:solidFill>
                <a:srgbClr val="A15A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7" name="Google Shape;497;p13"/>
            <p:cNvSpPr/>
            <p:nvPr/>
          </p:nvSpPr>
          <p:spPr>
            <a:xfrm>
              <a:off x="15536354" y="6871689"/>
              <a:ext cx="195580" cy="166370"/>
            </a:xfrm>
            <a:custGeom>
              <a:rect b="b" l="l" r="r" t="t"/>
              <a:pathLst>
                <a:path extrusionOk="0" h="166370" w="195580">
                  <a:moveTo>
                    <a:pt x="57422" y="0"/>
                  </a:moveTo>
                  <a:lnTo>
                    <a:pt x="0" y="166276"/>
                  </a:lnTo>
                  <a:lnTo>
                    <a:pt x="194988" y="140558"/>
                  </a:lnTo>
                  <a:lnTo>
                    <a:pt x="57422" y="0"/>
                  </a:lnTo>
                  <a:close/>
                </a:path>
              </a:pathLst>
            </a:custGeom>
            <a:solidFill>
              <a:srgbClr val="A15AE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8" name="Google Shape;498;p13"/>
            <p:cNvSpPr/>
            <p:nvPr/>
          </p:nvSpPr>
          <p:spPr>
            <a:xfrm>
              <a:off x="13476427" y="4101451"/>
              <a:ext cx="2096770" cy="2430145"/>
            </a:xfrm>
            <a:custGeom>
              <a:rect b="b" l="l" r="r" t="t"/>
              <a:pathLst>
                <a:path extrusionOk="0" h="2430145" w="2096769">
                  <a:moveTo>
                    <a:pt x="0" y="2429632"/>
                  </a:moveTo>
                  <a:lnTo>
                    <a:pt x="8068" y="2372180"/>
                  </a:lnTo>
                  <a:lnTo>
                    <a:pt x="16720" y="2315396"/>
                  </a:lnTo>
                  <a:lnTo>
                    <a:pt x="25958" y="2259281"/>
                  </a:lnTo>
                  <a:lnTo>
                    <a:pt x="35780" y="2203836"/>
                  </a:lnTo>
                  <a:lnTo>
                    <a:pt x="46187" y="2149060"/>
                  </a:lnTo>
                  <a:lnTo>
                    <a:pt x="57179" y="2094953"/>
                  </a:lnTo>
                  <a:lnTo>
                    <a:pt x="68755" y="2041515"/>
                  </a:lnTo>
                  <a:lnTo>
                    <a:pt x="80917" y="1988746"/>
                  </a:lnTo>
                  <a:lnTo>
                    <a:pt x="93663" y="1936647"/>
                  </a:lnTo>
                  <a:lnTo>
                    <a:pt x="106993" y="1885216"/>
                  </a:lnTo>
                  <a:lnTo>
                    <a:pt x="120909" y="1834455"/>
                  </a:lnTo>
                  <a:lnTo>
                    <a:pt x="135409" y="1784363"/>
                  </a:lnTo>
                  <a:lnTo>
                    <a:pt x="150494" y="1734940"/>
                  </a:lnTo>
                  <a:lnTo>
                    <a:pt x="166164" y="1686187"/>
                  </a:lnTo>
                  <a:lnTo>
                    <a:pt x="182418" y="1638102"/>
                  </a:lnTo>
                  <a:lnTo>
                    <a:pt x="199258" y="1590687"/>
                  </a:lnTo>
                  <a:lnTo>
                    <a:pt x="216682" y="1543941"/>
                  </a:lnTo>
                  <a:lnTo>
                    <a:pt x="234690" y="1497864"/>
                  </a:lnTo>
                  <a:lnTo>
                    <a:pt x="253284" y="1452456"/>
                  </a:lnTo>
                  <a:lnTo>
                    <a:pt x="272462" y="1407718"/>
                  </a:lnTo>
                  <a:lnTo>
                    <a:pt x="292225" y="1363648"/>
                  </a:lnTo>
                  <a:lnTo>
                    <a:pt x="312573" y="1320248"/>
                  </a:lnTo>
                  <a:lnTo>
                    <a:pt x="333505" y="1277517"/>
                  </a:lnTo>
                  <a:lnTo>
                    <a:pt x="355022" y="1235455"/>
                  </a:lnTo>
                  <a:lnTo>
                    <a:pt x="377124" y="1194063"/>
                  </a:lnTo>
                  <a:lnTo>
                    <a:pt x="399811" y="1153339"/>
                  </a:lnTo>
                  <a:lnTo>
                    <a:pt x="423082" y="1113285"/>
                  </a:lnTo>
                  <a:lnTo>
                    <a:pt x="446938" y="1073900"/>
                  </a:lnTo>
                  <a:lnTo>
                    <a:pt x="471379" y="1035184"/>
                  </a:lnTo>
                  <a:lnTo>
                    <a:pt x="496405" y="997137"/>
                  </a:lnTo>
                  <a:lnTo>
                    <a:pt x="522015" y="959759"/>
                  </a:lnTo>
                  <a:lnTo>
                    <a:pt x="548211" y="923051"/>
                  </a:lnTo>
                  <a:lnTo>
                    <a:pt x="574991" y="887012"/>
                  </a:lnTo>
                  <a:lnTo>
                    <a:pt x="602355" y="851642"/>
                  </a:lnTo>
                  <a:lnTo>
                    <a:pt x="630305" y="816941"/>
                  </a:lnTo>
                  <a:lnTo>
                    <a:pt x="658839" y="782909"/>
                  </a:lnTo>
                  <a:lnTo>
                    <a:pt x="687958" y="749547"/>
                  </a:lnTo>
                  <a:lnTo>
                    <a:pt x="717661" y="716853"/>
                  </a:lnTo>
                  <a:lnTo>
                    <a:pt x="747950" y="684829"/>
                  </a:lnTo>
                  <a:lnTo>
                    <a:pt x="778823" y="653474"/>
                  </a:lnTo>
                  <a:lnTo>
                    <a:pt x="810281" y="622788"/>
                  </a:lnTo>
                  <a:lnTo>
                    <a:pt x="842323" y="592771"/>
                  </a:lnTo>
                  <a:lnTo>
                    <a:pt x="874951" y="563424"/>
                  </a:lnTo>
                  <a:lnTo>
                    <a:pt x="908163" y="534746"/>
                  </a:lnTo>
                  <a:lnTo>
                    <a:pt x="941960" y="506737"/>
                  </a:lnTo>
                  <a:lnTo>
                    <a:pt x="976341" y="479397"/>
                  </a:lnTo>
                  <a:lnTo>
                    <a:pt x="1011308" y="452726"/>
                  </a:lnTo>
                  <a:lnTo>
                    <a:pt x="1046859" y="426724"/>
                  </a:lnTo>
                  <a:lnTo>
                    <a:pt x="1082995" y="401392"/>
                  </a:lnTo>
                  <a:lnTo>
                    <a:pt x="1119715" y="376729"/>
                  </a:lnTo>
                  <a:lnTo>
                    <a:pt x="1157021" y="352735"/>
                  </a:lnTo>
                  <a:lnTo>
                    <a:pt x="1194911" y="329410"/>
                  </a:lnTo>
                  <a:lnTo>
                    <a:pt x="1233385" y="306754"/>
                  </a:lnTo>
                  <a:lnTo>
                    <a:pt x="1272445" y="284767"/>
                  </a:lnTo>
                  <a:lnTo>
                    <a:pt x="1312089" y="263450"/>
                  </a:lnTo>
                  <a:lnTo>
                    <a:pt x="1352318" y="242802"/>
                  </a:lnTo>
                  <a:lnTo>
                    <a:pt x="1393132" y="222823"/>
                  </a:lnTo>
                  <a:lnTo>
                    <a:pt x="1434531" y="203513"/>
                  </a:lnTo>
                  <a:lnTo>
                    <a:pt x="1476514" y="184872"/>
                  </a:lnTo>
                  <a:lnTo>
                    <a:pt x="1519082" y="166901"/>
                  </a:lnTo>
                  <a:lnTo>
                    <a:pt x="1562235" y="149599"/>
                  </a:lnTo>
                  <a:lnTo>
                    <a:pt x="1605973" y="132966"/>
                  </a:lnTo>
                  <a:lnTo>
                    <a:pt x="1650295" y="117002"/>
                  </a:lnTo>
                  <a:lnTo>
                    <a:pt x="1695202" y="101707"/>
                  </a:lnTo>
                  <a:lnTo>
                    <a:pt x="1740694" y="87081"/>
                  </a:lnTo>
                  <a:lnTo>
                    <a:pt x="1786770" y="73125"/>
                  </a:lnTo>
                  <a:lnTo>
                    <a:pt x="1833431" y="59838"/>
                  </a:lnTo>
                  <a:lnTo>
                    <a:pt x="1880678" y="47220"/>
                  </a:lnTo>
                  <a:lnTo>
                    <a:pt x="1928508" y="35271"/>
                  </a:lnTo>
                  <a:lnTo>
                    <a:pt x="1976924" y="23991"/>
                  </a:lnTo>
                  <a:lnTo>
                    <a:pt x="2025924" y="13380"/>
                  </a:lnTo>
                  <a:lnTo>
                    <a:pt x="2075509" y="3439"/>
                  </a:lnTo>
                  <a:lnTo>
                    <a:pt x="2096181" y="0"/>
                  </a:lnTo>
                </a:path>
              </a:pathLst>
            </a:custGeom>
            <a:noFill/>
            <a:ln cap="flat" cmpd="sng" w="41875">
              <a:solidFill>
                <a:srgbClr val="A15A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9" name="Google Shape;499;p13"/>
            <p:cNvSpPr/>
            <p:nvPr/>
          </p:nvSpPr>
          <p:spPr>
            <a:xfrm>
              <a:off x="15537516" y="4018126"/>
              <a:ext cx="187960" cy="173990"/>
            </a:xfrm>
            <a:custGeom>
              <a:rect b="b" l="l" r="r" t="t"/>
              <a:pathLst>
                <a:path extrusionOk="0" h="173989" w="187959">
                  <a:moveTo>
                    <a:pt x="0" y="0"/>
                  </a:moveTo>
                  <a:lnTo>
                    <a:pt x="28868" y="173524"/>
                  </a:lnTo>
                  <a:lnTo>
                    <a:pt x="187962" y="578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5AE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0" name="Google Shape;500;p13"/>
            <p:cNvSpPr/>
            <p:nvPr/>
          </p:nvSpPr>
          <p:spPr>
            <a:xfrm>
              <a:off x="9143391" y="4883680"/>
              <a:ext cx="6414770" cy="1074420"/>
            </a:xfrm>
            <a:custGeom>
              <a:rect b="b" l="l" r="r" t="t"/>
              <a:pathLst>
                <a:path extrusionOk="0" h="1074420" w="6414769">
                  <a:moveTo>
                    <a:pt x="0" y="0"/>
                  </a:moveTo>
                  <a:lnTo>
                    <a:pt x="40867" y="23155"/>
                  </a:lnTo>
                  <a:lnTo>
                    <a:pt x="81851" y="46059"/>
                  </a:lnTo>
                  <a:lnTo>
                    <a:pt x="122950" y="68710"/>
                  </a:lnTo>
                  <a:lnTo>
                    <a:pt x="164165" y="91109"/>
                  </a:lnTo>
                  <a:lnTo>
                    <a:pt x="205495" y="113256"/>
                  </a:lnTo>
                  <a:lnTo>
                    <a:pt x="246940" y="135150"/>
                  </a:lnTo>
                  <a:lnTo>
                    <a:pt x="288502" y="156792"/>
                  </a:lnTo>
                  <a:lnTo>
                    <a:pt x="330179" y="178182"/>
                  </a:lnTo>
                  <a:lnTo>
                    <a:pt x="371971" y="199319"/>
                  </a:lnTo>
                  <a:lnTo>
                    <a:pt x="413879" y="220204"/>
                  </a:lnTo>
                  <a:lnTo>
                    <a:pt x="455902" y="240837"/>
                  </a:lnTo>
                  <a:lnTo>
                    <a:pt x="498041" y="261217"/>
                  </a:lnTo>
                  <a:lnTo>
                    <a:pt x="540296" y="281346"/>
                  </a:lnTo>
                  <a:lnTo>
                    <a:pt x="582666" y="301221"/>
                  </a:lnTo>
                  <a:lnTo>
                    <a:pt x="625152" y="320845"/>
                  </a:lnTo>
                  <a:lnTo>
                    <a:pt x="667753" y="340216"/>
                  </a:lnTo>
                  <a:lnTo>
                    <a:pt x="710470" y="359335"/>
                  </a:lnTo>
                  <a:lnTo>
                    <a:pt x="753302" y="378202"/>
                  </a:lnTo>
                  <a:lnTo>
                    <a:pt x="796250" y="396816"/>
                  </a:lnTo>
                  <a:lnTo>
                    <a:pt x="839314" y="415178"/>
                  </a:lnTo>
                  <a:lnTo>
                    <a:pt x="882493" y="433288"/>
                  </a:lnTo>
                  <a:lnTo>
                    <a:pt x="925788" y="451145"/>
                  </a:lnTo>
                  <a:lnTo>
                    <a:pt x="969198" y="468750"/>
                  </a:lnTo>
                  <a:lnTo>
                    <a:pt x="1012723" y="486103"/>
                  </a:lnTo>
                  <a:lnTo>
                    <a:pt x="1056365" y="503204"/>
                  </a:lnTo>
                  <a:lnTo>
                    <a:pt x="1100122" y="520052"/>
                  </a:lnTo>
                  <a:lnTo>
                    <a:pt x="1143994" y="536648"/>
                  </a:lnTo>
                  <a:lnTo>
                    <a:pt x="1187982" y="552991"/>
                  </a:lnTo>
                  <a:lnTo>
                    <a:pt x="1232085" y="569083"/>
                  </a:lnTo>
                  <a:lnTo>
                    <a:pt x="1276304" y="584922"/>
                  </a:lnTo>
                  <a:lnTo>
                    <a:pt x="1320639" y="600508"/>
                  </a:lnTo>
                  <a:lnTo>
                    <a:pt x="1365089" y="615843"/>
                  </a:lnTo>
                  <a:lnTo>
                    <a:pt x="1409655" y="630925"/>
                  </a:lnTo>
                  <a:lnTo>
                    <a:pt x="1454336" y="645755"/>
                  </a:lnTo>
                  <a:lnTo>
                    <a:pt x="1499133" y="660332"/>
                  </a:lnTo>
                  <a:lnTo>
                    <a:pt x="1544046" y="674657"/>
                  </a:lnTo>
                  <a:lnTo>
                    <a:pt x="1589073" y="688730"/>
                  </a:lnTo>
                  <a:lnTo>
                    <a:pt x="1634217" y="702551"/>
                  </a:lnTo>
                  <a:lnTo>
                    <a:pt x="1679476" y="716119"/>
                  </a:lnTo>
                  <a:lnTo>
                    <a:pt x="1724851" y="729435"/>
                  </a:lnTo>
                  <a:lnTo>
                    <a:pt x="1770341" y="742498"/>
                  </a:lnTo>
                  <a:lnTo>
                    <a:pt x="1815947" y="755310"/>
                  </a:lnTo>
                  <a:lnTo>
                    <a:pt x="1861668" y="767869"/>
                  </a:lnTo>
                  <a:lnTo>
                    <a:pt x="1907505" y="780175"/>
                  </a:lnTo>
                  <a:lnTo>
                    <a:pt x="1953457" y="792230"/>
                  </a:lnTo>
                  <a:lnTo>
                    <a:pt x="1999525" y="804032"/>
                  </a:lnTo>
                  <a:lnTo>
                    <a:pt x="2045709" y="815582"/>
                  </a:lnTo>
                  <a:lnTo>
                    <a:pt x="2092008" y="826879"/>
                  </a:lnTo>
                  <a:lnTo>
                    <a:pt x="2138422" y="837924"/>
                  </a:lnTo>
                  <a:lnTo>
                    <a:pt x="2184952" y="848717"/>
                  </a:lnTo>
                  <a:lnTo>
                    <a:pt x="2231598" y="859258"/>
                  </a:lnTo>
                  <a:lnTo>
                    <a:pt x="2278360" y="869546"/>
                  </a:lnTo>
                  <a:lnTo>
                    <a:pt x="2325236" y="879582"/>
                  </a:lnTo>
                  <a:lnTo>
                    <a:pt x="2372229" y="889366"/>
                  </a:lnTo>
                  <a:lnTo>
                    <a:pt x="2419337" y="898897"/>
                  </a:lnTo>
                  <a:lnTo>
                    <a:pt x="2466560" y="908176"/>
                  </a:lnTo>
                  <a:lnTo>
                    <a:pt x="2513899" y="917203"/>
                  </a:lnTo>
                  <a:lnTo>
                    <a:pt x="2561354" y="925977"/>
                  </a:lnTo>
                  <a:lnTo>
                    <a:pt x="2608924" y="934499"/>
                  </a:lnTo>
                  <a:lnTo>
                    <a:pt x="2656610" y="942769"/>
                  </a:lnTo>
                  <a:lnTo>
                    <a:pt x="2704411" y="950787"/>
                  </a:lnTo>
                  <a:lnTo>
                    <a:pt x="2752328" y="958552"/>
                  </a:lnTo>
                  <a:lnTo>
                    <a:pt x="2800360" y="966065"/>
                  </a:lnTo>
                  <a:lnTo>
                    <a:pt x="2848508" y="973325"/>
                  </a:lnTo>
                  <a:lnTo>
                    <a:pt x="2896772" y="980334"/>
                  </a:lnTo>
                  <a:lnTo>
                    <a:pt x="2945151" y="987090"/>
                  </a:lnTo>
                  <a:lnTo>
                    <a:pt x="2993646" y="993593"/>
                  </a:lnTo>
                  <a:lnTo>
                    <a:pt x="3042256" y="999845"/>
                  </a:lnTo>
                  <a:lnTo>
                    <a:pt x="3090982" y="1005844"/>
                  </a:lnTo>
                  <a:lnTo>
                    <a:pt x="3139823" y="1011590"/>
                  </a:lnTo>
                  <a:lnTo>
                    <a:pt x="3188780" y="1017085"/>
                  </a:lnTo>
                  <a:lnTo>
                    <a:pt x="3237852" y="1022327"/>
                  </a:lnTo>
                  <a:lnTo>
                    <a:pt x="3287040" y="1027317"/>
                  </a:lnTo>
                  <a:lnTo>
                    <a:pt x="3336344" y="1032054"/>
                  </a:lnTo>
                  <a:lnTo>
                    <a:pt x="3385763" y="1036540"/>
                  </a:lnTo>
                  <a:lnTo>
                    <a:pt x="3435297" y="1040773"/>
                  </a:lnTo>
                  <a:lnTo>
                    <a:pt x="3484948" y="1044753"/>
                  </a:lnTo>
                  <a:lnTo>
                    <a:pt x="3534713" y="1048481"/>
                  </a:lnTo>
                  <a:lnTo>
                    <a:pt x="3584595" y="1051958"/>
                  </a:lnTo>
                  <a:lnTo>
                    <a:pt x="3634592" y="1055181"/>
                  </a:lnTo>
                  <a:lnTo>
                    <a:pt x="3684704" y="1058153"/>
                  </a:lnTo>
                  <a:lnTo>
                    <a:pt x="3734932" y="1060872"/>
                  </a:lnTo>
                  <a:lnTo>
                    <a:pt x="3785275" y="1063338"/>
                  </a:lnTo>
                  <a:lnTo>
                    <a:pt x="3835735" y="1065553"/>
                  </a:lnTo>
                  <a:lnTo>
                    <a:pt x="3886309" y="1067515"/>
                  </a:lnTo>
                  <a:lnTo>
                    <a:pt x="3936999" y="1069225"/>
                  </a:lnTo>
                  <a:lnTo>
                    <a:pt x="3987805" y="1070683"/>
                  </a:lnTo>
                  <a:lnTo>
                    <a:pt x="4038726" y="1071888"/>
                  </a:lnTo>
                  <a:lnTo>
                    <a:pt x="4089763" y="1072841"/>
                  </a:lnTo>
                  <a:lnTo>
                    <a:pt x="4140916" y="1073541"/>
                  </a:lnTo>
                  <a:lnTo>
                    <a:pt x="4192184" y="1073990"/>
                  </a:lnTo>
                  <a:lnTo>
                    <a:pt x="4243567" y="1074186"/>
                  </a:lnTo>
                  <a:lnTo>
                    <a:pt x="4295066" y="1074130"/>
                  </a:lnTo>
                  <a:lnTo>
                    <a:pt x="4346681" y="1073821"/>
                  </a:lnTo>
                  <a:lnTo>
                    <a:pt x="4398411" y="1073260"/>
                  </a:lnTo>
                  <a:lnTo>
                    <a:pt x="4450257" y="1072447"/>
                  </a:lnTo>
                  <a:lnTo>
                    <a:pt x="4502218" y="1071381"/>
                  </a:lnTo>
                  <a:lnTo>
                    <a:pt x="4554295" y="1070064"/>
                  </a:lnTo>
                  <a:lnTo>
                    <a:pt x="4606488" y="1068494"/>
                  </a:lnTo>
                  <a:lnTo>
                    <a:pt x="4658796" y="1066671"/>
                  </a:lnTo>
                  <a:lnTo>
                    <a:pt x="4711219" y="1064596"/>
                  </a:lnTo>
                  <a:lnTo>
                    <a:pt x="4763758" y="1062269"/>
                  </a:lnTo>
                  <a:lnTo>
                    <a:pt x="4816413" y="1059690"/>
                  </a:lnTo>
                  <a:lnTo>
                    <a:pt x="4869183" y="1056859"/>
                  </a:lnTo>
                  <a:lnTo>
                    <a:pt x="4922069" y="1053775"/>
                  </a:lnTo>
                  <a:lnTo>
                    <a:pt x="4975070" y="1050438"/>
                  </a:lnTo>
                  <a:lnTo>
                    <a:pt x="5028187" y="1046850"/>
                  </a:lnTo>
                  <a:lnTo>
                    <a:pt x="5081419" y="1043009"/>
                  </a:lnTo>
                  <a:lnTo>
                    <a:pt x="5134767" y="1038916"/>
                  </a:lnTo>
                  <a:lnTo>
                    <a:pt x="5188231" y="1034570"/>
                  </a:lnTo>
                  <a:lnTo>
                    <a:pt x="5241810" y="1029973"/>
                  </a:lnTo>
                  <a:lnTo>
                    <a:pt x="5295505" y="1025123"/>
                  </a:lnTo>
                  <a:lnTo>
                    <a:pt x="5349315" y="1020020"/>
                  </a:lnTo>
                  <a:lnTo>
                    <a:pt x="5403241" y="1014665"/>
                  </a:lnTo>
                  <a:lnTo>
                    <a:pt x="5457282" y="1009058"/>
                  </a:lnTo>
                  <a:lnTo>
                    <a:pt x="5511439" y="1003199"/>
                  </a:lnTo>
                  <a:lnTo>
                    <a:pt x="5565711" y="997088"/>
                  </a:lnTo>
                  <a:lnTo>
                    <a:pt x="5620099" y="990724"/>
                  </a:lnTo>
                  <a:lnTo>
                    <a:pt x="5674603" y="984107"/>
                  </a:lnTo>
                  <a:lnTo>
                    <a:pt x="5729222" y="977239"/>
                  </a:lnTo>
                  <a:lnTo>
                    <a:pt x="5783957" y="970118"/>
                  </a:lnTo>
                  <a:lnTo>
                    <a:pt x="5838807" y="962745"/>
                  </a:lnTo>
                  <a:lnTo>
                    <a:pt x="5893773" y="955120"/>
                  </a:lnTo>
                  <a:lnTo>
                    <a:pt x="5948854" y="947242"/>
                  </a:lnTo>
                  <a:lnTo>
                    <a:pt x="6004051" y="939112"/>
                  </a:lnTo>
                  <a:lnTo>
                    <a:pt x="6059363" y="930729"/>
                  </a:lnTo>
                  <a:lnTo>
                    <a:pt x="6114791" y="922095"/>
                  </a:lnTo>
                  <a:lnTo>
                    <a:pt x="6170335" y="913208"/>
                  </a:lnTo>
                  <a:lnTo>
                    <a:pt x="6225994" y="904069"/>
                  </a:lnTo>
                  <a:lnTo>
                    <a:pt x="6281769" y="894677"/>
                  </a:lnTo>
                  <a:lnTo>
                    <a:pt x="6337659" y="885033"/>
                  </a:lnTo>
                  <a:lnTo>
                    <a:pt x="6393665" y="875137"/>
                  </a:lnTo>
                  <a:lnTo>
                    <a:pt x="6414224" y="871331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1" name="Google Shape;501;p13"/>
            <p:cNvSpPr/>
            <p:nvPr/>
          </p:nvSpPr>
          <p:spPr>
            <a:xfrm>
              <a:off x="15521014" y="5672338"/>
              <a:ext cx="189230" cy="173355"/>
            </a:xfrm>
            <a:custGeom>
              <a:rect b="b" l="l" r="r" t="t"/>
              <a:pathLst>
                <a:path extrusionOk="0" h="173354" w="189230">
                  <a:moveTo>
                    <a:pt x="0" y="0"/>
                  </a:moveTo>
                  <a:lnTo>
                    <a:pt x="32019" y="172972"/>
                  </a:lnTo>
                  <a:lnTo>
                    <a:pt x="188978" y="544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02" name="Google Shape;502;p13"/>
          <p:cNvSpPr txBox="1"/>
          <p:nvPr/>
        </p:nvSpPr>
        <p:spPr>
          <a:xfrm>
            <a:off x="11747717" y="6620856"/>
            <a:ext cx="1798955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A15AEE"/>
                </a:solidFill>
                <a:latin typeface="Arial"/>
                <a:ea typeface="Arial"/>
                <a:cs typeface="Arial"/>
                <a:sym typeface="Arial"/>
              </a:rPr>
              <a:t>OWN methods and properties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3"/>
          <p:cNvSpPr txBox="1"/>
          <p:nvPr/>
        </p:nvSpPr>
        <p:spPr>
          <a:xfrm rot="360000">
            <a:off x="11798759" y="5501152"/>
            <a:ext cx="1131822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53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Inherited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3"/>
          <p:cNvSpPr txBox="1"/>
          <p:nvPr/>
        </p:nvSpPr>
        <p:spPr>
          <a:xfrm rot="1260000">
            <a:off x="11262802" y="3416318"/>
            <a:ext cx="2147864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676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30000" lang="en-US" sz="39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INHERITANC</a:t>
            </a: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3"/>
          <p:cNvSpPr txBox="1"/>
          <p:nvPr/>
        </p:nvSpPr>
        <p:spPr>
          <a:xfrm rot="1260000">
            <a:off x="9547844" y="4189960"/>
            <a:ext cx="4940196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627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30000" lang="en-US" sz="3225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CHILD CL</a:t>
            </a:r>
            <a:r>
              <a:rPr b="1"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ASS E</a:t>
            </a:r>
            <a:r>
              <a:rPr b="1" baseline="-25000" lang="en-US" sz="3225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XTENDS PARENT CLASS</a:t>
            </a:r>
            <a:endParaRPr baseline="-25000" sz="3225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14"/>
          <p:cNvGrpSpPr/>
          <p:nvPr/>
        </p:nvGrpSpPr>
        <p:grpSpPr>
          <a:xfrm>
            <a:off x="15583515" y="3558088"/>
            <a:ext cx="3179583" cy="4547768"/>
            <a:chOff x="15583515" y="3558088"/>
            <a:chExt cx="3179583" cy="4547768"/>
          </a:xfrm>
        </p:grpSpPr>
        <p:pic>
          <p:nvPicPr>
            <p:cNvPr id="511" name="Google Shape;511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583515" y="3558088"/>
              <a:ext cx="3179583" cy="45477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2" name="Google Shape;512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635859" y="3558088"/>
              <a:ext cx="2339084" cy="4530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3" name="Google Shape;513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5664204" y="3610606"/>
              <a:ext cx="1181835" cy="41848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14" name="Google Shape;51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14"/>
          <p:cNvSpPr txBox="1"/>
          <p:nvPr>
            <p:ph type="title"/>
          </p:nvPr>
        </p:nvSpPr>
        <p:spPr>
          <a:xfrm>
            <a:off x="603309" y="259543"/>
            <a:ext cx="9132557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PRINCIPLE	4:	POLYMORPHISM</a:t>
            </a:r>
            <a:endParaRPr/>
          </a:p>
        </p:txBody>
      </p:sp>
      <p:sp>
        <p:nvSpPr>
          <p:cNvPr id="516" name="Google Shape;516;p14"/>
          <p:cNvSpPr/>
          <p:nvPr/>
        </p:nvSpPr>
        <p:spPr>
          <a:xfrm>
            <a:off x="0" y="1374008"/>
            <a:ext cx="4791075" cy="9934575"/>
          </a:xfrm>
          <a:custGeom>
            <a:rect b="b" l="l" r="r" t="t"/>
            <a:pathLst>
              <a:path extrusionOk="0" h="9934575" w="4791075">
                <a:moveTo>
                  <a:pt x="4790493" y="0"/>
                </a:moveTo>
                <a:lnTo>
                  <a:pt x="0" y="0"/>
                </a:lnTo>
                <a:lnTo>
                  <a:pt x="0" y="9934547"/>
                </a:lnTo>
                <a:lnTo>
                  <a:pt x="4790493" y="9934547"/>
                </a:lnTo>
                <a:lnTo>
                  <a:pt x="4790493" y="0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17" name="Google Shape;517;p14"/>
          <p:cNvSpPr txBox="1"/>
          <p:nvPr/>
        </p:nvSpPr>
        <p:spPr>
          <a:xfrm>
            <a:off x="562842" y="5813728"/>
            <a:ext cx="3665220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103631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Inheritance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4"/>
          <p:cNvSpPr txBox="1"/>
          <p:nvPr/>
        </p:nvSpPr>
        <p:spPr>
          <a:xfrm>
            <a:off x="562842" y="6931966"/>
            <a:ext cx="3665220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8058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Polymorphism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9" name="Google Shape;519;p14"/>
          <p:cNvGrpSpPr/>
          <p:nvPr/>
        </p:nvGrpSpPr>
        <p:grpSpPr>
          <a:xfrm>
            <a:off x="5837568" y="1736876"/>
            <a:ext cx="12768624" cy="8773782"/>
            <a:chOff x="5837568" y="1736876"/>
            <a:chExt cx="12768624" cy="8773782"/>
          </a:xfrm>
        </p:grpSpPr>
        <p:pic>
          <p:nvPicPr>
            <p:cNvPr id="520" name="Google Shape;520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905406" y="1736885"/>
              <a:ext cx="3074615" cy="41944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1" name="Google Shape;521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0944703" y="1736876"/>
              <a:ext cx="2205575" cy="4653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2" name="Google Shape;522;p1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837568" y="3552734"/>
              <a:ext cx="3533934" cy="45477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3" name="Google Shape;523;p1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879452" y="3552734"/>
              <a:ext cx="2696898" cy="4374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14"/>
            <p:cNvSpPr/>
            <p:nvPr/>
          </p:nvSpPr>
          <p:spPr>
            <a:xfrm>
              <a:off x="11199376" y="3469863"/>
              <a:ext cx="2549525" cy="1046480"/>
            </a:xfrm>
            <a:custGeom>
              <a:rect b="b" l="l" r="r" t="t"/>
              <a:pathLst>
                <a:path extrusionOk="0" h="1046479" w="2549525">
                  <a:moveTo>
                    <a:pt x="0" y="0"/>
                  </a:moveTo>
                  <a:lnTo>
                    <a:pt x="2549496" y="0"/>
                  </a:lnTo>
                  <a:lnTo>
                    <a:pt x="2549496" y="1045947"/>
                  </a:lnTo>
                  <a:lnTo>
                    <a:pt x="0" y="1045947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62825">
              <a:solidFill>
                <a:srgbClr val="F1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5" name="Google Shape;525;p14"/>
            <p:cNvSpPr/>
            <p:nvPr/>
          </p:nvSpPr>
          <p:spPr>
            <a:xfrm>
              <a:off x="6112122" y="5589120"/>
              <a:ext cx="3011805" cy="1046480"/>
            </a:xfrm>
            <a:custGeom>
              <a:rect b="b" l="l" r="r" t="t"/>
              <a:pathLst>
                <a:path extrusionOk="0" h="1046479" w="3011804">
                  <a:moveTo>
                    <a:pt x="0" y="0"/>
                  </a:moveTo>
                  <a:lnTo>
                    <a:pt x="3011789" y="0"/>
                  </a:lnTo>
                  <a:lnTo>
                    <a:pt x="3011789" y="1045947"/>
                  </a:lnTo>
                  <a:lnTo>
                    <a:pt x="0" y="1045947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62825">
              <a:solidFill>
                <a:srgbClr val="F1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6" name="Google Shape;526;p14"/>
            <p:cNvSpPr/>
            <p:nvPr/>
          </p:nvSpPr>
          <p:spPr>
            <a:xfrm>
              <a:off x="15898552" y="5594475"/>
              <a:ext cx="2707640" cy="1046480"/>
            </a:xfrm>
            <a:custGeom>
              <a:rect b="b" l="l" r="r" t="t"/>
              <a:pathLst>
                <a:path extrusionOk="0" h="1046479" w="2707640">
                  <a:moveTo>
                    <a:pt x="0" y="0"/>
                  </a:moveTo>
                  <a:lnTo>
                    <a:pt x="2707228" y="0"/>
                  </a:lnTo>
                  <a:lnTo>
                    <a:pt x="2707228" y="1045947"/>
                  </a:lnTo>
                  <a:lnTo>
                    <a:pt x="0" y="1045947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62825">
              <a:solidFill>
                <a:srgbClr val="F1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7" name="Google Shape;527;p14"/>
            <p:cNvSpPr/>
            <p:nvPr/>
          </p:nvSpPr>
          <p:spPr>
            <a:xfrm>
              <a:off x="6991417" y="9111753"/>
              <a:ext cx="10902950" cy="1398905"/>
            </a:xfrm>
            <a:custGeom>
              <a:rect b="b" l="l" r="r" t="t"/>
              <a:pathLst>
                <a:path extrusionOk="0" h="1398904" w="10902950">
                  <a:moveTo>
                    <a:pt x="10902589" y="0"/>
                  </a:moveTo>
                  <a:lnTo>
                    <a:pt x="0" y="0"/>
                  </a:lnTo>
                  <a:lnTo>
                    <a:pt x="0" y="1398910"/>
                  </a:lnTo>
                  <a:lnTo>
                    <a:pt x="10902589" y="1398910"/>
                  </a:lnTo>
                  <a:lnTo>
                    <a:pt x="10902589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528" name="Google Shape;528;p1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253189" y="9414754"/>
              <a:ext cx="303655" cy="3036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9" name="Google Shape;529;p14"/>
          <p:cNvSpPr txBox="1"/>
          <p:nvPr/>
        </p:nvSpPr>
        <p:spPr>
          <a:xfrm>
            <a:off x="562842" y="3588141"/>
            <a:ext cx="3665220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10102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Abstraction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4"/>
          <p:cNvSpPr txBox="1"/>
          <p:nvPr/>
        </p:nvSpPr>
        <p:spPr>
          <a:xfrm>
            <a:off x="562842" y="4702360"/>
            <a:ext cx="3665220" cy="788670"/>
          </a:xfrm>
          <a:prstGeom prst="rect">
            <a:avLst/>
          </a:pr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825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Encapsulation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4"/>
          <p:cNvSpPr txBox="1"/>
          <p:nvPr/>
        </p:nvSpPr>
        <p:spPr>
          <a:xfrm>
            <a:off x="6991417" y="9111753"/>
            <a:ext cx="10902950" cy="1398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650">
            <a:spAutoFit/>
          </a:bodyPr>
          <a:lstStyle/>
          <a:p>
            <a:pPr indent="0" lvl="0" marL="770255" marR="461644" rtl="0" algn="l">
              <a:lnSpc>
                <a:spcPct val="13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Polymorphism: </a:t>
            </a:r>
            <a:r>
              <a:rPr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 child class can </a:t>
            </a:r>
            <a:r>
              <a:rPr b="1"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overwrite </a:t>
            </a:r>
            <a:r>
              <a:rPr lang="en-US" sz="24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 method it inherited from a parent class [it’s more complex that that, but enough for our purposes].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4"/>
          <p:cNvSpPr txBox="1"/>
          <p:nvPr/>
        </p:nvSpPr>
        <p:spPr>
          <a:xfrm>
            <a:off x="11319216" y="6059932"/>
            <a:ext cx="2247265" cy="402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PARENT CLASS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4"/>
          <p:cNvSpPr txBox="1"/>
          <p:nvPr/>
        </p:nvSpPr>
        <p:spPr>
          <a:xfrm>
            <a:off x="6620313" y="8234463"/>
            <a:ext cx="11537315" cy="402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30000" lang="en-US" sz="3675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CHILD CLASS	</a:t>
            </a: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CHILD CLASS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4" name="Google Shape;534;p14"/>
          <p:cNvGrpSpPr/>
          <p:nvPr/>
        </p:nvGrpSpPr>
        <p:grpSpPr>
          <a:xfrm>
            <a:off x="8690508" y="2211549"/>
            <a:ext cx="1991663" cy="1057157"/>
            <a:chOff x="8690508" y="2211549"/>
            <a:chExt cx="1991663" cy="1057157"/>
          </a:xfrm>
        </p:grpSpPr>
        <p:sp>
          <p:nvSpPr>
            <p:cNvPr id="535" name="Google Shape;535;p14"/>
            <p:cNvSpPr/>
            <p:nvPr/>
          </p:nvSpPr>
          <p:spPr>
            <a:xfrm>
              <a:off x="8999421" y="2211549"/>
              <a:ext cx="1682750" cy="893444"/>
            </a:xfrm>
            <a:custGeom>
              <a:rect b="b" l="l" r="r" t="t"/>
              <a:pathLst>
                <a:path extrusionOk="0" h="893444" w="1682750">
                  <a:moveTo>
                    <a:pt x="1682232" y="0"/>
                  </a:moveTo>
                  <a:lnTo>
                    <a:pt x="46244" y="868339"/>
                  </a:lnTo>
                  <a:lnTo>
                    <a:pt x="0" y="892884"/>
                  </a:lnTo>
                </a:path>
              </a:pathLst>
            </a:custGeom>
            <a:noFill/>
            <a:ln cap="flat" cmpd="sng" w="104700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6" name="Google Shape;536;p14"/>
            <p:cNvSpPr/>
            <p:nvPr/>
          </p:nvSpPr>
          <p:spPr>
            <a:xfrm>
              <a:off x="8690508" y="2902311"/>
              <a:ext cx="449580" cy="366395"/>
            </a:xfrm>
            <a:custGeom>
              <a:rect b="b" l="l" r="r" t="t"/>
              <a:pathLst>
                <a:path extrusionOk="0" h="366395" w="449579">
                  <a:moveTo>
                    <a:pt x="260902" y="0"/>
                  </a:moveTo>
                  <a:lnTo>
                    <a:pt x="0" y="366084"/>
                  </a:lnTo>
                  <a:lnTo>
                    <a:pt x="449409" y="355155"/>
                  </a:lnTo>
                  <a:lnTo>
                    <a:pt x="260902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37" name="Google Shape;537;p14"/>
          <p:cNvSpPr txBox="1"/>
          <p:nvPr/>
        </p:nvSpPr>
        <p:spPr>
          <a:xfrm>
            <a:off x="7684889" y="2220615"/>
            <a:ext cx="2011680" cy="402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INHERITANCE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8" name="Google Shape;538;p14"/>
          <p:cNvGrpSpPr/>
          <p:nvPr/>
        </p:nvGrpSpPr>
        <p:grpSpPr>
          <a:xfrm>
            <a:off x="14203776" y="2229644"/>
            <a:ext cx="1991313" cy="1057157"/>
            <a:chOff x="14203776" y="2229644"/>
            <a:chExt cx="1991313" cy="1057157"/>
          </a:xfrm>
        </p:grpSpPr>
        <p:sp>
          <p:nvSpPr>
            <p:cNvPr id="539" name="Google Shape;539;p14"/>
            <p:cNvSpPr/>
            <p:nvPr/>
          </p:nvSpPr>
          <p:spPr>
            <a:xfrm>
              <a:off x="14203776" y="2229644"/>
              <a:ext cx="1682750" cy="893444"/>
            </a:xfrm>
            <a:custGeom>
              <a:rect b="b" l="l" r="r" t="t"/>
              <a:pathLst>
                <a:path extrusionOk="0" h="893444" w="1682750">
                  <a:moveTo>
                    <a:pt x="0" y="0"/>
                  </a:moveTo>
                  <a:lnTo>
                    <a:pt x="1635988" y="868339"/>
                  </a:lnTo>
                  <a:lnTo>
                    <a:pt x="1682232" y="892884"/>
                  </a:lnTo>
                </a:path>
              </a:pathLst>
            </a:custGeom>
            <a:noFill/>
            <a:ln cap="flat" cmpd="sng" w="104700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0" name="Google Shape;540;p14"/>
            <p:cNvSpPr/>
            <p:nvPr/>
          </p:nvSpPr>
          <p:spPr>
            <a:xfrm>
              <a:off x="15745509" y="2920406"/>
              <a:ext cx="449580" cy="366395"/>
            </a:xfrm>
            <a:custGeom>
              <a:rect b="b" l="l" r="r" t="t"/>
              <a:pathLst>
                <a:path extrusionOk="0" h="366395" w="449580">
                  <a:moveTo>
                    <a:pt x="188507" y="0"/>
                  </a:moveTo>
                  <a:lnTo>
                    <a:pt x="0" y="355155"/>
                  </a:lnTo>
                  <a:lnTo>
                    <a:pt x="449410" y="366085"/>
                  </a:lnTo>
                  <a:lnTo>
                    <a:pt x="188507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41" name="Google Shape;541;p14"/>
          <p:cNvSpPr txBox="1"/>
          <p:nvPr/>
        </p:nvSpPr>
        <p:spPr>
          <a:xfrm>
            <a:off x="15189297" y="2220615"/>
            <a:ext cx="2011680" cy="402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INHERITANCE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2" name="Google Shape;542;p14"/>
          <p:cNvGrpSpPr/>
          <p:nvPr/>
        </p:nvGrpSpPr>
        <p:grpSpPr>
          <a:xfrm>
            <a:off x="13930665" y="6106888"/>
            <a:ext cx="1927072" cy="978245"/>
            <a:chOff x="13930665" y="6106888"/>
            <a:chExt cx="1927072" cy="978245"/>
          </a:xfrm>
        </p:grpSpPr>
        <p:sp>
          <p:nvSpPr>
            <p:cNvPr id="543" name="Google Shape;543;p14"/>
            <p:cNvSpPr/>
            <p:nvPr/>
          </p:nvSpPr>
          <p:spPr>
            <a:xfrm>
              <a:off x="13930665" y="6192958"/>
              <a:ext cx="1772920" cy="892175"/>
            </a:xfrm>
            <a:custGeom>
              <a:rect b="b" l="l" r="r" t="t"/>
              <a:pathLst>
                <a:path extrusionOk="0" h="892175" w="1772919">
                  <a:moveTo>
                    <a:pt x="0" y="892142"/>
                  </a:moveTo>
                  <a:lnTo>
                    <a:pt x="30234" y="854702"/>
                  </a:lnTo>
                  <a:lnTo>
                    <a:pt x="61092" y="818048"/>
                  </a:lnTo>
                  <a:lnTo>
                    <a:pt x="92576" y="782179"/>
                  </a:lnTo>
                  <a:lnTo>
                    <a:pt x="124683" y="747097"/>
                  </a:lnTo>
                  <a:lnTo>
                    <a:pt x="157415" y="712800"/>
                  </a:lnTo>
                  <a:lnTo>
                    <a:pt x="190771" y="679290"/>
                  </a:lnTo>
                  <a:lnTo>
                    <a:pt x="224752" y="646566"/>
                  </a:lnTo>
                  <a:lnTo>
                    <a:pt x="259357" y="614627"/>
                  </a:lnTo>
                  <a:lnTo>
                    <a:pt x="294587" y="583475"/>
                  </a:lnTo>
                  <a:lnTo>
                    <a:pt x="330441" y="553109"/>
                  </a:lnTo>
                  <a:lnTo>
                    <a:pt x="366920" y="523529"/>
                  </a:lnTo>
                  <a:lnTo>
                    <a:pt x="404023" y="494734"/>
                  </a:lnTo>
                  <a:lnTo>
                    <a:pt x="441750" y="466726"/>
                  </a:lnTo>
                  <a:lnTo>
                    <a:pt x="480102" y="439504"/>
                  </a:lnTo>
                  <a:lnTo>
                    <a:pt x="519078" y="413068"/>
                  </a:lnTo>
                  <a:lnTo>
                    <a:pt x="558679" y="387418"/>
                  </a:lnTo>
                  <a:lnTo>
                    <a:pt x="598904" y="362554"/>
                  </a:lnTo>
                  <a:lnTo>
                    <a:pt x="639754" y="338475"/>
                  </a:lnTo>
                  <a:lnTo>
                    <a:pt x="681227" y="315183"/>
                  </a:lnTo>
                  <a:lnTo>
                    <a:pt x="723326" y="292677"/>
                  </a:lnTo>
                  <a:lnTo>
                    <a:pt x="766049" y="270957"/>
                  </a:lnTo>
                  <a:lnTo>
                    <a:pt x="809396" y="250023"/>
                  </a:lnTo>
                  <a:lnTo>
                    <a:pt x="853368" y="229875"/>
                  </a:lnTo>
                  <a:lnTo>
                    <a:pt x="897964" y="210513"/>
                  </a:lnTo>
                  <a:lnTo>
                    <a:pt x="943184" y="191937"/>
                  </a:lnTo>
                  <a:lnTo>
                    <a:pt x="989029" y="174147"/>
                  </a:lnTo>
                  <a:lnTo>
                    <a:pt x="1035499" y="157144"/>
                  </a:lnTo>
                  <a:lnTo>
                    <a:pt x="1082592" y="140926"/>
                  </a:lnTo>
                  <a:lnTo>
                    <a:pt x="1130311" y="125494"/>
                  </a:lnTo>
                  <a:lnTo>
                    <a:pt x="1178653" y="110848"/>
                  </a:lnTo>
                  <a:lnTo>
                    <a:pt x="1227620" y="96988"/>
                  </a:lnTo>
                  <a:lnTo>
                    <a:pt x="1277212" y="83914"/>
                  </a:lnTo>
                  <a:lnTo>
                    <a:pt x="1327428" y="71626"/>
                  </a:lnTo>
                  <a:lnTo>
                    <a:pt x="1378268" y="60125"/>
                  </a:lnTo>
                  <a:lnTo>
                    <a:pt x="1429733" y="49409"/>
                  </a:lnTo>
                  <a:lnTo>
                    <a:pt x="1481822" y="39479"/>
                  </a:lnTo>
                  <a:lnTo>
                    <a:pt x="1534536" y="30336"/>
                  </a:lnTo>
                  <a:lnTo>
                    <a:pt x="1587874" y="21978"/>
                  </a:lnTo>
                  <a:lnTo>
                    <a:pt x="1641837" y="14406"/>
                  </a:lnTo>
                  <a:lnTo>
                    <a:pt x="1696424" y="7621"/>
                  </a:lnTo>
                  <a:lnTo>
                    <a:pt x="1751635" y="1621"/>
                  </a:lnTo>
                  <a:lnTo>
                    <a:pt x="1772517" y="0"/>
                  </a:lnTo>
                </a:path>
              </a:pathLst>
            </a:custGeom>
            <a:noFill/>
            <a:ln cap="flat" cmpd="sng" w="41875">
              <a:solidFill>
                <a:srgbClr val="A15A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4" name="Google Shape;544;p14"/>
            <p:cNvSpPr/>
            <p:nvPr/>
          </p:nvSpPr>
          <p:spPr>
            <a:xfrm>
              <a:off x="15675492" y="6106888"/>
              <a:ext cx="182245" cy="175895"/>
            </a:xfrm>
            <a:custGeom>
              <a:rect b="b" l="l" r="r" t="t"/>
              <a:pathLst>
                <a:path extrusionOk="0" h="175895" w="182244">
                  <a:moveTo>
                    <a:pt x="0" y="0"/>
                  </a:moveTo>
                  <a:lnTo>
                    <a:pt x="13622" y="175383"/>
                  </a:lnTo>
                  <a:lnTo>
                    <a:pt x="182193" y="740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5AE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45" name="Google Shape;545;p14"/>
          <p:cNvSpPr txBox="1"/>
          <p:nvPr/>
        </p:nvSpPr>
        <p:spPr>
          <a:xfrm>
            <a:off x="10885072" y="6979232"/>
            <a:ext cx="3303904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ctr">
              <a:lnSpc>
                <a:spcPct val="108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A15AEE"/>
                </a:solidFill>
                <a:latin typeface="Arial"/>
                <a:ea typeface="Arial"/>
                <a:cs typeface="Arial"/>
                <a:sym typeface="Arial"/>
              </a:rPr>
              <a:t>Own </a:t>
            </a:r>
            <a:r>
              <a:rPr b="1" lang="en-US" sz="2150">
                <a:solidFill>
                  <a:srgbClr val="A15AEE"/>
                </a:solidFill>
                <a:latin typeface="Courier New"/>
                <a:ea typeface="Courier New"/>
                <a:cs typeface="Courier New"/>
                <a:sym typeface="Courier New"/>
              </a:rPr>
              <a:t>login </a:t>
            </a:r>
            <a:r>
              <a:rPr lang="en-US" sz="2150">
                <a:solidFill>
                  <a:srgbClr val="A15AEE"/>
                </a:solidFill>
                <a:latin typeface="Arial"/>
                <a:ea typeface="Arial"/>
                <a:cs typeface="Arial"/>
                <a:sym typeface="Arial"/>
              </a:rPr>
              <a:t>method, </a:t>
            </a:r>
            <a:r>
              <a:rPr b="1" lang="en-US" sz="2150">
                <a:solidFill>
                  <a:srgbClr val="A15AEE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overwriting </a:t>
            </a:r>
            <a:r>
              <a:rPr b="1" lang="en-US" sz="2150">
                <a:solidFill>
                  <a:srgbClr val="A15AEE"/>
                </a:solidFill>
                <a:latin typeface="Courier New"/>
                <a:ea typeface="Courier New"/>
                <a:cs typeface="Courier New"/>
                <a:sym typeface="Courier New"/>
              </a:rPr>
              <a:t>login </a:t>
            </a:r>
            <a:r>
              <a:rPr lang="en-US" sz="2150">
                <a:solidFill>
                  <a:srgbClr val="A15AEE"/>
                </a:solidFill>
                <a:latin typeface="Arial"/>
                <a:ea typeface="Arial"/>
                <a:cs typeface="Arial"/>
                <a:sym typeface="Arial"/>
              </a:rPr>
              <a:t>method inherited from </a:t>
            </a:r>
            <a:r>
              <a:rPr b="1" lang="en-US" sz="2150">
                <a:solidFill>
                  <a:srgbClr val="A15AEE"/>
                </a:solidFill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endParaRPr sz="215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546" name="Google Shape;546;p14"/>
          <p:cNvGrpSpPr/>
          <p:nvPr/>
        </p:nvGrpSpPr>
        <p:grpSpPr>
          <a:xfrm>
            <a:off x="6112122" y="5589121"/>
            <a:ext cx="12494070" cy="1496012"/>
            <a:chOff x="6112122" y="5589121"/>
            <a:chExt cx="12494070" cy="1496012"/>
          </a:xfrm>
        </p:grpSpPr>
        <p:sp>
          <p:nvSpPr>
            <p:cNvPr id="547" name="Google Shape;547;p14"/>
            <p:cNvSpPr/>
            <p:nvPr/>
          </p:nvSpPr>
          <p:spPr>
            <a:xfrm>
              <a:off x="9319837" y="6192958"/>
              <a:ext cx="1772920" cy="892175"/>
            </a:xfrm>
            <a:custGeom>
              <a:rect b="b" l="l" r="r" t="t"/>
              <a:pathLst>
                <a:path extrusionOk="0" h="892175" w="1772920">
                  <a:moveTo>
                    <a:pt x="1772516" y="892142"/>
                  </a:moveTo>
                  <a:lnTo>
                    <a:pt x="1742282" y="854702"/>
                  </a:lnTo>
                  <a:lnTo>
                    <a:pt x="1711423" y="818048"/>
                  </a:lnTo>
                  <a:lnTo>
                    <a:pt x="1679940" y="782179"/>
                  </a:lnTo>
                  <a:lnTo>
                    <a:pt x="1647833" y="747097"/>
                  </a:lnTo>
                  <a:lnTo>
                    <a:pt x="1615101" y="712800"/>
                  </a:lnTo>
                  <a:lnTo>
                    <a:pt x="1581745" y="679290"/>
                  </a:lnTo>
                  <a:lnTo>
                    <a:pt x="1547764" y="646566"/>
                  </a:lnTo>
                  <a:lnTo>
                    <a:pt x="1513159" y="614627"/>
                  </a:lnTo>
                  <a:lnTo>
                    <a:pt x="1477929" y="583475"/>
                  </a:lnTo>
                  <a:lnTo>
                    <a:pt x="1442075" y="553109"/>
                  </a:lnTo>
                  <a:lnTo>
                    <a:pt x="1405596" y="523529"/>
                  </a:lnTo>
                  <a:lnTo>
                    <a:pt x="1368493" y="494734"/>
                  </a:lnTo>
                  <a:lnTo>
                    <a:pt x="1330766" y="466726"/>
                  </a:lnTo>
                  <a:lnTo>
                    <a:pt x="1292414" y="439504"/>
                  </a:lnTo>
                  <a:lnTo>
                    <a:pt x="1253438" y="413068"/>
                  </a:lnTo>
                  <a:lnTo>
                    <a:pt x="1213837" y="387418"/>
                  </a:lnTo>
                  <a:lnTo>
                    <a:pt x="1173612" y="362554"/>
                  </a:lnTo>
                  <a:lnTo>
                    <a:pt x="1132763" y="338475"/>
                  </a:lnTo>
                  <a:lnTo>
                    <a:pt x="1091289" y="315183"/>
                  </a:lnTo>
                  <a:lnTo>
                    <a:pt x="1049190" y="292677"/>
                  </a:lnTo>
                  <a:lnTo>
                    <a:pt x="1006468" y="270957"/>
                  </a:lnTo>
                  <a:lnTo>
                    <a:pt x="963120" y="250023"/>
                  </a:lnTo>
                  <a:lnTo>
                    <a:pt x="919149" y="229875"/>
                  </a:lnTo>
                  <a:lnTo>
                    <a:pt x="874553" y="210513"/>
                  </a:lnTo>
                  <a:lnTo>
                    <a:pt x="829332" y="191937"/>
                  </a:lnTo>
                  <a:lnTo>
                    <a:pt x="783487" y="174147"/>
                  </a:lnTo>
                  <a:lnTo>
                    <a:pt x="737018" y="157144"/>
                  </a:lnTo>
                  <a:lnTo>
                    <a:pt x="689924" y="140926"/>
                  </a:lnTo>
                  <a:lnTo>
                    <a:pt x="642206" y="125494"/>
                  </a:lnTo>
                  <a:lnTo>
                    <a:pt x="593863" y="110848"/>
                  </a:lnTo>
                  <a:lnTo>
                    <a:pt x="544896" y="96988"/>
                  </a:lnTo>
                  <a:lnTo>
                    <a:pt x="495304" y="83914"/>
                  </a:lnTo>
                  <a:lnTo>
                    <a:pt x="445089" y="71626"/>
                  </a:lnTo>
                  <a:lnTo>
                    <a:pt x="394248" y="60125"/>
                  </a:lnTo>
                  <a:lnTo>
                    <a:pt x="342783" y="49409"/>
                  </a:lnTo>
                  <a:lnTo>
                    <a:pt x="290694" y="39479"/>
                  </a:lnTo>
                  <a:lnTo>
                    <a:pt x="237981" y="30336"/>
                  </a:lnTo>
                  <a:lnTo>
                    <a:pt x="184642" y="21978"/>
                  </a:lnTo>
                  <a:lnTo>
                    <a:pt x="130680" y="14406"/>
                  </a:lnTo>
                  <a:lnTo>
                    <a:pt x="76093" y="7621"/>
                  </a:lnTo>
                  <a:lnTo>
                    <a:pt x="20882" y="1621"/>
                  </a:lnTo>
                  <a:lnTo>
                    <a:pt x="0" y="0"/>
                  </a:lnTo>
                </a:path>
              </a:pathLst>
            </a:custGeom>
            <a:noFill/>
            <a:ln cap="flat" cmpd="sng" w="41875">
              <a:solidFill>
                <a:srgbClr val="A15A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8" name="Google Shape;548;p14"/>
            <p:cNvSpPr/>
            <p:nvPr/>
          </p:nvSpPr>
          <p:spPr>
            <a:xfrm>
              <a:off x="9165333" y="6106888"/>
              <a:ext cx="182245" cy="175895"/>
            </a:xfrm>
            <a:custGeom>
              <a:rect b="b" l="l" r="r" t="t"/>
              <a:pathLst>
                <a:path extrusionOk="0" h="175895" w="182245">
                  <a:moveTo>
                    <a:pt x="182191" y="0"/>
                  </a:moveTo>
                  <a:lnTo>
                    <a:pt x="0" y="74073"/>
                  </a:lnTo>
                  <a:lnTo>
                    <a:pt x="168573" y="175383"/>
                  </a:lnTo>
                  <a:lnTo>
                    <a:pt x="182191" y="0"/>
                  </a:lnTo>
                  <a:close/>
                </a:path>
              </a:pathLst>
            </a:custGeom>
            <a:solidFill>
              <a:srgbClr val="A15AE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9" name="Google Shape;549;p14"/>
            <p:cNvSpPr/>
            <p:nvPr/>
          </p:nvSpPr>
          <p:spPr>
            <a:xfrm>
              <a:off x="6112122" y="5589121"/>
              <a:ext cx="3011805" cy="1046480"/>
            </a:xfrm>
            <a:custGeom>
              <a:rect b="b" l="l" r="r" t="t"/>
              <a:pathLst>
                <a:path extrusionOk="0" h="1046479" w="3011804">
                  <a:moveTo>
                    <a:pt x="0" y="0"/>
                  </a:moveTo>
                  <a:lnTo>
                    <a:pt x="3011789" y="0"/>
                  </a:lnTo>
                  <a:lnTo>
                    <a:pt x="3011789" y="1045947"/>
                  </a:lnTo>
                  <a:lnTo>
                    <a:pt x="0" y="1045947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62825">
              <a:solidFill>
                <a:srgbClr val="A15A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0" name="Google Shape;550;p14"/>
            <p:cNvSpPr/>
            <p:nvPr/>
          </p:nvSpPr>
          <p:spPr>
            <a:xfrm>
              <a:off x="15898552" y="5594475"/>
              <a:ext cx="2707640" cy="1046480"/>
            </a:xfrm>
            <a:custGeom>
              <a:rect b="b" l="l" r="r" t="t"/>
              <a:pathLst>
                <a:path extrusionOk="0" h="1046479" w="2707640">
                  <a:moveTo>
                    <a:pt x="0" y="0"/>
                  </a:moveTo>
                  <a:lnTo>
                    <a:pt x="2707228" y="0"/>
                  </a:lnTo>
                  <a:lnTo>
                    <a:pt x="2707228" y="1045947"/>
                  </a:lnTo>
                  <a:lnTo>
                    <a:pt x="0" y="1045947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62825">
              <a:solidFill>
                <a:srgbClr val="A15A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2023-08-06T02:56:12Z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2023-08-06T00:00:00Z</vt:filetime>
  </property>
  <property fmtid="{D5CDD505-2E9C-101B-9397-08002B2CF9AE}" pid="3" name="Creator">
    <vt:lpwstr>Keynote</vt:lpwstr>
  </property>
  <property fmtid="{D5CDD505-2E9C-101B-9397-08002B2CF9AE}" pid="4" name="LastSaved">
    <vt:filetime>2023-08-06T00:00:00Z</vt:filetime>
  </property>
  <property fmtid="{D5CDD505-2E9C-101B-9397-08002B2CF9AE}" pid="5" name="Producer">
    <vt:lpwstr>macOS Version 11.0.1 (Build 20B29) Quartz PDFContext</vt:lpwstr>
  </property>
</Properties>
</file>