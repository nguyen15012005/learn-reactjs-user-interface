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1309350" cx="20104100"/>
  <p:notesSz cx="20104100" cy="11309350"/>
  <p:embeddedFontLst>
    <p:embeddedFont>
      <p:font typeface="Tahoma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g2xbLbhOZCHhH5qeCixqXxWMh0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Tahoma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Tahom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8" name="Google Shape;1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4"/>
          <p:cNvSpPr txBox="1"/>
          <p:nvPr>
            <p:ph type="title"/>
          </p:nvPr>
        </p:nvSpPr>
        <p:spPr>
          <a:xfrm>
            <a:off x="603309" y="259543"/>
            <a:ext cx="14662150" cy="813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603309" y="259543"/>
            <a:ext cx="14662150" cy="813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1909196" y="2611460"/>
            <a:ext cx="10471785" cy="3148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603309" y="259543"/>
            <a:ext cx="14662150" cy="813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2"/>
          <p:cNvSpPr txBox="1"/>
          <p:nvPr>
            <p:ph type="title"/>
          </p:nvPr>
        </p:nvSpPr>
        <p:spPr>
          <a:xfrm>
            <a:off x="603309" y="259543"/>
            <a:ext cx="14662150" cy="813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 u="none" cap="none" strike="noStrike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2"/>
          <p:cNvSpPr txBox="1"/>
          <p:nvPr>
            <p:ph idx="1" type="body"/>
          </p:nvPr>
        </p:nvSpPr>
        <p:spPr>
          <a:xfrm>
            <a:off x="1909196" y="2611460"/>
            <a:ext cx="10471785" cy="3148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2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4.jp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2.jpg"/><Relationship Id="rId5" Type="http://schemas.openxmlformats.org/officeDocument/2006/relationships/image" Target="../media/image8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14.jp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26.png"/><Relationship Id="rId6" Type="http://schemas.openxmlformats.org/officeDocument/2006/relationships/image" Target="../media/image6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14.jp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8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"/>
          <p:cNvSpPr txBox="1"/>
          <p:nvPr/>
        </p:nvSpPr>
        <p:spPr>
          <a:xfrm>
            <a:off x="10585450" y="2517449"/>
            <a:ext cx="8991600" cy="5568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marR="5080" rtl="0" algn="l">
              <a:lnSpc>
                <a:spcPct val="103529"/>
              </a:lnSpc>
              <a:spcBef>
                <a:spcPts val="175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FORKIFY APP: BUILDING A MODERN APPLICATION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THE MVC ARCHITECTURE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/>
          <p:nvPr>
            <p:ph type="title"/>
          </p:nvPr>
        </p:nvSpPr>
        <p:spPr>
          <a:xfrm>
            <a:off x="603308" y="259543"/>
            <a:ext cx="156209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WORRY ABOUT ARCHITECTURE?</a:t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7382079" y="2348765"/>
            <a:ext cx="4711700" cy="4699000"/>
          </a:xfrm>
          <a:custGeom>
            <a:rect b="b" l="l" r="r" t="t"/>
            <a:pathLst>
              <a:path extrusionOk="0" h="4699000" w="4711700">
                <a:moveTo>
                  <a:pt x="2645557" y="4686300"/>
                </a:moveTo>
                <a:lnTo>
                  <a:pt x="2066130" y="4686300"/>
                </a:lnTo>
                <a:lnTo>
                  <a:pt x="2110559" y="4699000"/>
                </a:lnTo>
                <a:lnTo>
                  <a:pt x="2601127" y="4699000"/>
                </a:lnTo>
                <a:lnTo>
                  <a:pt x="2645557" y="4686300"/>
                </a:lnTo>
                <a:close/>
              </a:path>
              <a:path extrusionOk="0" h="4699000" w="4711700">
                <a:moveTo>
                  <a:pt x="2734151" y="4673600"/>
                </a:moveTo>
                <a:lnTo>
                  <a:pt x="1977536" y="4673600"/>
                </a:lnTo>
                <a:lnTo>
                  <a:pt x="2021784" y="4686300"/>
                </a:lnTo>
                <a:lnTo>
                  <a:pt x="2689902" y="4686300"/>
                </a:lnTo>
                <a:lnTo>
                  <a:pt x="2734151" y="4673600"/>
                </a:lnTo>
                <a:close/>
              </a:path>
              <a:path extrusionOk="0" h="4699000" w="4711700">
                <a:moveTo>
                  <a:pt x="2953490" y="4622800"/>
                </a:moveTo>
                <a:lnTo>
                  <a:pt x="1758196" y="4622800"/>
                </a:lnTo>
                <a:lnTo>
                  <a:pt x="1933397" y="4673600"/>
                </a:lnTo>
                <a:lnTo>
                  <a:pt x="2778290" y="4673600"/>
                </a:lnTo>
                <a:lnTo>
                  <a:pt x="2953490" y="4622800"/>
                </a:lnTo>
                <a:close/>
              </a:path>
              <a:path extrusionOk="0" h="4699000" w="4711700">
                <a:moveTo>
                  <a:pt x="2996887" y="76200"/>
                </a:moveTo>
                <a:lnTo>
                  <a:pt x="1714800" y="76200"/>
                </a:lnTo>
                <a:lnTo>
                  <a:pt x="1671590" y="88900"/>
                </a:lnTo>
                <a:lnTo>
                  <a:pt x="1628581" y="114300"/>
                </a:lnTo>
                <a:lnTo>
                  <a:pt x="1458802" y="165100"/>
                </a:lnTo>
                <a:lnTo>
                  <a:pt x="1416986" y="190500"/>
                </a:lnTo>
                <a:lnTo>
                  <a:pt x="1375448" y="203200"/>
                </a:lnTo>
                <a:lnTo>
                  <a:pt x="1334201" y="228600"/>
                </a:lnTo>
                <a:lnTo>
                  <a:pt x="1293257" y="241300"/>
                </a:lnTo>
                <a:lnTo>
                  <a:pt x="1172373" y="317500"/>
                </a:lnTo>
                <a:lnTo>
                  <a:pt x="1132771" y="330200"/>
                </a:lnTo>
                <a:lnTo>
                  <a:pt x="1054684" y="381000"/>
                </a:lnTo>
                <a:lnTo>
                  <a:pt x="978172" y="431800"/>
                </a:lnTo>
                <a:lnTo>
                  <a:pt x="940539" y="469900"/>
                </a:lnTo>
                <a:lnTo>
                  <a:pt x="866582" y="520700"/>
                </a:lnTo>
                <a:lnTo>
                  <a:pt x="830285" y="558800"/>
                </a:lnTo>
                <a:lnTo>
                  <a:pt x="794459" y="584200"/>
                </a:lnTo>
                <a:lnTo>
                  <a:pt x="759117" y="622300"/>
                </a:lnTo>
                <a:lnTo>
                  <a:pt x="724271" y="647700"/>
                </a:lnTo>
                <a:lnTo>
                  <a:pt x="689936" y="685800"/>
                </a:lnTo>
                <a:lnTo>
                  <a:pt x="656281" y="723900"/>
                </a:lnTo>
                <a:lnTo>
                  <a:pt x="623467" y="749300"/>
                </a:lnTo>
                <a:lnTo>
                  <a:pt x="591494" y="787400"/>
                </a:lnTo>
                <a:lnTo>
                  <a:pt x="560363" y="825500"/>
                </a:lnTo>
                <a:lnTo>
                  <a:pt x="530073" y="863600"/>
                </a:lnTo>
                <a:lnTo>
                  <a:pt x="500624" y="901700"/>
                </a:lnTo>
                <a:lnTo>
                  <a:pt x="472017" y="939800"/>
                </a:lnTo>
                <a:lnTo>
                  <a:pt x="444251" y="977900"/>
                </a:lnTo>
                <a:lnTo>
                  <a:pt x="417327" y="1016000"/>
                </a:lnTo>
                <a:lnTo>
                  <a:pt x="391244" y="1054100"/>
                </a:lnTo>
                <a:lnTo>
                  <a:pt x="366002" y="1092200"/>
                </a:lnTo>
                <a:lnTo>
                  <a:pt x="341602" y="1130300"/>
                </a:lnTo>
                <a:lnTo>
                  <a:pt x="318043" y="1168400"/>
                </a:lnTo>
                <a:lnTo>
                  <a:pt x="295326" y="1206500"/>
                </a:lnTo>
                <a:lnTo>
                  <a:pt x="273450" y="1244600"/>
                </a:lnTo>
                <a:lnTo>
                  <a:pt x="252415" y="1282700"/>
                </a:lnTo>
                <a:lnTo>
                  <a:pt x="232222" y="1333500"/>
                </a:lnTo>
                <a:lnTo>
                  <a:pt x="212870" y="1371600"/>
                </a:lnTo>
                <a:lnTo>
                  <a:pt x="194360" y="1409700"/>
                </a:lnTo>
                <a:lnTo>
                  <a:pt x="176691" y="1447800"/>
                </a:lnTo>
                <a:lnTo>
                  <a:pt x="159863" y="1498600"/>
                </a:lnTo>
                <a:lnTo>
                  <a:pt x="143877" y="1536700"/>
                </a:lnTo>
                <a:lnTo>
                  <a:pt x="128732" y="1574800"/>
                </a:lnTo>
                <a:lnTo>
                  <a:pt x="114428" y="1625600"/>
                </a:lnTo>
                <a:lnTo>
                  <a:pt x="100966" y="1663700"/>
                </a:lnTo>
                <a:lnTo>
                  <a:pt x="88345" y="1714500"/>
                </a:lnTo>
                <a:lnTo>
                  <a:pt x="76566" y="1752600"/>
                </a:lnTo>
                <a:lnTo>
                  <a:pt x="65628" y="1790700"/>
                </a:lnTo>
                <a:lnTo>
                  <a:pt x="55531" y="1841500"/>
                </a:lnTo>
                <a:lnTo>
                  <a:pt x="46276" y="1879600"/>
                </a:lnTo>
                <a:lnTo>
                  <a:pt x="37862" y="1930400"/>
                </a:lnTo>
                <a:lnTo>
                  <a:pt x="30289" y="1968500"/>
                </a:lnTo>
                <a:lnTo>
                  <a:pt x="23558" y="2019300"/>
                </a:lnTo>
                <a:lnTo>
                  <a:pt x="17669" y="2057400"/>
                </a:lnTo>
                <a:lnTo>
                  <a:pt x="12620" y="2108200"/>
                </a:lnTo>
                <a:lnTo>
                  <a:pt x="8413" y="2146300"/>
                </a:lnTo>
                <a:lnTo>
                  <a:pt x="2524" y="2235200"/>
                </a:lnTo>
                <a:lnTo>
                  <a:pt x="841" y="2286000"/>
                </a:lnTo>
                <a:lnTo>
                  <a:pt x="0" y="2324100"/>
                </a:lnTo>
                <a:lnTo>
                  <a:pt x="0" y="2374900"/>
                </a:lnTo>
                <a:lnTo>
                  <a:pt x="841" y="2413000"/>
                </a:lnTo>
                <a:lnTo>
                  <a:pt x="2524" y="2463800"/>
                </a:lnTo>
                <a:lnTo>
                  <a:pt x="8413" y="2552700"/>
                </a:lnTo>
                <a:lnTo>
                  <a:pt x="12620" y="2590800"/>
                </a:lnTo>
                <a:lnTo>
                  <a:pt x="17669" y="2641600"/>
                </a:lnTo>
                <a:lnTo>
                  <a:pt x="23558" y="2679700"/>
                </a:lnTo>
                <a:lnTo>
                  <a:pt x="30289" y="2730500"/>
                </a:lnTo>
                <a:lnTo>
                  <a:pt x="37862" y="2768600"/>
                </a:lnTo>
                <a:lnTo>
                  <a:pt x="46276" y="2819400"/>
                </a:lnTo>
                <a:lnTo>
                  <a:pt x="55531" y="2857500"/>
                </a:lnTo>
                <a:lnTo>
                  <a:pt x="65628" y="2908300"/>
                </a:lnTo>
                <a:lnTo>
                  <a:pt x="76566" y="2946400"/>
                </a:lnTo>
                <a:lnTo>
                  <a:pt x="88345" y="2984500"/>
                </a:lnTo>
                <a:lnTo>
                  <a:pt x="100966" y="3035300"/>
                </a:lnTo>
                <a:lnTo>
                  <a:pt x="114428" y="3073400"/>
                </a:lnTo>
                <a:lnTo>
                  <a:pt x="128732" y="3124200"/>
                </a:lnTo>
                <a:lnTo>
                  <a:pt x="143877" y="3162300"/>
                </a:lnTo>
                <a:lnTo>
                  <a:pt x="159863" y="3200400"/>
                </a:lnTo>
                <a:lnTo>
                  <a:pt x="176691" y="3251200"/>
                </a:lnTo>
                <a:lnTo>
                  <a:pt x="194360" y="3289300"/>
                </a:lnTo>
                <a:lnTo>
                  <a:pt x="212870" y="3327400"/>
                </a:lnTo>
                <a:lnTo>
                  <a:pt x="232222" y="3365500"/>
                </a:lnTo>
                <a:lnTo>
                  <a:pt x="252415" y="3416300"/>
                </a:lnTo>
                <a:lnTo>
                  <a:pt x="273450" y="3454400"/>
                </a:lnTo>
                <a:lnTo>
                  <a:pt x="295326" y="3492500"/>
                </a:lnTo>
                <a:lnTo>
                  <a:pt x="318043" y="3530600"/>
                </a:lnTo>
                <a:lnTo>
                  <a:pt x="341602" y="3568700"/>
                </a:lnTo>
                <a:lnTo>
                  <a:pt x="366002" y="3606800"/>
                </a:lnTo>
                <a:lnTo>
                  <a:pt x="391244" y="3644900"/>
                </a:lnTo>
                <a:lnTo>
                  <a:pt x="417327" y="3683000"/>
                </a:lnTo>
                <a:lnTo>
                  <a:pt x="444251" y="3721100"/>
                </a:lnTo>
                <a:lnTo>
                  <a:pt x="472017" y="3759200"/>
                </a:lnTo>
                <a:lnTo>
                  <a:pt x="500624" y="3797300"/>
                </a:lnTo>
                <a:lnTo>
                  <a:pt x="530073" y="3835400"/>
                </a:lnTo>
                <a:lnTo>
                  <a:pt x="560363" y="3873500"/>
                </a:lnTo>
                <a:lnTo>
                  <a:pt x="591494" y="3911600"/>
                </a:lnTo>
                <a:lnTo>
                  <a:pt x="623467" y="3949700"/>
                </a:lnTo>
                <a:lnTo>
                  <a:pt x="656281" y="3975100"/>
                </a:lnTo>
                <a:lnTo>
                  <a:pt x="689936" y="4013200"/>
                </a:lnTo>
                <a:lnTo>
                  <a:pt x="724271" y="4051300"/>
                </a:lnTo>
                <a:lnTo>
                  <a:pt x="759117" y="4076700"/>
                </a:lnTo>
                <a:lnTo>
                  <a:pt x="794459" y="4114800"/>
                </a:lnTo>
                <a:lnTo>
                  <a:pt x="830285" y="4140200"/>
                </a:lnTo>
                <a:lnTo>
                  <a:pt x="866582" y="4178300"/>
                </a:lnTo>
                <a:lnTo>
                  <a:pt x="940539" y="4229100"/>
                </a:lnTo>
                <a:lnTo>
                  <a:pt x="978172" y="4267200"/>
                </a:lnTo>
                <a:lnTo>
                  <a:pt x="1016225" y="4292600"/>
                </a:lnTo>
                <a:lnTo>
                  <a:pt x="1132771" y="4368800"/>
                </a:lnTo>
                <a:lnTo>
                  <a:pt x="1172373" y="4381500"/>
                </a:lnTo>
                <a:lnTo>
                  <a:pt x="1293257" y="4457700"/>
                </a:lnTo>
                <a:lnTo>
                  <a:pt x="1334201" y="4470400"/>
                </a:lnTo>
                <a:lnTo>
                  <a:pt x="1375448" y="4495800"/>
                </a:lnTo>
                <a:lnTo>
                  <a:pt x="1416986" y="4508500"/>
                </a:lnTo>
                <a:lnTo>
                  <a:pt x="1458802" y="4533900"/>
                </a:lnTo>
                <a:lnTo>
                  <a:pt x="1628581" y="4584700"/>
                </a:lnTo>
                <a:lnTo>
                  <a:pt x="1671590" y="4610100"/>
                </a:lnTo>
                <a:lnTo>
                  <a:pt x="1714800" y="4622800"/>
                </a:lnTo>
                <a:lnTo>
                  <a:pt x="2996887" y="4622800"/>
                </a:lnTo>
                <a:lnTo>
                  <a:pt x="3040096" y="4610100"/>
                </a:lnTo>
                <a:lnTo>
                  <a:pt x="3083106" y="4584700"/>
                </a:lnTo>
                <a:lnTo>
                  <a:pt x="3252885" y="4533900"/>
                </a:lnTo>
                <a:lnTo>
                  <a:pt x="3294700" y="4508500"/>
                </a:lnTo>
                <a:lnTo>
                  <a:pt x="3336238" y="4495800"/>
                </a:lnTo>
                <a:lnTo>
                  <a:pt x="3377486" y="4470400"/>
                </a:lnTo>
                <a:lnTo>
                  <a:pt x="3418430" y="4457700"/>
                </a:lnTo>
                <a:lnTo>
                  <a:pt x="3539314" y="4381500"/>
                </a:lnTo>
                <a:lnTo>
                  <a:pt x="3578915" y="4368800"/>
                </a:lnTo>
                <a:lnTo>
                  <a:pt x="3695462" y="4292600"/>
                </a:lnTo>
                <a:lnTo>
                  <a:pt x="3733515" y="4267200"/>
                </a:lnTo>
                <a:lnTo>
                  <a:pt x="3771148" y="4229100"/>
                </a:lnTo>
                <a:lnTo>
                  <a:pt x="3845105" y="4178300"/>
                </a:lnTo>
                <a:lnTo>
                  <a:pt x="3881402" y="4140200"/>
                </a:lnTo>
                <a:lnTo>
                  <a:pt x="3917228" y="4114800"/>
                </a:lnTo>
                <a:lnTo>
                  <a:pt x="3952570" y="4076700"/>
                </a:lnTo>
                <a:lnTo>
                  <a:pt x="3987416" y="4051300"/>
                </a:lnTo>
                <a:lnTo>
                  <a:pt x="4021751" y="4013200"/>
                </a:lnTo>
                <a:lnTo>
                  <a:pt x="4055406" y="3975100"/>
                </a:lnTo>
                <a:lnTo>
                  <a:pt x="4088220" y="3949700"/>
                </a:lnTo>
                <a:lnTo>
                  <a:pt x="4120193" y="3911600"/>
                </a:lnTo>
                <a:lnTo>
                  <a:pt x="4151324" y="3873500"/>
                </a:lnTo>
                <a:lnTo>
                  <a:pt x="4181614" y="3835400"/>
                </a:lnTo>
                <a:lnTo>
                  <a:pt x="4211063" y="3797300"/>
                </a:lnTo>
                <a:lnTo>
                  <a:pt x="4239670" y="3759200"/>
                </a:lnTo>
                <a:lnTo>
                  <a:pt x="4267436" y="3721100"/>
                </a:lnTo>
                <a:lnTo>
                  <a:pt x="4294360" y="3683000"/>
                </a:lnTo>
                <a:lnTo>
                  <a:pt x="4320443" y="3644900"/>
                </a:lnTo>
                <a:lnTo>
                  <a:pt x="4345685" y="3606800"/>
                </a:lnTo>
                <a:lnTo>
                  <a:pt x="4370085" y="3568700"/>
                </a:lnTo>
                <a:lnTo>
                  <a:pt x="4393644" y="3530600"/>
                </a:lnTo>
                <a:lnTo>
                  <a:pt x="4416361" y="3492500"/>
                </a:lnTo>
                <a:lnTo>
                  <a:pt x="4438237" y="3454400"/>
                </a:lnTo>
                <a:lnTo>
                  <a:pt x="4459272" y="3416300"/>
                </a:lnTo>
                <a:lnTo>
                  <a:pt x="4479465" y="3365500"/>
                </a:lnTo>
                <a:lnTo>
                  <a:pt x="4498817" y="3327400"/>
                </a:lnTo>
                <a:lnTo>
                  <a:pt x="4517327" y="3289300"/>
                </a:lnTo>
                <a:lnTo>
                  <a:pt x="4534996" y="3251200"/>
                </a:lnTo>
                <a:lnTo>
                  <a:pt x="4551824" y="3200400"/>
                </a:lnTo>
                <a:lnTo>
                  <a:pt x="4567811" y="3162300"/>
                </a:lnTo>
                <a:lnTo>
                  <a:pt x="4582955" y="3124200"/>
                </a:lnTo>
                <a:lnTo>
                  <a:pt x="4597259" y="3073400"/>
                </a:lnTo>
                <a:lnTo>
                  <a:pt x="4610721" y="3035300"/>
                </a:lnTo>
                <a:lnTo>
                  <a:pt x="4623342" y="2984500"/>
                </a:lnTo>
                <a:lnTo>
                  <a:pt x="4635121" y="2946400"/>
                </a:lnTo>
                <a:lnTo>
                  <a:pt x="4646059" y="2908300"/>
                </a:lnTo>
                <a:lnTo>
                  <a:pt x="4656156" y="2857500"/>
                </a:lnTo>
                <a:lnTo>
                  <a:pt x="4665411" y="2819400"/>
                </a:lnTo>
                <a:lnTo>
                  <a:pt x="4673825" y="2768600"/>
                </a:lnTo>
                <a:lnTo>
                  <a:pt x="4681398" y="2730500"/>
                </a:lnTo>
                <a:lnTo>
                  <a:pt x="4688129" y="2679700"/>
                </a:lnTo>
                <a:lnTo>
                  <a:pt x="4694018" y="2641600"/>
                </a:lnTo>
                <a:lnTo>
                  <a:pt x="4699067" y="2590800"/>
                </a:lnTo>
                <a:lnTo>
                  <a:pt x="4703274" y="2552700"/>
                </a:lnTo>
                <a:lnTo>
                  <a:pt x="4709163" y="2463800"/>
                </a:lnTo>
                <a:lnTo>
                  <a:pt x="4710846" y="2413000"/>
                </a:lnTo>
                <a:lnTo>
                  <a:pt x="4711688" y="2374900"/>
                </a:lnTo>
                <a:lnTo>
                  <a:pt x="4711688" y="2324100"/>
                </a:lnTo>
                <a:lnTo>
                  <a:pt x="4710846" y="2286000"/>
                </a:lnTo>
                <a:lnTo>
                  <a:pt x="4709163" y="2235200"/>
                </a:lnTo>
                <a:lnTo>
                  <a:pt x="4703274" y="2146300"/>
                </a:lnTo>
                <a:lnTo>
                  <a:pt x="4699067" y="2108200"/>
                </a:lnTo>
                <a:lnTo>
                  <a:pt x="4694018" y="2057400"/>
                </a:lnTo>
                <a:lnTo>
                  <a:pt x="4688129" y="2019300"/>
                </a:lnTo>
                <a:lnTo>
                  <a:pt x="4681398" y="1968500"/>
                </a:lnTo>
                <a:lnTo>
                  <a:pt x="4673825" y="1930400"/>
                </a:lnTo>
                <a:lnTo>
                  <a:pt x="4665411" y="1879600"/>
                </a:lnTo>
                <a:lnTo>
                  <a:pt x="4656156" y="1841500"/>
                </a:lnTo>
                <a:lnTo>
                  <a:pt x="4646059" y="1790700"/>
                </a:lnTo>
                <a:lnTo>
                  <a:pt x="4635121" y="1752600"/>
                </a:lnTo>
                <a:lnTo>
                  <a:pt x="4623342" y="1714500"/>
                </a:lnTo>
                <a:lnTo>
                  <a:pt x="4610721" y="1663700"/>
                </a:lnTo>
                <a:lnTo>
                  <a:pt x="4597259" y="1625600"/>
                </a:lnTo>
                <a:lnTo>
                  <a:pt x="4582955" y="1574800"/>
                </a:lnTo>
                <a:lnTo>
                  <a:pt x="4567811" y="1536700"/>
                </a:lnTo>
                <a:lnTo>
                  <a:pt x="4551824" y="1498600"/>
                </a:lnTo>
                <a:lnTo>
                  <a:pt x="4534996" y="1447800"/>
                </a:lnTo>
                <a:lnTo>
                  <a:pt x="4517327" y="1409700"/>
                </a:lnTo>
                <a:lnTo>
                  <a:pt x="4498817" y="1371600"/>
                </a:lnTo>
                <a:lnTo>
                  <a:pt x="4479465" y="1333500"/>
                </a:lnTo>
                <a:lnTo>
                  <a:pt x="4459272" y="1282700"/>
                </a:lnTo>
                <a:lnTo>
                  <a:pt x="4438237" y="1244600"/>
                </a:lnTo>
                <a:lnTo>
                  <a:pt x="4416361" y="1206500"/>
                </a:lnTo>
                <a:lnTo>
                  <a:pt x="4393644" y="1168400"/>
                </a:lnTo>
                <a:lnTo>
                  <a:pt x="4370085" y="1130300"/>
                </a:lnTo>
                <a:lnTo>
                  <a:pt x="4345685" y="1092200"/>
                </a:lnTo>
                <a:lnTo>
                  <a:pt x="4320443" y="1054100"/>
                </a:lnTo>
                <a:lnTo>
                  <a:pt x="4294360" y="1016000"/>
                </a:lnTo>
                <a:lnTo>
                  <a:pt x="4267436" y="977900"/>
                </a:lnTo>
                <a:lnTo>
                  <a:pt x="4239670" y="939800"/>
                </a:lnTo>
                <a:lnTo>
                  <a:pt x="4211063" y="901700"/>
                </a:lnTo>
                <a:lnTo>
                  <a:pt x="4181614" y="863600"/>
                </a:lnTo>
                <a:lnTo>
                  <a:pt x="4151324" y="825500"/>
                </a:lnTo>
                <a:lnTo>
                  <a:pt x="4120193" y="787400"/>
                </a:lnTo>
                <a:lnTo>
                  <a:pt x="4088220" y="749300"/>
                </a:lnTo>
                <a:lnTo>
                  <a:pt x="4055406" y="723900"/>
                </a:lnTo>
                <a:lnTo>
                  <a:pt x="4021751" y="685800"/>
                </a:lnTo>
                <a:lnTo>
                  <a:pt x="3987416" y="647700"/>
                </a:lnTo>
                <a:lnTo>
                  <a:pt x="3952570" y="622300"/>
                </a:lnTo>
                <a:lnTo>
                  <a:pt x="3917228" y="584200"/>
                </a:lnTo>
                <a:lnTo>
                  <a:pt x="3881402" y="558800"/>
                </a:lnTo>
                <a:lnTo>
                  <a:pt x="3845105" y="520700"/>
                </a:lnTo>
                <a:lnTo>
                  <a:pt x="3771148" y="469900"/>
                </a:lnTo>
                <a:lnTo>
                  <a:pt x="3733515" y="431800"/>
                </a:lnTo>
                <a:lnTo>
                  <a:pt x="3657002" y="381000"/>
                </a:lnTo>
                <a:lnTo>
                  <a:pt x="3578915" y="330200"/>
                </a:lnTo>
                <a:lnTo>
                  <a:pt x="3539314" y="317500"/>
                </a:lnTo>
                <a:lnTo>
                  <a:pt x="3418430" y="241300"/>
                </a:lnTo>
                <a:lnTo>
                  <a:pt x="3377486" y="228600"/>
                </a:lnTo>
                <a:lnTo>
                  <a:pt x="3336238" y="203200"/>
                </a:lnTo>
                <a:lnTo>
                  <a:pt x="3294700" y="190500"/>
                </a:lnTo>
                <a:lnTo>
                  <a:pt x="3252885" y="165100"/>
                </a:lnTo>
                <a:lnTo>
                  <a:pt x="3083106" y="114300"/>
                </a:lnTo>
                <a:lnTo>
                  <a:pt x="3040096" y="88900"/>
                </a:lnTo>
                <a:lnTo>
                  <a:pt x="2996887" y="76200"/>
                </a:lnTo>
                <a:close/>
              </a:path>
              <a:path extrusionOk="0" h="4699000" w="4711700">
                <a:moveTo>
                  <a:pt x="2778290" y="25400"/>
                </a:moveTo>
                <a:lnTo>
                  <a:pt x="1933397" y="25400"/>
                </a:lnTo>
                <a:lnTo>
                  <a:pt x="1758196" y="76200"/>
                </a:lnTo>
                <a:lnTo>
                  <a:pt x="2953490" y="76200"/>
                </a:lnTo>
                <a:lnTo>
                  <a:pt x="2778290" y="25400"/>
                </a:lnTo>
                <a:close/>
              </a:path>
              <a:path extrusionOk="0" h="4699000" w="4711700">
                <a:moveTo>
                  <a:pt x="2689902" y="12700"/>
                </a:moveTo>
                <a:lnTo>
                  <a:pt x="2021784" y="12700"/>
                </a:lnTo>
                <a:lnTo>
                  <a:pt x="1977536" y="25400"/>
                </a:lnTo>
                <a:lnTo>
                  <a:pt x="2734151" y="25400"/>
                </a:lnTo>
                <a:lnTo>
                  <a:pt x="2689902" y="12700"/>
                </a:lnTo>
                <a:close/>
              </a:path>
              <a:path extrusionOk="0" h="4699000" w="4711700">
                <a:moveTo>
                  <a:pt x="2601127" y="0"/>
                </a:moveTo>
                <a:lnTo>
                  <a:pt x="2110559" y="0"/>
                </a:lnTo>
                <a:lnTo>
                  <a:pt x="2066130" y="12700"/>
                </a:lnTo>
                <a:lnTo>
                  <a:pt x="2645557" y="12700"/>
                </a:lnTo>
                <a:lnTo>
                  <a:pt x="2601127" y="0"/>
                </a:lnTo>
                <a:close/>
              </a:path>
            </a:pathLst>
          </a:custGeom>
          <a:solidFill>
            <a:srgbClr val="F5D500">
              <a:alpha val="7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" name="Google Shape;56;p2"/>
          <p:cNvSpPr txBox="1"/>
          <p:nvPr/>
        </p:nvSpPr>
        <p:spPr>
          <a:xfrm>
            <a:off x="8219000" y="4476575"/>
            <a:ext cx="24819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604500" y="5459614"/>
            <a:ext cx="4711700" cy="4699000"/>
          </a:xfrm>
          <a:custGeom>
            <a:rect b="b" l="l" r="r" t="t"/>
            <a:pathLst>
              <a:path extrusionOk="0" h="4699000" w="4711700">
                <a:moveTo>
                  <a:pt x="2645558" y="4686300"/>
                </a:moveTo>
                <a:lnTo>
                  <a:pt x="2066130" y="4686300"/>
                </a:lnTo>
                <a:lnTo>
                  <a:pt x="2110560" y="4699000"/>
                </a:lnTo>
                <a:lnTo>
                  <a:pt x="2601128" y="4699000"/>
                </a:lnTo>
                <a:lnTo>
                  <a:pt x="2645558" y="4686300"/>
                </a:lnTo>
                <a:close/>
              </a:path>
              <a:path extrusionOk="0" h="4699000" w="4711700">
                <a:moveTo>
                  <a:pt x="2734152" y="4673600"/>
                </a:moveTo>
                <a:lnTo>
                  <a:pt x="1977536" y="4673600"/>
                </a:lnTo>
                <a:lnTo>
                  <a:pt x="2021785" y="4686300"/>
                </a:lnTo>
                <a:lnTo>
                  <a:pt x="2689903" y="4686300"/>
                </a:lnTo>
                <a:lnTo>
                  <a:pt x="2734152" y="4673600"/>
                </a:lnTo>
                <a:close/>
              </a:path>
              <a:path extrusionOk="0" h="4699000" w="4711700">
                <a:moveTo>
                  <a:pt x="2953491" y="4622800"/>
                </a:moveTo>
                <a:lnTo>
                  <a:pt x="1758197" y="4622800"/>
                </a:lnTo>
                <a:lnTo>
                  <a:pt x="1933397" y="4673600"/>
                </a:lnTo>
                <a:lnTo>
                  <a:pt x="2778290" y="4673600"/>
                </a:lnTo>
                <a:lnTo>
                  <a:pt x="2953491" y="4622800"/>
                </a:lnTo>
                <a:close/>
              </a:path>
              <a:path extrusionOk="0" h="4699000" w="4711700">
                <a:moveTo>
                  <a:pt x="2996887" y="76200"/>
                </a:moveTo>
                <a:lnTo>
                  <a:pt x="1714800" y="76200"/>
                </a:lnTo>
                <a:lnTo>
                  <a:pt x="1671591" y="88900"/>
                </a:lnTo>
                <a:lnTo>
                  <a:pt x="1628581" y="114300"/>
                </a:lnTo>
                <a:lnTo>
                  <a:pt x="1458802" y="165100"/>
                </a:lnTo>
                <a:lnTo>
                  <a:pt x="1416987" y="190500"/>
                </a:lnTo>
                <a:lnTo>
                  <a:pt x="1375449" y="203200"/>
                </a:lnTo>
                <a:lnTo>
                  <a:pt x="1334201" y="228600"/>
                </a:lnTo>
                <a:lnTo>
                  <a:pt x="1293257" y="241300"/>
                </a:lnTo>
                <a:lnTo>
                  <a:pt x="1172374" y="317500"/>
                </a:lnTo>
                <a:lnTo>
                  <a:pt x="1132772" y="330200"/>
                </a:lnTo>
                <a:lnTo>
                  <a:pt x="1054685" y="381000"/>
                </a:lnTo>
                <a:lnTo>
                  <a:pt x="978172" y="431800"/>
                </a:lnTo>
                <a:lnTo>
                  <a:pt x="940539" y="469900"/>
                </a:lnTo>
                <a:lnTo>
                  <a:pt x="866583" y="520700"/>
                </a:lnTo>
                <a:lnTo>
                  <a:pt x="830285" y="558800"/>
                </a:lnTo>
                <a:lnTo>
                  <a:pt x="794459" y="584200"/>
                </a:lnTo>
                <a:lnTo>
                  <a:pt x="759117" y="622300"/>
                </a:lnTo>
                <a:lnTo>
                  <a:pt x="724272" y="647700"/>
                </a:lnTo>
                <a:lnTo>
                  <a:pt x="689936" y="685800"/>
                </a:lnTo>
                <a:lnTo>
                  <a:pt x="656281" y="723900"/>
                </a:lnTo>
                <a:lnTo>
                  <a:pt x="623467" y="749300"/>
                </a:lnTo>
                <a:lnTo>
                  <a:pt x="591494" y="787400"/>
                </a:lnTo>
                <a:lnTo>
                  <a:pt x="560363" y="825500"/>
                </a:lnTo>
                <a:lnTo>
                  <a:pt x="530073" y="863600"/>
                </a:lnTo>
                <a:lnTo>
                  <a:pt x="500624" y="901700"/>
                </a:lnTo>
                <a:lnTo>
                  <a:pt x="472017" y="939800"/>
                </a:lnTo>
                <a:lnTo>
                  <a:pt x="444251" y="977900"/>
                </a:lnTo>
                <a:lnTo>
                  <a:pt x="417327" y="1016000"/>
                </a:lnTo>
                <a:lnTo>
                  <a:pt x="391244" y="1054100"/>
                </a:lnTo>
                <a:lnTo>
                  <a:pt x="366002" y="1092200"/>
                </a:lnTo>
                <a:lnTo>
                  <a:pt x="341602" y="1130300"/>
                </a:lnTo>
                <a:lnTo>
                  <a:pt x="318043" y="1168400"/>
                </a:lnTo>
                <a:lnTo>
                  <a:pt x="295326" y="1206500"/>
                </a:lnTo>
                <a:lnTo>
                  <a:pt x="273450" y="1244600"/>
                </a:lnTo>
                <a:lnTo>
                  <a:pt x="252415" y="1282700"/>
                </a:lnTo>
                <a:lnTo>
                  <a:pt x="232222" y="1333500"/>
                </a:lnTo>
                <a:lnTo>
                  <a:pt x="212870" y="1371600"/>
                </a:lnTo>
                <a:lnTo>
                  <a:pt x="194360" y="1409700"/>
                </a:lnTo>
                <a:lnTo>
                  <a:pt x="176691" y="1447800"/>
                </a:lnTo>
                <a:lnTo>
                  <a:pt x="159863" y="1498600"/>
                </a:lnTo>
                <a:lnTo>
                  <a:pt x="143877" y="1536700"/>
                </a:lnTo>
                <a:lnTo>
                  <a:pt x="128732" y="1574800"/>
                </a:lnTo>
                <a:lnTo>
                  <a:pt x="114428" y="1625600"/>
                </a:lnTo>
                <a:lnTo>
                  <a:pt x="100966" y="1663700"/>
                </a:lnTo>
                <a:lnTo>
                  <a:pt x="88345" y="1714500"/>
                </a:lnTo>
                <a:lnTo>
                  <a:pt x="76566" y="1752600"/>
                </a:lnTo>
                <a:lnTo>
                  <a:pt x="65628" y="1790700"/>
                </a:lnTo>
                <a:lnTo>
                  <a:pt x="55531" y="1841500"/>
                </a:lnTo>
                <a:lnTo>
                  <a:pt x="46276" y="1879600"/>
                </a:lnTo>
                <a:lnTo>
                  <a:pt x="37862" y="1930400"/>
                </a:lnTo>
                <a:lnTo>
                  <a:pt x="30289" y="1968500"/>
                </a:lnTo>
                <a:lnTo>
                  <a:pt x="23558" y="2019300"/>
                </a:lnTo>
                <a:lnTo>
                  <a:pt x="17669" y="2057400"/>
                </a:lnTo>
                <a:lnTo>
                  <a:pt x="12620" y="2108200"/>
                </a:lnTo>
                <a:lnTo>
                  <a:pt x="8413" y="2146300"/>
                </a:lnTo>
                <a:lnTo>
                  <a:pt x="2524" y="2235200"/>
                </a:lnTo>
                <a:lnTo>
                  <a:pt x="841" y="2286000"/>
                </a:lnTo>
                <a:lnTo>
                  <a:pt x="0" y="2324100"/>
                </a:lnTo>
                <a:lnTo>
                  <a:pt x="0" y="2374900"/>
                </a:lnTo>
                <a:lnTo>
                  <a:pt x="841" y="2413000"/>
                </a:lnTo>
                <a:lnTo>
                  <a:pt x="2524" y="2463800"/>
                </a:lnTo>
                <a:lnTo>
                  <a:pt x="8413" y="2552700"/>
                </a:lnTo>
                <a:lnTo>
                  <a:pt x="12620" y="2590800"/>
                </a:lnTo>
                <a:lnTo>
                  <a:pt x="17669" y="2641600"/>
                </a:lnTo>
                <a:lnTo>
                  <a:pt x="23558" y="2679700"/>
                </a:lnTo>
                <a:lnTo>
                  <a:pt x="30289" y="2730500"/>
                </a:lnTo>
                <a:lnTo>
                  <a:pt x="37862" y="2768600"/>
                </a:lnTo>
                <a:lnTo>
                  <a:pt x="46276" y="2819400"/>
                </a:lnTo>
                <a:lnTo>
                  <a:pt x="55531" y="2857500"/>
                </a:lnTo>
                <a:lnTo>
                  <a:pt x="65628" y="2908300"/>
                </a:lnTo>
                <a:lnTo>
                  <a:pt x="76566" y="2946400"/>
                </a:lnTo>
                <a:lnTo>
                  <a:pt x="88345" y="2984500"/>
                </a:lnTo>
                <a:lnTo>
                  <a:pt x="100966" y="3035300"/>
                </a:lnTo>
                <a:lnTo>
                  <a:pt x="114428" y="3073400"/>
                </a:lnTo>
                <a:lnTo>
                  <a:pt x="128732" y="3124200"/>
                </a:lnTo>
                <a:lnTo>
                  <a:pt x="143877" y="3162300"/>
                </a:lnTo>
                <a:lnTo>
                  <a:pt x="159863" y="3200400"/>
                </a:lnTo>
                <a:lnTo>
                  <a:pt x="176691" y="3251200"/>
                </a:lnTo>
                <a:lnTo>
                  <a:pt x="194360" y="3289300"/>
                </a:lnTo>
                <a:lnTo>
                  <a:pt x="212870" y="3327400"/>
                </a:lnTo>
                <a:lnTo>
                  <a:pt x="232222" y="3365500"/>
                </a:lnTo>
                <a:lnTo>
                  <a:pt x="252415" y="3416300"/>
                </a:lnTo>
                <a:lnTo>
                  <a:pt x="273450" y="3454400"/>
                </a:lnTo>
                <a:lnTo>
                  <a:pt x="295326" y="3492500"/>
                </a:lnTo>
                <a:lnTo>
                  <a:pt x="318043" y="3530600"/>
                </a:lnTo>
                <a:lnTo>
                  <a:pt x="341602" y="3568700"/>
                </a:lnTo>
                <a:lnTo>
                  <a:pt x="366002" y="3606800"/>
                </a:lnTo>
                <a:lnTo>
                  <a:pt x="391244" y="3644900"/>
                </a:lnTo>
                <a:lnTo>
                  <a:pt x="417327" y="3683000"/>
                </a:lnTo>
                <a:lnTo>
                  <a:pt x="444251" y="3721100"/>
                </a:lnTo>
                <a:lnTo>
                  <a:pt x="472017" y="3759200"/>
                </a:lnTo>
                <a:lnTo>
                  <a:pt x="500624" y="3797300"/>
                </a:lnTo>
                <a:lnTo>
                  <a:pt x="530073" y="3835400"/>
                </a:lnTo>
                <a:lnTo>
                  <a:pt x="560363" y="3873500"/>
                </a:lnTo>
                <a:lnTo>
                  <a:pt x="591494" y="3911600"/>
                </a:lnTo>
                <a:lnTo>
                  <a:pt x="623467" y="3949700"/>
                </a:lnTo>
                <a:lnTo>
                  <a:pt x="656281" y="3975100"/>
                </a:lnTo>
                <a:lnTo>
                  <a:pt x="689936" y="4013200"/>
                </a:lnTo>
                <a:lnTo>
                  <a:pt x="724272" y="4051300"/>
                </a:lnTo>
                <a:lnTo>
                  <a:pt x="759117" y="4076700"/>
                </a:lnTo>
                <a:lnTo>
                  <a:pt x="794459" y="4114800"/>
                </a:lnTo>
                <a:lnTo>
                  <a:pt x="830285" y="4140200"/>
                </a:lnTo>
                <a:lnTo>
                  <a:pt x="866583" y="4178300"/>
                </a:lnTo>
                <a:lnTo>
                  <a:pt x="940539" y="4229100"/>
                </a:lnTo>
                <a:lnTo>
                  <a:pt x="978172" y="4267200"/>
                </a:lnTo>
                <a:lnTo>
                  <a:pt x="1016225" y="4292600"/>
                </a:lnTo>
                <a:lnTo>
                  <a:pt x="1132772" y="4368800"/>
                </a:lnTo>
                <a:lnTo>
                  <a:pt x="1172374" y="4381500"/>
                </a:lnTo>
                <a:lnTo>
                  <a:pt x="1293257" y="4457700"/>
                </a:lnTo>
                <a:lnTo>
                  <a:pt x="1334201" y="4470400"/>
                </a:lnTo>
                <a:lnTo>
                  <a:pt x="1375449" y="4495800"/>
                </a:lnTo>
                <a:lnTo>
                  <a:pt x="1416987" y="4508500"/>
                </a:lnTo>
                <a:lnTo>
                  <a:pt x="1458802" y="4533900"/>
                </a:lnTo>
                <a:lnTo>
                  <a:pt x="1628581" y="4584700"/>
                </a:lnTo>
                <a:lnTo>
                  <a:pt x="1671591" y="4610100"/>
                </a:lnTo>
                <a:lnTo>
                  <a:pt x="1714800" y="4622800"/>
                </a:lnTo>
                <a:lnTo>
                  <a:pt x="2996887" y="4622800"/>
                </a:lnTo>
                <a:lnTo>
                  <a:pt x="3040097" y="4610100"/>
                </a:lnTo>
                <a:lnTo>
                  <a:pt x="3083106" y="4584700"/>
                </a:lnTo>
                <a:lnTo>
                  <a:pt x="3252885" y="4533900"/>
                </a:lnTo>
                <a:lnTo>
                  <a:pt x="3294701" y="4508500"/>
                </a:lnTo>
                <a:lnTo>
                  <a:pt x="3336239" y="4495800"/>
                </a:lnTo>
                <a:lnTo>
                  <a:pt x="3377486" y="4470400"/>
                </a:lnTo>
                <a:lnTo>
                  <a:pt x="3418430" y="4457700"/>
                </a:lnTo>
                <a:lnTo>
                  <a:pt x="3539314" y="4381500"/>
                </a:lnTo>
                <a:lnTo>
                  <a:pt x="3578916" y="4368800"/>
                </a:lnTo>
                <a:lnTo>
                  <a:pt x="3695462" y="4292600"/>
                </a:lnTo>
                <a:lnTo>
                  <a:pt x="3733515" y="4267200"/>
                </a:lnTo>
                <a:lnTo>
                  <a:pt x="3771148" y="4229100"/>
                </a:lnTo>
                <a:lnTo>
                  <a:pt x="3845105" y="4178300"/>
                </a:lnTo>
                <a:lnTo>
                  <a:pt x="3881402" y="4140200"/>
                </a:lnTo>
                <a:lnTo>
                  <a:pt x="3917228" y="4114800"/>
                </a:lnTo>
                <a:lnTo>
                  <a:pt x="3952570" y="4076700"/>
                </a:lnTo>
                <a:lnTo>
                  <a:pt x="3987416" y="4051300"/>
                </a:lnTo>
                <a:lnTo>
                  <a:pt x="4021751" y="4013200"/>
                </a:lnTo>
                <a:lnTo>
                  <a:pt x="4055406" y="3975100"/>
                </a:lnTo>
                <a:lnTo>
                  <a:pt x="4088220" y="3949700"/>
                </a:lnTo>
                <a:lnTo>
                  <a:pt x="4120193" y="3911600"/>
                </a:lnTo>
                <a:lnTo>
                  <a:pt x="4151324" y="3873500"/>
                </a:lnTo>
                <a:lnTo>
                  <a:pt x="4181614" y="3835400"/>
                </a:lnTo>
                <a:lnTo>
                  <a:pt x="4211063" y="3797300"/>
                </a:lnTo>
                <a:lnTo>
                  <a:pt x="4239670" y="3759200"/>
                </a:lnTo>
                <a:lnTo>
                  <a:pt x="4267436" y="3721100"/>
                </a:lnTo>
                <a:lnTo>
                  <a:pt x="4294360" y="3683000"/>
                </a:lnTo>
                <a:lnTo>
                  <a:pt x="4320443" y="3644900"/>
                </a:lnTo>
                <a:lnTo>
                  <a:pt x="4345685" y="3606800"/>
                </a:lnTo>
                <a:lnTo>
                  <a:pt x="4370085" y="3568700"/>
                </a:lnTo>
                <a:lnTo>
                  <a:pt x="4393644" y="3530600"/>
                </a:lnTo>
                <a:lnTo>
                  <a:pt x="4416361" y="3492500"/>
                </a:lnTo>
                <a:lnTo>
                  <a:pt x="4438237" y="3454400"/>
                </a:lnTo>
                <a:lnTo>
                  <a:pt x="4459272" y="3416300"/>
                </a:lnTo>
                <a:lnTo>
                  <a:pt x="4479465" y="3365500"/>
                </a:lnTo>
                <a:lnTo>
                  <a:pt x="4498817" y="3327400"/>
                </a:lnTo>
                <a:lnTo>
                  <a:pt x="4517327" y="3289300"/>
                </a:lnTo>
                <a:lnTo>
                  <a:pt x="4534996" y="3251200"/>
                </a:lnTo>
                <a:lnTo>
                  <a:pt x="4551824" y="3200400"/>
                </a:lnTo>
                <a:lnTo>
                  <a:pt x="4567811" y="3162300"/>
                </a:lnTo>
                <a:lnTo>
                  <a:pt x="4582955" y="3124200"/>
                </a:lnTo>
                <a:lnTo>
                  <a:pt x="4597259" y="3073400"/>
                </a:lnTo>
                <a:lnTo>
                  <a:pt x="4610721" y="3035300"/>
                </a:lnTo>
                <a:lnTo>
                  <a:pt x="4623342" y="2984500"/>
                </a:lnTo>
                <a:lnTo>
                  <a:pt x="4635121" y="2946400"/>
                </a:lnTo>
                <a:lnTo>
                  <a:pt x="4646059" y="2908300"/>
                </a:lnTo>
                <a:lnTo>
                  <a:pt x="4656156" y="2857500"/>
                </a:lnTo>
                <a:lnTo>
                  <a:pt x="4665411" y="2819400"/>
                </a:lnTo>
                <a:lnTo>
                  <a:pt x="4673825" y="2768600"/>
                </a:lnTo>
                <a:lnTo>
                  <a:pt x="4681398" y="2730500"/>
                </a:lnTo>
                <a:lnTo>
                  <a:pt x="4688129" y="2679700"/>
                </a:lnTo>
                <a:lnTo>
                  <a:pt x="4694018" y="2641600"/>
                </a:lnTo>
                <a:lnTo>
                  <a:pt x="4699067" y="2590800"/>
                </a:lnTo>
                <a:lnTo>
                  <a:pt x="4703274" y="2552700"/>
                </a:lnTo>
                <a:lnTo>
                  <a:pt x="4709163" y="2463800"/>
                </a:lnTo>
                <a:lnTo>
                  <a:pt x="4710846" y="2413000"/>
                </a:lnTo>
                <a:lnTo>
                  <a:pt x="4711688" y="2374900"/>
                </a:lnTo>
                <a:lnTo>
                  <a:pt x="4711688" y="2324100"/>
                </a:lnTo>
                <a:lnTo>
                  <a:pt x="4710846" y="2286000"/>
                </a:lnTo>
                <a:lnTo>
                  <a:pt x="4709163" y="2235200"/>
                </a:lnTo>
                <a:lnTo>
                  <a:pt x="4703274" y="2146300"/>
                </a:lnTo>
                <a:lnTo>
                  <a:pt x="4699067" y="2108200"/>
                </a:lnTo>
                <a:lnTo>
                  <a:pt x="4694018" y="2057400"/>
                </a:lnTo>
                <a:lnTo>
                  <a:pt x="4688129" y="2019300"/>
                </a:lnTo>
                <a:lnTo>
                  <a:pt x="4681398" y="1968500"/>
                </a:lnTo>
                <a:lnTo>
                  <a:pt x="4673825" y="1930400"/>
                </a:lnTo>
                <a:lnTo>
                  <a:pt x="4665411" y="1879600"/>
                </a:lnTo>
                <a:lnTo>
                  <a:pt x="4656156" y="1841500"/>
                </a:lnTo>
                <a:lnTo>
                  <a:pt x="4646059" y="1790700"/>
                </a:lnTo>
                <a:lnTo>
                  <a:pt x="4635121" y="1752600"/>
                </a:lnTo>
                <a:lnTo>
                  <a:pt x="4623342" y="1714500"/>
                </a:lnTo>
                <a:lnTo>
                  <a:pt x="4610721" y="1663700"/>
                </a:lnTo>
                <a:lnTo>
                  <a:pt x="4597259" y="1625600"/>
                </a:lnTo>
                <a:lnTo>
                  <a:pt x="4582955" y="1574800"/>
                </a:lnTo>
                <a:lnTo>
                  <a:pt x="4567811" y="1536700"/>
                </a:lnTo>
                <a:lnTo>
                  <a:pt x="4551824" y="1498600"/>
                </a:lnTo>
                <a:lnTo>
                  <a:pt x="4534996" y="1447800"/>
                </a:lnTo>
                <a:lnTo>
                  <a:pt x="4517327" y="1409700"/>
                </a:lnTo>
                <a:lnTo>
                  <a:pt x="4498817" y="1371600"/>
                </a:lnTo>
                <a:lnTo>
                  <a:pt x="4479465" y="1333500"/>
                </a:lnTo>
                <a:lnTo>
                  <a:pt x="4459272" y="1282700"/>
                </a:lnTo>
                <a:lnTo>
                  <a:pt x="4438237" y="1244600"/>
                </a:lnTo>
                <a:lnTo>
                  <a:pt x="4416361" y="1206500"/>
                </a:lnTo>
                <a:lnTo>
                  <a:pt x="4393644" y="1168400"/>
                </a:lnTo>
                <a:lnTo>
                  <a:pt x="4370085" y="1130300"/>
                </a:lnTo>
                <a:lnTo>
                  <a:pt x="4345685" y="1092200"/>
                </a:lnTo>
                <a:lnTo>
                  <a:pt x="4320443" y="1054100"/>
                </a:lnTo>
                <a:lnTo>
                  <a:pt x="4294360" y="1016000"/>
                </a:lnTo>
                <a:lnTo>
                  <a:pt x="4267436" y="977900"/>
                </a:lnTo>
                <a:lnTo>
                  <a:pt x="4239670" y="939800"/>
                </a:lnTo>
                <a:lnTo>
                  <a:pt x="4211063" y="901700"/>
                </a:lnTo>
                <a:lnTo>
                  <a:pt x="4181614" y="863600"/>
                </a:lnTo>
                <a:lnTo>
                  <a:pt x="4151324" y="825500"/>
                </a:lnTo>
                <a:lnTo>
                  <a:pt x="4120193" y="787400"/>
                </a:lnTo>
                <a:lnTo>
                  <a:pt x="4088220" y="749300"/>
                </a:lnTo>
                <a:lnTo>
                  <a:pt x="4055406" y="723900"/>
                </a:lnTo>
                <a:lnTo>
                  <a:pt x="4021751" y="685800"/>
                </a:lnTo>
                <a:lnTo>
                  <a:pt x="3987416" y="647700"/>
                </a:lnTo>
                <a:lnTo>
                  <a:pt x="3952570" y="622300"/>
                </a:lnTo>
                <a:lnTo>
                  <a:pt x="3917228" y="584200"/>
                </a:lnTo>
                <a:lnTo>
                  <a:pt x="3881402" y="558800"/>
                </a:lnTo>
                <a:lnTo>
                  <a:pt x="3845105" y="520700"/>
                </a:lnTo>
                <a:lnTo>
                  <a:pt x="3771148" y="469900"/>
                </a:lnTo>
                <a:lnTo>
                  <a:pt x="3733515" y="431800"/>
                </a:lnTo>
                <a:lnTo>
                  <a:pt x="3657003" y="381000"/>
                </a:lnTo>
                <a:lnTo>
                  <a:pt x="3578916" y="330200"/>
                </a:lnTo>
                <a:lnTo>
                  <a:pt x="3539314" y="317500"/>
                </a:lnTo>
                <a:lnTo>
                  <a:pt x="3418430" y="241300"/>
                </a:lnTo>
                <a:lnTo>
                  <a:pt x="3377486" y="228600"/>
                </a:lnTo>
                <a:lnTo>
                  <a:pt x="3336239" y="203200"/>
                </a:lnTo>
                <a:lnTo>
                  <a:pt x="3294701" y="190500"/>
                </a:lnTo>
                <a:lnTo>
                  <a:pt x="3252885" y="165100"/>
                </a:lnTo>
                <a:lnTo>
                  <a:pt x="3083106" y="114300"/>
                </a:lnTo>
                <a:lnTo>
                  <a:pt x="3040097" y="88900"/>
                </a:lnTo>
                <a:lnTo>
                  <a:pt x="2996887" y="76200"/>
                </a:lnTo>
                <a:close/>
              </a:path>
              <a:path extrusionOk="0" h="4699000" w="4711700">
                <a:moveTo>
                  <a:pt x="2778290" y="25400"/>
                </a:moveTo>
                <a:lnTo>
                  <a:pt x="1933397" y="25400"/>
                </a:lnTo>
                <a:lnTo>
                  <a:pt x="1758197" y="76200"/>
                </a:lnTo>
                <a:lnTo>
                  <a:pt x="2953491" y="76200"/>
                </a:lnTo>
                <a:lnTo>
                  <a:pt x="2778290" y="25400"/>
                </a:lnTo>
                <a:close/>
              </a:path>
              <a:path extrusionOk="0" h="4699000" w="4711700">
                <a:moveTo>
                  <a:pt x="2689903" y="12700"/>
                </a:moveTo>
                <a:lnTo>
                  <a:pt x="2021785" y="12700"/>
                </a:lnTo>
                <a:lnTo>
                  <a:pt x="1977536" y="25400"/>
                </a:lnTo>
                <a:lnTo>
                  <a:pt x="2734152" y="25400"/>
                </a:lnTo>
                <a:lnTo>
                  <a:pt x="2689903" y="12700"/>
                </a:lnTo>
                <a:close/>
              </a:path>
              <a:path extrusionOk="0" h="4699000" w="4711700">
                <a:moveTo>
                  <a:pt x="2601128" y="0"/>
                </a:moveTo>
                <a:lnTo>
                  <a:pt x="2110560" y="0"/>
                </a:lnTo>
                <a:lnTo>
                  <a:pt x="2066130" y="12700"/>
                </a:lnTo>
                <a:lnTo>
                  <a:pt x="2645558" y="12700"/>
                </a:lnTo>
                <a:lnTo>
                  <a:pt x="2601128" y="0"/>
                </a:lnTo>
                <a:close/>
              </a:path>
            </a:pathLst>
          </a:custGeom>
          <a:solidFill>
            <a:srgbClr val="F8C600">
              <a:alpha val="80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" name="Google Shape;58;p2"/>
          <p:cNvSpPr txBox="1"/>
          <p:nvPr/>
        </p:nvSpPr>
        <p:spPr>
          <a:xfrm>
            <a:off x="5176897" y="7589075"/>
            <a:ext cx="37077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MAINTAINABILITY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9159658" y="5459614"/>
            <a:ext cx="4711700" cy="4699000"/>
          </a:xfrm>
          <a:custGeom>
            <a:rect b="b" l="l" r="r" t="t"/>
            <a:pathLst>
              <a:path extrusionOk="0" h="4699000" w="4711700">
                <a:moveTo>
                  <a:pt x="2645557" y="4686300"/>
                </a:moveTo>
                <a:lnTo>
                  <a:pt x="2066130" y="4686300"/>
                </a:lnTo>
                <a:lnTo>
                  <a:pt x="2110559" y="4699000"/>
                </a:lnTo>
                <a:lnTo>
                  <a:pt x="2601128" y="4699000"/>
                </a:lnTo>
                <a:lnTo>
                  <a:pt x="2645557" y="4686300"/>
                </a:lnTo>
                <a:close/>
              </a:path>
              <a:path extrusionOk="0" h="4699000" w="4711700">
                <a:moveTo>
                  <a:pt x="2734151" y="4673600"/>
                </a:moveTo>
                <a:lnTo>
                  <a:pt x="1977536" y="4673600"/>
                </a:lnTo>
                <a:lnTo>
                  <a:pt x="2021785" y="4686300"/>
                </a:lnTo>
                <a:lnTo>
                  <a:pt x="2689902" y="4686300"/>
                </a:lnTo>
                <a:lnTo>
                  <a:pt x="2734151" y="4673600"/>
                </a:lnTo>
                <a:close/>
              </a:path>
              <a:path extrusionOk="0" h="4699000" w="4711700">
                <a:moveTo>
                  <a:pt x="2953490" y="4622800"/>
                </a:moveTo>
                <a:lnTo>
                  <a:pt x="1758197" y="4622800"/>
                </a:lnTo>
                <a:lnTo>
                  <a:pt x="1933397" y="4673600"/>
                </a:lnTo>
                <a:lnTo>
                  <a:pt x="2778290" y="4673600"/>
                </a:lnTo>
                <a:lnTo>
                  <a:pt x="2953490" y="4622800"/>
                </a:lnTo>
                <a:close/>
              </a:path>
              <a:path extrusionOk="0" h="4699000" w="4711700">
                <a:moveTo>
                  <a:pt x="2996887" y="76200"/>
                </a:moveTo>
                <a:lnTo>
                  <a:pt x="1714800" y="76200"/>
                </a:lnTo>
                <a:lnTo>
                  <a:pt x="1671591" y="88900"/>
                </a:lnTo>
                <a:lnTo>
                  <a:pt x="1628581" y="114300"/>
                </a:lnTo>
                <a:lnTo>
                  <a:pt x="1458802" y="165100"/>
                </a:lnTo>
                <a:lnTo>
                  <a:pt x="1416987" y="190500"/>
                </a:lnTo>
                <a:lnTo>
                  <a:pt x="1375449" y="203200"/>
                </a:lnTo>
                <a:lnTo>
                  <a:pt x="1334201" y="228600"/>
                </a:lnTo>
                <a:lnTo>
                  <a:pt x="1293257" y="241300"/>
                </a:lnTo>
                <a:lnTo>
                  <a:pt x="1172373" y="317500"/>
                </a:lnTo>
                <a:lnTo>
                  <a:pt x="1132772" y="330200"/>
                </a:lnTo>
                <a:lnTo>
                  <a:pt x="1054685" y="381000"/>
                </a:lnTo>
                <a:lnTo>
                  <a:pt x="978172" y="431800"/>
                </a:lnTo>
                <a:lnTo>
                  <a:pt x="940539" y="469900"/>
                </a:lnTo>
                <a:lnTo>
                  <a:pt x="866583" y="520700"/>
                </a:lnTo>
                <a:lnTo>
                  <a:pt x="830285" y="558800"/>
                </a:lnTo>
                <a:lnTo>
                  <a:pt x="794459" y="584200"/>
                </a:lnTo>
                <a:lnTo>
                  <a:pt x="759117" y="622300"/>
                </a:lnTo>
                <a:lnTo>
                  <a:pt x="724272" y="647700"/>
                </a:lnTo>
                <a:lnTo>
                  <a:pt x="689936" y="685800"/>
                </a:lnTo>
                <a:lnTo>
                  <a:pt x="656281" y="723900"/>
                </a:lnTo>
                <a:lnTo>
                  <a:pt x="623467" y="749300"/>
                </a:lnTo>
                <a:lnTo>
                  <a:pt x="591494" y="787400"/>
                </a:lnTo>
                <a:lnTo>
                  <a:pt x="560363" y="825500"/>
                </a:lnTo>
                <a:lnTo>
                  <a:pt x="530073" y="863600"/>
                </a:lnTo>
                <a:lnTo>
                  <a:pt x="500624" y="901700"/>
                </a:lnTo>
                <a:lnTo>
                  <a:pt x="472017" y="939800"/>
                </a:lnTo>
                <a:lnTo>
                  <a:pt x="444251" y="977900"/>
                </a:lnTo>
                <a:lnTo>
                  <a:pt x="417327" y="1016000"/>
                </a:lnTo>
                <a:lnTo>
                  <a:pt x="391244" y="1054100"/>
                </a:lnTo>
                <a:lnTo>
                  <a:pt x="366002" y="1092200"/>
                </a:lnTo>
                <a:lnTo>
                  <a:pt x="341602" y="1130300"/>
                </a:lnTo>
                <a:lnTo>
                  <a:pt x="318043" y="1168400"/>
                </a:lnTo>
                <a:lnTo>
                  <a:pt x="295326" y="1206500"/>
                </a:lnTo>
                <a:lnTo>
                  <a:pt x="273450" y="1244600"/>
                </a:lnTo>
                <a:lnTo>
                  <a:pt x="252415" y="1282700"/>
                </a:lnTo>
                <a:lnTo>
                  <a:pt x="232222" y="1333500"/>
                </a:lnTo>
                <a:lnTo>
                  <a:pt x="212870" y="1371600"/>
                </a:lnTo>
                <a:lnTo>
                  <a:pt x="194360" y="1409700"/>
                </a:lnTo>
                <a:lnTo>
                  <a:pt x="176691" y="1447800"/>
                </a:lnTo>
                <a:lnTo>
                  <a:pt x="159863" y="1498600"/>
                </a:lnTo>
                <a:lnTo>
                  <a:pt x="143877" y="1536700"/>
                </a:lnTo>
                <a:lnTo>
                  <a:pt x="128732" y="1574800"/>
                </a:lnTo>
                <a:lnTo>
                  <a:pt x="114428" y="1625600"/>
                </a:lnTo>
                <a:lnTo>
                  <a:pt x="100966" y="1663700"/>
                </a:lnTo>
                <a:lnTo>
                  <a:pt x="88345" y="1714500"/>
                </a:lnTo>
                <a:lnTo>
                  <a:pt x="76566" y="1752600"/>
                </a:lnTo>
                <a:lnTo>
                  <a:pt x="65628" y="1790700"/>
                </a:lnTo>
                <a:lnTo>
                  <a:pt x="55531" y="1841500"/>
                </a:lnTo>
                <a:lnTo>
                  <a:pt x="46276" y="1879600"/>
                </a:lnTo>
                <a:lnTo>
                  <a:pt x="37862" y="1930400"/>
                </a:lnTo>
                <a:lnTo>
                  <a:pt x="30289" y="1968500"/>
                </a:lnTo>
                <a:lnTo>
                  <a:pt x="23558" y="2019300"/>
                </a:lnTo>
                <a:lnTo>
                  <a:pt x="17669" y="2057400"/>
                </a:lnTo>
                <a:lnTo>
                  <a:pt x="12620" y="2108200"/>
                </a:lnTo>
                <a:lnTo>
                  <a:pt x="8413" y="2146300"/>
                </a:lnTo>
                <a:lnTo>
                  <a:pt x="2524" y="2235200"/>
                </a:lnTo>
                <a:lnTo>
                  <a:pt x="841" y="2286000"/>
                </a:lnTo>
                <a:lnTo>
                  <a:pt x="0" y="2324100"/>
                </a:lnTo>
                <a:lnTo>
                  <a:pt x="0" y="2374900"/>
                </a:lnTo>
                <a:lnTo>
                  <a:pt x="841" y="2413000"/>
                </a:lnTo>
                <a:lnTo>
                  <a:pt x="2524" y="2463800"/>
                </a:lnTo>
                <a:lnTo>
                  <a:pt x="8413" y="2552700"/>
                </a:lnTo>
                <a:lnTo>
                  <a:pt x="12620" y="2590800"/>
                </a:lnTo>
                <a:lnTo>
                  <a:pt x="17669" y="2641600"/>
                </a:lnTo>
                <a:lnTo>
                  <a:pt x="23558" y="2679700"/>
                </a:lnTo>
                <a:lnTo>
                  <a:pt x="30289" y="2730500"/>
                </a:lnTo>
                <a:lnTo>
                  <a:pt x="37862" y="2768600"/>
                </a:lnTo>
                <a:lnTo>
                  <a:pt x="46276" y="2819400"/>
                </a:lnTo>
                <a:lnTo>
                  <a:pt x="55531" y="2857500"/>
                </a:lnTo>
                <a:lnTo>
                  <a:pt x="65628" y="2908300"/>
                </a:lnTo>
                <a:lnTo>
                  <a:pt x="76566" y="2946400"/>
                </a:lnTo>
                <a:lnTo>
                  <a:pt x="88345" y="2984500"/>
                </a:lnTo>
                <a:lnTo>
                  <a:pt x="100966" y="3035300"/>
                </a:lnTo>
                <a:lnTo>
                  <a:pt x="114428" y="3073400"/>
                </a:lnTo>
                <a:lnTo>
                  <a:pt x="128732" y="3124200"/>
                </a:lnTo>
                <a:lnTo>
                  <a:pt x="143877" y="3162300"/>
                </a:lnTo>
                <a:lnTo>
                  <a:pt x="159863" y="3200400"/>
                </a:lnTo>
                <a:lnTo>
                  <a:pt x="176691" y="3251200"/>
                </a:lnTo>
                <a:lnTo>
                  <a:pt x="194360" y="3289300"/>
                </a:lnTo>
                <a:lnTo>
                  <a:pt x="212870" y="3327400"/>
                </a:lnTo>
                <a:lnTo>
                  <a:pt x="232222" y="3365500"/>
                </a:lnTo>
                <a:lnTo>
                  <a:pt x="252415" y="3416300"/>
                </a:lnTo>
                <a:lnTo>
                  <a:pt x="273450" y="3454400"/>
                </a:lnTo>
                <a:lnTo>
                  <a:pt x="295326" y="3492500"/>
                </a:lnTo>
                <a:lnTo>
                  <a:pt x="318043" y="3530600"/>
                </a:lnTo>
                <a:lnTo>
                  <a:pt x="341602" y="3568700"/>
                </a:lnTo>
                <a:lnTo>
                  <a:pt x="366002" y="3606800"/>
                </a:lnTo>
                <a:lnTo>
                  <a:pt x="391244" y="3644900"/>
                </a:lnTo>
                <a:lnTo>
                  <a:pt x="417327" y="3683000"/>
                </a:lnTo>
                <a:lnTo>
                  <a:pt x="444251" y="3721100"/>
                </a:lnTo>
                <a:lnTo>
                  <a:pt x="472017" y="3759200"/>
                </a:lnTo>
                <a:lnTo>
                  <a:pt x="500624" y="3797300"/>
                </a:lnTo>
                <a:lnTo>
                  <a:pt x="530073" y="3835400"/>
                </a:lnTo>
                <a:lnTo>
                  <a:pt x="560363" y="3873500"/>
                </a:lnTo>
                <a:lnTo>
                  <a:pt x="591494" y="3911600"/>
                </a:lnTo>
                <a:lnTo>
                  <a:pt x="623467" y="3949700"/>
                </a:lnTo>
                <a:lnTo>
                  <a:pt x="656281" y="3975100"/>
                </a:lnTo>
                <a:lnTo>
                  <a:pt x="689936" y="4013200"/>
                </a:lnTo>
                <a:lnTo>
                  <a:pt x="724272" y="4051300"/>
                </a:lnTo>
                <a:lnTo>
                  <a:pt x="759117" y="4076700"/>
                </a:lnTo>
                <a:lnTo>
                  <a:pt x="794459" y="4114800"/>
                </a:lnTo>
                <a:lnTo>
                  <a:pt x="830285" y="4140200"/>
                </a:lnTo>
                <a:lnTo>
                  <a:pt x="866583" y="4178300"/>
                </a:lnTo>
                <a:lnTo>
                  <a:pt x="940539" y="4229100"/>
                </a:lnTo>
                <a:lnTo>
                  <a:pt x="978172" y="4267200"/>
                </a:lnTo>
                <a:lnTo>
                  <a:pt x="1016225" y="4292600"/>
                </a:lnTo>
                <a:lnTo>
                  <a:pt x="1132772" y="4368800"/>
                </a:lnTo>
                <a:lnTo>
                  <a:pt x="1172373" y="4381500"/>
                </a:lnTo>
                <a:lnTo>
                  <a:pt x="1293257" y="4457700"/>
                </a:lnTo>
                <a:lnTo>
                  <a:pt x="1334201" y="4470400"/>
                </a:lnTo>
                <a:lnTo>
                  <a:pt x="1375449" y="4495800"/>
                </a:lnTo>
                <a:lnTo>
                  <a:pt x="1416987" y="4508500"/>
                </a:lnTo>
                <a:lnTo>
                  <a:pt x="1458802" y="4533900"/>
                </a:lnTo>
                <a:lnTo>
                  <a:pt x="1628581" y="4584700"/>
                </a:lnTo>
                <a:lnTo>
                  <a:pt x="1671591" y="4610100"/>
                </a:lnTo>
                <a:lnTo>
                  <a:pt x="1714800" y="4622800"/>
                </a:lnTo>
                <a:lnTo>
                  <a:pt x="2996887" y="4622800"/>
                </a:lnTo>
                <a:lnTo>
                  <a:pt x="3040096" y="4610100"/>
                </a:lnTo>
                <a:lnTo>
                  <a:pt x="3083106" y="4584700"/>
                </a:lnTo>
                <a:lnTo>
                  <a:pt x="3252885" y="4533900"/>
                </a:lnTo>
                <a:lnTo>
                  <a:pt x="3294700" y="4508500"/>
                </a:lnTo>
                <a:lnTo>
                  <a:pt x="3336238" y="4495800"/>
                </a:lnTo>
                <a:lnTo>
                  <a:pt x="3377486" y="4470400"/>
                </a:lnTo>
                <a:lnTo>
                  <a:pt x="3418430" y="4457700"/>
                </a:lnTo>
                <a:lnTo>
                  <a:pt x="3539314" y="4381500"/>
                </a:lnTo>
                <a:lnTo>
                  <a:pt x="3578915" y="4368800"/>
                </a:lnTo>
                <a:lnTo>
                  <a:pt x="3695462" y="4292600"/>
                </a:lnTo>
                <a:lnTo>
                  <a:pt x="3733515" y="4267200"/>
                </a:lnTo>
                <a:lnTo>
                  <a:pt x="3771148" y="4229100"/>
                </a:lnTo>
                <a:lnTo>
                  <a:pt x="3845105" y="4178300"/>
                </a:lnTo>
                <a:lnTo>
                  <a:pt x="3881402" y="4140200"/>
                </a:lnTo>
                <a:lnTo>
                  <a:pt x="3917228" y="4114800"/>
                </a:lnTo>
                <a:lnTo>
                  <a:pt x="3952570" y="4076700"/>
                </a:lnTo>
                <a:lnTo>
                  <a:pt x="3987416" y="4051300"/>
                </a:lnTo>
                <a:lnTo>
                  <a:pt x="4021751" y="4013200"/>
                </a:lnTo>
                <a:lnTo>
                  <a:pt x="4055406" y="3975100"/>
                </a:lnTo>
                <a:lnTo>
                  <a:pt x="4088220" y="3949700"/>
                </a:lnTo>
                <a:lnTo>
                  <a:pt x="4120193" y="3911600"/>
                </a:lnTo>
                <a:lnTo>
                  <a:pt x="4151324" y="3873500"/>
                </a:lnTo>
                <a:lnTo>
                  <a:pt x="4181614" y="3835400"/>
                </a:lnTo>
                <a:lnTo>
                  <a:pt x="4211063" y="3797300"/>
                </a:lnTo>
                <a:lnTo>
                  <a:pt x="4239670" y="3759200"/>
                </a:lnTo>
                <a:lnTo>
                  <a:pt x="4267436" y="3721100"/>
                </a:lnTo>
                <a:lnTo>
                  <a:pt x="4294360" y="3683000"/>
                </a:lnTo>
                <a:lnTo>
                  <a:pt x="4320443" y="3644900"/>
                </a:lnTo>
                <a:lnTo>
                  <a:pt x="4345685" y="3606800"/>
                </a:lnTo>
                <a:lnTo>
                  <a:pt x="4370085" y="3568700"/>
                </a:lnTo>
                <a:lnTo>
                  <a:pt x="4393644" y="3530600"/>
                </a:lnTo>
                <a:lnTo>
                  <a:pt x="4416361" y="3492500"/>
                </a:lnTo>
                <a:lnTo>
                  <a:pt x="4438237" y="3454400"/>
                </a:lnTo>
                <a:lnTo>
                  <a:pt x="4459272" y="3416300"/>
                </a:lnTo>
                <a:lnTo>
                  <a:pt x="4479465" y="3365500"/>
                </a:lnTo>
                <a:lnTo>
                  <a:pt x="4498817" y="3327400"/>
                </a:lnTo>
                <a:lnTo>
                  <a:pt x="4517327" y="3289300"/>
                </a:lnTo>
                <a:lnTo>
                  <a:pt x="4534996" y="3251200"/>
                </a:lnTo>
                <a:lnTo>
                  <a:pt x="4551824" y="3200400"/>
                </a:lnTo>
                <a:lnTo>
                  <a:pt x="4567811" y="3162300"/>
                </a:lnTo>
                <a:lnTo>
                  <a:pt x="4582955" y="3124200"/>
                </a:lnTo>
                <a:lnTo>
                  <a:pt x="4597259" y="3073400"/>
                </a:lnTo>
                <a:lnTo>
                  <a:pt x="4610721" y="3035300"/>
                </a:lnTo>
                <a:lnTo>
                  <a:pt x="4623342" y="2984500"/>
                </a:lnTo>
                <a:lnTo>
                  <a:pt x="4635121" y="2946400"/>
                </a:lnTo>
                <a:lnTo>
                  <a:pt x="4646059" y="2908300"/>
                </a:lnTo>
                <a:lnTo>
                  <a:pt x="4656156" y="2857500"/>
                </a:lnTo>
                <a:lnTo>
                  <a:pt x="4665411" y="2819400"/>
                </a:lnTo>
                <a:lnTo>
                  <a:pt x="4673825" y="2768600"/>
                </a:lnTo>
                <a:lnTo>
                  <a:pt x="4681398" y="2730500"/>
                </a:lnTo>
                <a:lnTo>
                  <a:pt x="4688129" y="2679700"/>
                </a:lnTo>
                <a:lnTo>
                  <a:pt x="4694018" y="2641600"/>
                </a:lnTo>
                <a:lnTo>
                  <a:pt x="4699067" y="2590800"/>
                </a:lnTo>
                <a:lnTo>
                  <a:pt x="4703274" y="2552700"/>
                </a:lnTo>
                <a:lnTo>
                  <a:pt x="4709163" y="2463800"/>
                </a:lnTo>
                <a:lnTo>
                  <a:pt x="4710846" y="2413000"/>
                </a:lnTo>
                <a:lnTo>
                  <a:pt x="4711688" y="2374900"/>
                </a:lnTo>
                <a:lnTo>
                  <a:pt x="4711688" y="2324100"/>
                </a:lnTo>
                <a:lnTo>
                  <a:pt x="4710846" y="2286000"/>
                </a:lnTo>
                <a:lnTo>
                  <a:pt x="4709163" y="2235200"/>
                </a:lnTo>
                <a:lnTo>
                  <a:pt x="4703274" y="2146300"/>
                </a:lnTo>
                <a:lnTo>
                  <a:pt x="4699067" y="2108200"/>
                </a:lnTo>
                <a:lnTo>
                  <a:pt x="4694018" y="2057400"/>
                </a:lnTo>
                <a:lnTo>
                  <a:pt x="4688129" y="2019300"/>
                </a:lnTo>
                <a:lnTo>
                  <a:pt x="4681398" y="1968500"/>
                </a:lnTo>
                <a:lnTo>
                  <a:pt x="4673825" y="1930400"/>
                </a:lnTo>
                <a:lnTo>
                  <a:pt x="4665411" y="1879600"/>
                </a:lnTo>
                <a:lnTo>
                  <a:pt x="4656156" y="1841500"/>
                </a:lnTo>
                <a:lnTo>
                  <a:pt x="4646059" y="1790700"/>
                </a:lnTo>
                <a:lnTo>
                  <a:pt x="4635121" y="1752600"/>
                </a:lnTo>
                <a:lnTo>
                  <a:pt x="4623342" y="1714500"/>
                </a:lnTo>
                <a:lnTo>
                  <a:pt x="4610721" y="1663700"/>
                </a:lnTo>
                <a:lnTo>
                  <a:pt x="4597259" y="1625600"/>
                </a:lnTo>
                <a:lnTo>
                  <a:pt x="4582955" y="1574800"/>
                </a:lnTo>
                <a:lnTo>
                  <a:pt x="4567811" y="1536700"/>
                </a:lnTo>
                <a:lnTo>
                  <a:pt x="4551824" y="1498600"/>
                </a:lnTo>
                <a:lnTo>
                  <a:pt x="4534996" y="1447800"/>
                </a:lnTo>
                <a:lnTo>
                  <a:pt x="4517327" y="1409700"/>
                </a:lnTo>
                <a:lnTo>
                  <a:pt x="4498817" y="1371600"/>
                </a:lnTo>
                <a:lnTo>
                  <a:pt x="4479465" y="1333500"/>
                </a:lnTo>
                <a:lnTo>
                  <a:pt x="4459272" y="1282700"/>
                </a:lnTo>
                <a:lnTo>
                  <a:pt x="4438237" y="1244600"/>
                </a:lnTo>
                <a:lnTo>
                  <a:pt x="4416361" y="1206500"/>
                </a:lnTo>
                <a:lnTo>
                  <a:pt x="4393644" y="1168400"/>
                </a:lnTo>
                <a:lnTo>
                  <a:pt x="4370085" y="1130300"/>
                </a:lnTo>
                <a:lnTo>
                  <a:pt x="4345685" y="1092200"/>
                </a:lnTo>
                <a:lnTo>
                  <a:pt x="4320443" y="1054100"/>
                </a:lnTo>
                <a:lnTo>
                  <a:pt x="4294360" y="1016000"/>
                </a:lnTo>
                <a:lnTo>
                  <a:pt x="4267436" y="977900"/>
                </a:lnTo>
                <a:lnTo>
                  <a:pt x="4239670" y="939800"/>
                </a:lnTo>
                <a:lnTo>
                  <a:pt x="4211063" y="901700"/>
                </a:lnTo>
                <a:lnTo>
                  <a:pt x="4181614" y="863600"/>
                </a:lnTo>
                <a:lnTo>
                  <a:pt x="4151324" y="825500"/>
                </a:lnTo>
                <a:lnTo>
                  <a:pt x="4120193" y="787400"/>
                </a:lnTo>
                <a:lnTo>
                  <a:pt x="4088220" y="749300"/>
                </a:lnTo>
                <a:lnTo>
                  <a:pt x="4055406" y="723900"/>
                </a:lnTo>
                <a:lnTo>
                  <a:pt x="4021751" y="685800"/>
                </a:lnTo>
                <a:lnTo>
                  <a:pt x="3987416" y="647700"/>
                </a:lnTo>
                <a:lnTo>
                  <a:pt x="3952570" y="622300"/>
                </a:lnTo>
                <a:lnTo>
                  <a:pt x="3917228" y="584200"/>
                </a:lnTo>
                <a:lnTo>
                  <a:pt x="3881402" y="558800"/>
                </a:lnTo>
                <a:lnTo>
                  <a:pt x="3845105" y="520700"/>
                </a:lnTo>
                <a:lnTo>
                  <a:pt x="3771148" y="469900"/>
                </a:lnTo>
                <a:lnTo>
                  <a:pt x="3733515" y="431800"/>
                </a:lnTo>
                <a:lnTo>
                  <a:pt x="3657002" y="381000"/>
                </a:lnTo>
                <a:lnTo>
                  <a:pt x="3578915" y="330200"/>
                </a:lnTo>
                <a:lnTo>
                  <a:pt x="3539314" y="317500"/>
                </a:lnTo>
                <a:lnTo>
                  <a:pt x="3418430" y="241300"/>
                </a:lnTo>
                <a:lnTo>
                  <a:pt x="3377486" y="228600"/>
                </a:lnTo>
                <a:lnTo>
                  <a:pt x="3336238" y="203200"/>
                </a:lnTo>
                <a:lnTo>
                  <a:pt x="3294700" y="190500"/>
                </a:lnTo>
                <a:lnTo>
                  <a:pt x="3252885" y="165100"/>
                </a:lnTo>
                <a:lnTo>
                  <a:pt x="3083106" y="114300"/>
                </a:lnTo>
                <a:lnTo>
                  <a:pt x="3040096" y="88900"/>
                </a:lnTo>
                <a:lnTo>
                  <a:pt x="2996887" y="76200"/>
                </a:lnTo>
                <a:close/>
              </a:path>
              <a:path extrusionOk="0" h="4699000" w="4711700">
                <a:moveTo>
                  <a:pt x="2778290" y="25400"/>
                </a:moveTo>
                <a:lnTo>
                  <a:pt x="1933397" y="25400"/>
                </a:lnTo>
                <a:lnTo>
                  <a:pt x="1758197" y="76200"/>
                </a:lnTo>
                <a:lnTo>
                  <a:pt x="2953490" y="76200"/>
                </a:lnTo>
                <a:lnTo>
                  <a:pt x="2778290" y="25400"/>
                </a:lnTo>
                <a:close/>
              </a:path>
              <a:path extrusionOk="0" h="4699000" w="4711700">
                <a:moveTo>
                  <a:pt x="2689902" y="12700"/>
                </a:moveTo>
                <a:lnTo>
                  <a:pt x="2021785" y="12700"/>
                </a:lnTo>
                <a:lnTo>
                  <a:pt x="1977536" y="25400"/>
                </a:lnTo>
                <a:lnTo>
                  <a:pt x="2734151" y="25400"/>
                </a:lnTo>
                <a:lnTo>
                  <a:pt x="2689902" y="12700"/>
                </a:lnTo>
                <a:close/>
              </a:path>
              <a:path extrusionOk="0" h="4699000" w="4711700">
                <a:moveTo>
                  <a:pt x="2601128" y="0"/>
                </a:moveTo>
                <a:lnTo>
                  <a:pt x="2110559" y="0"/>
                </a:lnTo>
                <a:lnTo>
                  <a:pt x="2066130" y="12700"/>
                </a:lnTo>
                <a:lnTo>
                  <a:pt x="2645557" y="12700"/>
                </a:lnTo>
                <a:lnTo>
                  <a:pt x="2601128" y="0"/>
                </a:lnTo>
                <a:close/>
              </a:path>
            </a:pathLst>
          </a:custGeom>
          <a:solidFill>
            <a:srgbClr val="F2E642">
              <a:alpha val="7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" name="Google Shape;60;p2"/>
          <p:cNvSpPr txBox="1"/>
          <p:nvPr/>
        </p:nvSpPr>
        <p:spPr>
          <a:xfrm>
            <a:off x="10316198" y="7592275"/>
            <a:ext cx="30669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EXPANDABILITY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" name="Google Shape;61;p2"/>
          <p:cNvGrpSpPr/>
          <p:nvPr/>
        </p:nvGrpSpPr>
        <p:grpSpPr>
          <a:xfrm>
            <a:off x="774933" y="8867764"/>
            <a:ext cx="4594225" cy="1696720"/>
            <a:chOff x="774933" y="8867764"/>
            <a:chExt cx="4594225" cy="1696720"/>
          </a:xfrm>
        </p:grpSpPr>
        <p:sp>
          <p:nvSpPr>
            <p:cNvPr id="62" name="Google Shape;62;p2"/>
            <p:cNvSpPr/>
            <p:nvPr/>
          </p:nvSpPr>
          <p:spPr>
            <a:xfrm>
              <a:off x="774933" y="8867764"/>
              <a:ext cx="4594225" cy="1696720"/>
            </a:xfrm>
            <a:custGeom>
              <a:rect b="b" l="l" r="r" t="t"/>
              <a:pathLst>
                <a:path extrusionOk="0" h="1696720" w="4594225">
                  <a:moveTo>
                    <a:pt x="4594063" y="0"/>
                  </a:moveTo>
                  <a:lnTo>
                    <a:pt x="0" y="0"/>
                  </a:lnTo>
                  <a:lnTo>
                    <a:pt x="0" y="1696283"/>
                  </a:lnTo>
                  <a:lnTo>
                    <a:pt x="4594063" y="1696283"/>
                  </a:lnTo>
                  <a:lnTo>
                    <a:pt x="4594063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3" name="Google Shape;6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36705" y="9166021"/>
              <a:ext cx="272243" cy="2722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2"/>
          <p:cNvSpPr txBox="1"/>
          <p:nvPr/>
        </p:nvSpPr>
        <p:spPr>
          <a:xfrm>
            <a:off x="774933" y="8867764"/>
            <a:ext cx="4594225" cy="16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1775">
            <a:spAutoFit/>
          </a:bodyPr>
          <a:lstStyle/>
          <a:p>
            <a:pPr indent="0" lvl="0" marL="7848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 project is never done!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78486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 need to be able to easily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78486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change it in the future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2"/>
          <p:cNvGrpSpPr/>
          <p:nvPr/>
        </p:nvGrpSpPr>
        <p:grpSpPr>
          <a:xfrm>
            <a:off x="13871452" y="9069329"/>
            <a:ext cx="4396740" cy="1293495"/>
            <a:chOff x="13871452" y="9069329"/>
            <a:chExt cx="4396740" cy="1293495"/>
          </a:xfrm>
        </p:grpSpPr>
        <p:sp>
          <p:nvSpPr>
            <p:cNvPr id="66" name="Google Shape;66;p2"/>
            <p:cNvSpPr/>
            <p:nvPr/>
          </p:nvSpPr>
          <p:spPr>
            <a:xfrm>
              <a:off x="13871452" y="9069329"/>
              <a:ext cx="4396740" cy="1293495"/>
            </a:xfrm>
            <a:custGeom>
              <a:rect b="b" l="l" r="r" t="t"/>
              <a:pathLst>
                <a:path extrusionOk="0" h="1293495" w="4396740">
                  <a:moveTo>
                    <a:pt x="4396189" y="0"/>
                  </a:moveTo>
                  <a:lnTo>
                    <a:pt x="0" y="0"/>
                  </a:lnTo>
                  <a:lnTo>
                    <a:pt x="0" y="1293154"/>
                  </a:lnTo>
                  <a:lnTo>
                    <a:pt x="4396189" y="1293154"/>
                  </a:lnTo>
                  <a:lnTo>
                    <a:pt x="4396189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67" name="Google Shape;6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133224" y="9367585"/>
              <a:ext cx="272243" cy="2722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2"/>
          <p:cNvSpPr txBox="1"/>
          <p:nvPr/>
        </p:nvSpPr>
        <p:spPr>
          <a:xfrm>
            <a:off x="13871452" y="9069329"/>
            <a:ext cx="4396740" cy="1293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4450">
            <a:spAutoFit/>
          </a:bodyPr>
          <a:lstStyle/>
          <a:p>
            <a:pPr indent="0" lvl="0" marL="784860" marR="266700" rtl="0" algn="l">
              <a:lnSpc>
                <a:spcPct val="120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 also need to be able to easily </a:t>
            </a: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add new features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2"/>
          <p:cNvGrpSpPr/>
          <p:nvPr/>
        </p:nvGrpSpPr>
        <p:grpSpPr>
          <a:xfrm>
            <a:off x="2756100" y="2128906"/>
            <a:ext cx="4396740" cy="1696720"/>
            <a:chOff x="2756100" y="2128906"/>
            <a:chExt cx="4396740" cy="1696720"/>
          </a:xfrm>
        </p:grpSpPr>
        <p:sp>
          <p:nvSpPr>
            <p:cNvPr id="70" name="Google Shape;70;p2"/>
            <p:cNvSpPr/>
            <p:nvPr/>
          </p:nvSpPr>
          <p:spPr>
            <a:xfrm>
              <a:off x="2756100" y="2128906"/>
              <a:ext cx="4396740" cy="1696720"/>
            </a:xfrm>
            <a:custGeom>
              <a:rect b="b" l="l" r="r" t="t"/>
              <a:pathLst>
                <a:path extrusionOk="0" h="1696720" w="4396740">
                  <a:moveTo>
                    <a:pt x="4396189" y="0"/>
                  </a:moveTo>
                  <a:lnTo>
                    <a:pt x="0" y="0"/>
                  </a:lnTo>
                  <a:lnTo>
                    <a:pt x="0" y="1696283"/>
                  </a:lnTo>
                  <a:lnTo>
                    <a:pt x="4396189" y="1696283"/>
                  </a:lnTo>
                  <a:lnTo>
                    <a:pt x="4396189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1" name="Google Shape;7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17872" y="2427162"/>
              <a:ext cx="272243" cy="2722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2"/>
          <p:cNvSpPr txBox="1"/>
          <p:nvPr/>
        </p:nvSpPr>
        <p:spPr>
          <a:xfrm>
            <a:off x="2756100" y="2128906"/>
            <a:ext cx="4396740" cy="169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4450">
            <a:spAutoFit/>
          </a:bodyPr>
          <a:lstStyle/>
          <a:p>
            <a:pPr indent="0" lvl="0" marL="784860" marR="254634" rtl="0" algn="l">
              <a:lnSpc>
                <a:spcPct val="120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Like a house, software needs a structure: the way we </a:t>
            </a: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organize our code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2"/>
          <p:cNvGrpSpPr/>
          <p:nvPr/>
        </p:nvGrpSpPr>
        <p:grpSpPr>
          <a:xfrm>
            <a:off x="9706895" y="2504904"/>
            <a:ext cx="8744078" cy="5661335"/>
            <a:chOff x="9706895" y="2504904"/>
            <a:chExt cx="8744078" cy="5661335"/>
          </a:xfrm>
        </p:grpSpPr>
        <p:sp>
          <p:nvSpPr>
            <p:cNvPr id="74" name="Google Shape;74;p2"/>
            <p:cNvSpPr/>
            <p:nvPr/>
          </p:nvSpPr>
          <p:spPr>
            <a:xfrm>
              <a:off x="9811936" y="2504904"/>
              <a:ext cx="4505325" cy="4030345"/>
            </a:xfrm>
            <a:custGeom>
              <a:rect b="b" l="l" r="r" t="t"/>
              <a:pathLst>
                <a:path extrusionOk="0" h="4030345" w="4505325">
                  <a:moveTo>
                    <a:pt x="0" y="4030138"/>
                  </a:moveTo>
                  <a:lnTo>
                    <a:pt x="33321" y="3948976"/>
                  </a:lnTo>
                  <a:lnTo>
                    <a:pt x="55199" y="3897315"/>
                  </a:lnTo>
                  <a:lnTo>
                    <a:pt x="77283" y="3845982"/>
                  </a:lnTo>
                  <a:lnTo>
                    <a:pt x="99572" y="3794976"/>
                  </a:lnTo>
                  <a:lnTo>
                    <a:pt x="122067" y="3744298"/>
                  </a:lnTo>
                  <a:lnTo>
                    <a:pt x="144767" y="3693948"/>
                  </a:lnTo>
                  <a:lnTo>
                    <a:pt x="167673" y="3643926"/>
                  </a:lnTo>
                  <a:lnTo>
                    <a:pt x="190785" y="3594231"/>
                  </a:lnTo>
                  <a:lnTo>
                    <a:pt x="214103" y="3544864"/>
                  </a:lnTo>
                  <a:lnTo>
                    <a:pt x="237626" y="3495825"/>
                  </a:lnTo>
                  <a:lnTo>
                    <a:pt x="261354" y="3447113"/>
                  </a:lnTo>
                  <a:lnTo>
                    <a:pt x="285289" y="3398730"/>
                  </a:lnTo>
                  <a:lnTo>
                    <a:pt x="309428" y="3350673"/>
                  </a:lnTo>
                  <a:lnTo>
                    <a:pt x="333774" y="3302945"/>
                  </a:lnTo>
                  <a:lnTo>
                    <a:pt x="358325" y="3255544"/>
                  </a:lnTo>
                  <a:lnTo>
                    <a:pt x="383082" y="3208471"/>
                  </a:lnTo>
                  <a:lnTo>
                    <a:pt x="408045" y="3161726"/>
                  </a:lnTo>
                  <a:lnTo>
                    <a:pt x="433213" y="3115309"/>
                  </a:lnTo>
                  <a:lnTo>
                    <a:pt x="458587" y="3069219"/>
                  </a:lnTo>
                  <a:lnTo>
                    <a:pt x="484166" y="3023457"/>
                  </a:lnTo>
                  <a:lnTo>
                    <a:pt x="509951" y="2978022"/>
                  </a:lnTo>
                  <a:lnTo>
                    <a:pt x="535942" y="2932916"/>
                  </a:lnTo>
                  <a:lnTo>
                    <a:pt x="562138" y="2888137"/>
                  </a:lnTo>
                  <a:lnTo>
                    <a:pt x="588540" y="2843686"/>
                  </a:lnTo>
                  <a:lnTo>
                    <a:pt x="615148" y="2799562"/>
                  </a:lnTo>
                  <a:lnTo>
                    <a:pt x="641961" y="2755766"/>
                  </a:lnTo>
                  <a:lnTo>
                    <a:pt x="668980" y="2712298"/>
                  </a:lnTo>
                  <a:lnTo>
                    <a:pt x="696205" y="2669158"/>
                  </a:lnTo>
                  <a:lnTo>
                    <a:pt x="723635" y="2626345"/>
                  </a:lnTo>
                  <a:lnTo>
                    <a:pt x="751271" y="2583860"/>
                  </a:lnTo>
                  <a:lnTo>
                    <a:pt x="779112" y="2541703"/>
                  </a:lnTo>
                  <a:lnTo>
                    <a:pt x="807159" y="2499873"/>
                  </a:lnTo>
                  <a:lnTo>
                    <a:pt x="835412" y="2458371"/>
                  </a:lnTo>
                  <a:lnTo>
                    <a:pt x="863871" y="2417197"/>
                  </a:lnTo>
                  <a:lnTo>
                    <a:pt x="892535" y="2376351"/>
                  </a:lnTo>
                  <a:lnTo>
                    <a:pt x="921404" y="2335832"/>
                  </a:lnTo>
                  <a:lnTo>
                    <a:pt x="950480" y="2295641"/>
                  </a:lnTo>
                  <a:lnTo>
                    <a:pt x="979761" y="2255778"/>
                  </a:lnTo>
                  <a:lnTo>
                    <a:pt x="1009248" y="2216242"/>
                  </a:lnTo>
                  <a:lnTo>
                    <a:pt x="1038940" y="2177035"/>
                  </a:lnTo>
                  <a:lnTo>
                    <a:pt x="1068838" y="2138154"/>
                  </a:lnTo>
                  <a:lnTo>
                    <a:pt x="1098941" y="2099602"/>
                  </a:lnTo>
                  <a:lnTo>
                    <a:pt x="1129251" y="2061377"/>
                  </a:lnTo>
                  <a:lnTo>
                    <a:pt x="1159765" y="2023480"/>
                  </a:lnTo>
                  <a:lnTo>
                    <a:pt x="1190486" y="1985911"/>
                  </a:lnTo>
                  <a:lnTo>
                    <a:pt x="1221412" y="1948670"/>
                  </a:lnTo>
                  <a:lnTo>
                    <a:pt x="1252544" y="1911756"/>
                  </a:lnTo>
                  <a:lnTo>
                    <a:pt x="1283881" y="1875169"/>
                  </a:lnTo>
                  <a:lnTo>
                    <a:pt x="1315424" y="1838911"/>
                  </a:lnTo>
                  <a:lnTo>
                    <a:pt x="1347173" y="1802980"/>
                  </a:lnTo>
                  <a:lnTo>
                    <a:pt x="1379128" y="1767377"/>
                  </a:lnTo>
                  <a:lnTo>
                    <a:pt x="1411288" y="1732102"/>
                  </a:lnTo>
                  <a:lnTo>
                    <a:pt x="1443653" y="1697154"/>
                  </a:lnTo>
                  <a:lnTo>
                    <a:pt x="1476225" y="1662534"/>
                  </a:lnTo>
                  <a:lnTo>
                    <a:pt x="1509002" y="1628242"/>
                  </a:lnTo>
                  <a:lnTo>
                    <a:pt x="1541984" y="1594278"/>
                  </a:lnTo>
                  <a:lnTo>
                    <a:pt x="1575172" y="1560641"/>
                  </a:lnTo>
                  <a:lnTo>
                    <a:pt x="1608566" y="1527332"/>
                  </a:lnTo>
                  <a:lnTo>
                    <a:pt x="1642166" y="1494351"/>
                  </a:lnTo>
                  <a:lnTo>
                    <a:pt x="1675971" y="1461697"/>
                  </a:lnTo>
                  <a:lnTo>
                    <a:pt x="1709982" y="1429371"/>
                  </a:lnTo>
                  <a:lnTo>
                    <a:pt x="1744198" y="1397373"/>
                  </a:lnTo>
                  <a:lnTo>
                    <a:pt x="1778620" y="1365702"/>
                  </a:lnTo>
                  <a:lnTo>
                    <a:pt x="1813248" y="1334359"/>
                  </a:lnTo>
                  <a:lnTo>
                    <a:pt x="1848082" y="1303344"/>
                  </a:lnTo>
                  <a:lnTo>
                    <a:pt x="1883121" y="1272657"/>
                  </a:lnTo>
                  <a:lnTo>
                    <a:pt x="1918365" y="1242297"/>
                  </a:lnTo>
                  <a:lnTo>
                    <a:pt x="1953816" y="1212265"/>
                  </a:lnTo>
                  <a:lnTo>
                    <a:pt x="1989472" y="1182561"/>
                  </a:lnTo>
                  <a:lnTo>
                    <a:pt x="2025333" y="1153184"/>
                  </a:lnTo>
                  <a:lnTo>
                    <a:pt x="2061401" y="1124135"/>
                  </a:lnTo>
                  <a:lnTo>
                    <a:pt x="2097674" y="1095414"/>
                  </a:lnTo>
                  <a:lnTo>
                    <a:pt x="2134152" y="1067021"/>
                  </a:lnTo>
                  <a:lnTo>
                    <a:pt x="2170836" y="1038955"/>
                  </a:lnTo>
                  <a:lnTo>
                    <a:pt x="2207726" y="1011217"/>
                  </a:lnTo>
                  <a:lnTo>
                    <a:pt x="2244822" y="983807"/>
                  </a:lnTo>
                  <a:lnTo>
                    <a:pt x="2282123" y="956724"/>
                  </a:lnTo>
                  <a:lnTo>
                    <a:pt x="2319630" y="929969"/>
                  </a:lnTo>
                  <a:lnTo>
                    <a:pt x="2357342" y="903542"/>
                  </a:lnTo>
                  <a:lnTo>
                    <a:pt x="2395260" y="877442"/>
                  </a:lnTo>
                  <a:lnTo>
                    <a:pt x="2433384" y="851670"/>
                  </a:lnTo>
                  <a:lnTo>
                    <a:pt x="2471713" y="826226"/>
                  </a:lnTo>
                  <a:lnTo>
                    <a:pt x="2510248" y="801110"/>
                  </a:lnTo>
                  <a:lnTo>
                    <a:pt x="2548989" y="776321"/>
                  </a:lnTo>
                  <a:lnTo>
                    <a:pt x="2587935" y="751860"/>
                  </a:lnTo>
                  <a:lnTo>
                    <a:pt x="2627087" y="727727"/>
                  </a:lnTo>
                  <a:lnTo>
                    <a:pt x="2666445" y="703921"/>
                  </a:lnTo>
                  <a:lnTo>
                    <a:pt x="2706008" y="680443"/>
                  </a:lnTo>
                  <a:lnTo>
                    <a:pt x="2745777" y="657293"/>
                  </a:lnTo>
                  <a:lnTo>
                    <a:pt x="2785752" y="634471"/>
                  </a:lnTo>
                  <a:lnTo>
                    <a:pt x="2825932" y="611976"/>
                  </a:lnTo>
                  <a:lnTo>
                    <a:pt x="2866318" y="589809"/>
                  </a:lnTo>
                  <a:lnTo>
                    <a:pt x="2906909" y="567969"/>
                  </a:lnTo>
                  <a:lnTo>
                    <a:pt x="2947706" y="546458"/>
                  </a:lnTo>
                  <a:lnTo>
                    <a:pt x="2988709" y="525274"/>
                  </a:lnTo>
                  <a:lnTo>
                    <a:pt x="3029918" y="504417"/>
                  </a:lnTo>
                  <a:lnTo>
                    <a:pt x="3071332" y="483889"/>
                  </a:lnTo>
                  <a:lnTo>
                    <a:pt x="3112951" y="463688"/>
                  </a:lnTo>
                  <a:lnTo>
                    <a:pt x="3154777" y="443815"/>
                  </a:lnTo>
                  <a:lnTo>
                    <a:pt x="3196808" y="424269"/>
                  </a:lnTo>
                  <a:lnTo>
                    <a:pt x="3239045" y="405051"/>
                  </a:lnTo>
                  <a:lnTo>
                    <a:pt x="3281487" y="386161"/>
                  </a:lnTo>
                  <a:lnTo>
                    <a:pt x="3324135" y="367599"/>
                  </a:lnTo>
                  <a:lnTo>
                    <a:pt x="3366989" y="349364"/>
                  </a:lnTo>
                  <a:lnTo>
                    <a:pt x="3410048" y="331457"/>
                  </a:lnTo>
                  <a:lnTo>
                    <a:pt x="3453313" y="313878"/>
                  </a:lnTo>
                  <a:lnTo>
                    <a:pt x="3496783" y="296626"/>
                  </a:lnTo>
                  <a:lnTo>
                    <a:pt x="3540460" y="279703"/>
                  </a:lnTo>
                  <a:lnTo>
                    <a:pt x="3584341" y="263106"/>
                  </a:lnTo>
                  <a:lnTo>
                    <a:pt x="3628429" y="246838"/>
                  </a:lnTo>
                  <a:lnTo>
                    <a:pt x="3672722" y="230897"/>
                  </a:lnTo>
                  <a:lnTo>
                    <a:pt x="3717221" y="215284"/>
                  </a:lnTo>
                  <a:lnTo>
                    <a:pt x="3761925" y="199999"/>
                  </a:lnTo>
                  <a:lnTo>
                    <a:pt x="3806835" y="185041"/>
                  </a:lnTo>
                  <a:lnTo>
                    <a:pt x="3851951" y="170411"/>
                  </a:lnTo>
                  <a:lnTo>
                    <a:pt x="3897273" y="156109"/>
                  </a:lnTo>
                  <a:lnTo>
                    <a:pt x="3942800" y="142134"/>
                  </a:lnTo>
                  <a:lnTo>
                    <a:pt x="3988532" y="128487"/>
                  </a:lnTo>
                  <a:lnTo>
                    <a:pt x="4034471" y="115168"/>
                  </a:lnTo>
                  <a:lnTo>
                    <a:pt x="4080615" y="102177"/>
                  </a:lnTo>
                  <a:lnTo>
                    <a:pt x="4126964" y="89513"/>
                  </a:lnTo>
                  <a:lnTo>
                    <a:pt x="4173520" y="77177"/>
                  </a:lnTo>
                  <a:lnTo>
                    <a:pt x="4220281" y="65168"/>
                  </a:lnTo>
                  <a:lnTo>
                    <a:pt x="4267247" y="53488"/>
                  </a:lnTo>
                  <a:lnTo>
                    <a:pt x="4314419" y="42135"/>
                  </a:lnTo>
                  <a:lnTo>
                    <a:pt x="4361797" y="31109"/>
                  </a:lnTo>
                  <a:lnTo>
                    <a:pt x="4409381" y="20412"/>
                  </a:lnTo>
                  <a:lnTo>
                    <a:pt x="4457170" y="10042"/>
                  </a:lnTo>
                  <a:lnTo>
                    <a:pt x="4505165" y="0"/>
                  </a:lnTo>
                </a:path>
              </a:pathLst>
            </a:custGeom>
            <a:noFill/>
            <a:ln cap="flat" cmpd="sng" w="6282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9706895" y="6459271"/>
              <a:ext cx="233679" cy="280035"/>
            </a:xfrm>
            <a:custGeom>
              <a:rect b="b" l="l" r="r" t="t"/>
              <a:pathLst>
                <a:path extrusionOk="0" h="280034" w="233679">
                  <a:moveTo>
                    <a:pt x="0" y="0"/>
                  </a:moveTo>
                  <a:lnTo>
                    <a:pt x="23492" y="279979"/>
                  </a:lnTo>
                  <a:lnTo>
                    <a:pt x="233380" y="93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6" name="Google Shape;7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620905" y="3594390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620905" y="4865556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620905" y="6562887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714484" y="7460242"/>
              <a:ext cx="999288" cy="7059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667995" y="7571775"/>
              <a:ext cx="480285" cy="5101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349168" y="7571775"/>
              <a:ext cx="514554" cy="5145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8022718" y="7555790"/>
              <a:ext cx="428255" cy="5156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" name="Google Shape;83;p2"/>
          <p:cNvSpPr txBox="1"/>
          <p:nvPr/>
        </p:nvSpPr>
        <p:spPr>
          <a:xfrm>
            <a:off x="14608206" y="2254415"/>
            <a:ext cx="3304540" cy="389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The perfect architecture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15131749" y="3483521"/>
            <a:ext cx="3707765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 can create our own architecture (Mapty project)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5131749" y="4754688"/>
            <a:ext cx="3978275" cy="130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just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 can use a well-established architecture pattern like MVC, MVP, Flux, etc. (</a:t>
            </a: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this project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15131749" y="6452018"/>
            <a:ext cx="4124325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 can use a framework like React, Angular, Vue, Svelte, etc.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 txBox="1"/>
          <p:nvPr>
            <p:ph type="title"/>
          </p:nvPr>
        </p:nvSpPr>
        <p:spPr>
          <a:xfrm>
            <a:off x="603308" y="259543"/>
            <a:ext cx="131063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COMPONENTS OF	ANY ARCHITECTURE</a:t>
            </a:r>
            <a:endParaRPr/>
          </a:p>
        </p:txBody>
      </p:sp>
      <p:sp>
        <p:nvSpPr>
          <p:cNvPr id="93" name="Google Shape;93;p3"/>
          <p:cNvSpPr txBox="1"/>
          <p:nvPr/>
        </p:nvSpPr>
        <p:spPr>
          <a:xfrm>
            <a:off x="8285585" y="2632987"/>
            <a:ext cx="3533140" cy="1574800"/>
          </a:xfrm>
          <a:prstGeom prst="rect">
            <a:avLst/>
          </a:prstGeom>
          <a:solidFill>
            <a:srgbClr val="F4DA1E"/>
          </a:solidFill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97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HTTP LIBRARY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625521" y="2632987"/>
            <a:ext cx="3533140" cy="1574800"/>
          </a:xfrm>
          <a:prstGeom prst="rect">
            <a:avLst/>
          </a:prstGeom>
          <a:solidFill>
            <a:srgbClr val="F3E96E"/>
          </a:solidFill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32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BUSINESS LOGIC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12115620" y="2632987"/>
            <a:ext cx="3533140" cy="1574800"/>
          </a:xfrm>
          <a:prstGeom prst="rect">
            <a:avLst/>
          </a:prstGeom>
          <a:solidFill>
            <a:srgbClr val="F7D019"/>
          </a:solidFill>
          <a:ln>
            <a:noFill/>
          </a:ln>
        </p:spPr>
        <p:txBody>
          <a:bodyPr anchorCtr="0" anchor="t" bIns="0" lIns="0" spcFirstLastPara="1" rIns="0" wrap="square" tIns="353675">
            <a:spAutoFit/>
          </a:bodyPr>
          <a:lstStyle/>
          <a:p>
            <a:pPr indent="-758190" lvl="0" marL="1054100" marR="288925" rtl="0" algn="l">
              <a:lnSpc>
                <a:spcPct val="10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APPLICATION LOGIC (ROUTER)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15909348" y="2632987"/>
            <a:ext cx="3533140" cy="1574800"/>
          </a:xfrm>
          <a:prstGeom prst="rect">
            <a:avLst/>
          </a:prstGeom>
          <a:solidFill>
            <a:srgbClr val="F8C500"/>
          </a:solidFill>
          <a:ln>
            <a:noFill/>
          </a:ln>
        </p:spPr>
        <p:txBody>
          <a:bodyPr anchorCtr="0" anchor="t" bIns="0" lIns="0" spcFirstLastPara="1" rIns="0" wrap="square" tIns="353675">
            <a:spAutoFit/>
          </a:bodyPr>
          <a:lstStyle/>
          <a:p>
            <a:pPr indent="-829943" lvl="0" marL="983614" marR="146050" rtl="0" algn="l">
              <a:lnSpc>
                <a:spcPct val="10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PRESENTATION LOGIC (UI LAYER)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4455552" y="2632987"/>
            <a:ext cx="3533140" cy="1574800"/>
          </a:xfrm>
          <a:prstGeom prst="rect">
            <a:avLst/>
          </a:prstGeom>
          <a:solidFill>
            <a:srgbClr val="F4DA1E">
              <a:alpha val="84705"/>
            </a:srgbClr>
          </a:solidFill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3"/>
          <p:cNvGrpSpPr/>
          <p:nvPr/>
        </p:nvGrpSpPr>
        <p:grpSpPr>
          <a:xfrm>
            <a:off x="625521" y="4343636"/>
            <a:ext cx="3533140" cy="5484495"/>
            <a:chOff x="625521" y="4343636"/>
            <a:chExt cx="3533140" cy="5484495"/>
          </a:xfrm>
        </p:grpSpPr>
        <p:sp>
          <p:nvSpPr>
            <p:cNvPr id="99" name="Google Shape;99;p3"/>
            <p:cNvSpPr/>
            <p:nvPr/>
          </p:nvSpPr>
          <p:spPr>
            <a:xfrm>
              <a:off x="625521" y="4343636"/>
              <a:ext cx="3533140" cy="5484495"/>
            </a:xfrm>
            <a:custGeom>
              <a:rect b="b" l="l" r="r" t="t"/>
              <a:pathLst>
                <a:path extrusionOk="0" h="5484495" w="3533140">
                  <a:moveTo>
                    <a:pt x="3532930" y="0"/>
                  </a:moveTo>
                  <a:lnTo>
                    <a:pt x="0" y="0"/>
                  </a:lnTo>
                  <a:lnTo>
                    <a:pt x="0" y="5483994"/>
                  </a:lnTo>
                  <a:lnTo>
                    <a:pt x="3532930" y="5483994"/>
                  </a:lnTo>
                  <a:lnTo>
                    <a:pt x="3532930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0" name="Google Shape;100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8229" y="4776607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8229" y="6181800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8229" y="7586993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3"/>
          <p:cNvSpPr txBox="1"/>
          <p:nvPr/>
        </p:nvSpPr>
        <p:spPr>
          <a:xfrm>
            <a:off x="625521" y="4343636"/>
            <a:ext cx="3533140" cy="5484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53745" marR="38989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Code that </a:t>
            </a: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solves the actual business problem</a:t>
            </a: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753745" marR="331470" rtl="0" algn="l">
              <a:lnSpc>
                <a:spcPct val="119500"/>
              </a:lnSpc>
              <a:spcBef>
                <a:spcPts val="1814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Directly related to what business does and what it needs;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753745" marR="381635" rtl="0" algn="l">
              <a:lnSpc>
                <a:spcPct val="119500"/>
              </a:lnSpc>
              <a:spcBef>
                <a:spcPts val="1814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sending messages, storing transactions, calculating taxes, …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2115620" y="4343636"/>
            <a:ext cx="3533140" cy="5484495"/>
            <a:chOff x="12115620" y="4343636"/>
            <a:chExt cx="3533140" cy="5484495"/>
          </a:xfrm>
        </p:grpSpPr>
        <p:sp>
          <p:nvSpPr>
            <p:cNvPr id="105" name="Google Shape;105;p3"/>
            <p:cNvSpPr/>
            <p:nvPr/>
          </p:nvSpPr>
          <p:spPr>
            <a:xfrm>
              <a:off x="12115620" y="4343636"/>
              <a:ext cx="3533140" cy="5484495"/>
            </a:xfrm>
            <a:custGeom>
              <a:rect b="b" l="l" r="r" t="t"/>
              <a:pathLst>
                <a:path extrusionOk="0" h="5484495" w="3533140">
                  <a:moveTo>
                    <a:pt x="3532930" y="0"/>
                  </a:moveTo>
                  <a:lnTo>
                    <a:pt x="0" y="0"/>
                  </a:lnTo>
                  <a:lnTo>
                    <a:pt x="0" y="5483994"/>
                  </a:lnTo>
                  <a:lnTo>
                    <a:pt x="3532930" y="5483994"/>
                  </a:lnTo>
                  <a:lnTo>
                    <a:pt x="3532930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6" name="Google Shape;106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398324" y="4776607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398324" y="6573411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" name="Google Shape;108;p3"/>
          <p:cNvSpPr txBox="1"/>
          <p:nvPr/>
        </p:nvSpPr>
        <p:spPr>
          <a:xfrm>
            <a:off x="12856813" y="4669385"/>
            <a:ext cx="2465705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Code that is only concerned about the </a:t>
            </a: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implementation of application itself</a:t>
            </a: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84455" rtl="0" algn="l">
              <a:lnSpc>
                <a:spcPct val="119500"/>
              </a:lnSpc>
              <a:spcBef>
                <a:spcPts val="1814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Handles navigation and UI events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5909348" y="4343636"/>
            <a:ext cx="3533140" cy="5484495"/>
            <a:chOff x="15909348" y="4343636"/>
            <a:chExt cx="3533140" cy="5484495"/>
          </a:xfrm>
        </p:grpSpPr>
        <p:sp>
          <p:nvSpPr>
            <p:cNvPr id="110" name="Google Shape;110;p3"/>
            <p:cNvSpPr/>
            <p:nvPr/>
          </p:nvSpPr>
          <p:spPr>
            <a:xfrm>
              <a:off x="15909348" y="4343636"/>
              <a:ext cx="3533140" cy="5484495"/>
            </a:xfrm>
            <a:custGeom>
              <a:rect b="b" l="l" r="r" t="t"/>
              <a:pathLst>
                <a:path extrusionOk="0" h="5484495" w="3533140">
                  <a:moveTo>
                    <a:pt x="3532930" y="0"/>
                  </a:moveTo>
                  <a:lnTo>
                    <a:pt x="0" y="0"/>
                  </a:lnTo>
                  <a:lnTo>
                    <a:pt x="0" y="5483994"/>
                  </a:lnTo>
                  <a:lnTo>
                    <a:pt x="3532930" y="5483994"/>
                  </a:lnTo>
                  <a:lnTo>
                    <a:pt x="3532930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11" name="Google Shape;111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192062" y="4776607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192062" y="6573411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3"/>
          <p:cNvSpPr txBox="1"/>
          <p:nvPr/>
        </p:nvSpPr>
        <p:spPr>
          <a:xfrm>
            <a:off x="16650551" y="4669385"/>
            <a:ext cx="243840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83845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Code that is concerned about the </a:t>
            </a: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visible part </a:t>
            </a: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of the application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19500"/>
              </a:lnSpc>
              <a:spcBef>
                <a:spcPts val="1814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Essentially displays application state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4" name="Google Shape;114;p3"/>
          <p:cNvGrpSpPr/>
          <p:nvPr/>
        </p:nvGrpSpPr>
        <p:grpSpPr>
          <a:xfrm>
            <a:off x="8285585" y="4343636"/>
            <a:ext cx="3533140" cy="5484495"/>
            <a:chOff x="8285585" y="4343636"/>
            <a:chExt cx="3533140" cy="5484495"/>
          </a:xfrm>
        </p:grpSpPr>
        <p:sp>
          <p:nvSpPr>
            <p:cNvPr id="115" name="Google Shape;115;p3"/>
            <p:cNvSpPr/>
            <p:nvPr/>
          </p:nvSpPr>
          <p:spPr>
            <a:xfrm>
              <a:off x="8285585" y="4343636"/>
              <a:ext cx="3533140" cy="5484495"/>
            </a:xfrm>
            <a:custGeom>
              <a:rect b="b" l="l" r="r" t="t"/>
              <a:pathLst>
                <a:path extrusionOk="0" h="5484495" w="3533140">
                  <a:moveTo>
                    <a:pt x="3532930" y="0"/>
                  </a:moveTo>
                  <a:lnTo>
                    <a:pt x="0" y="0"/>
                  </a:lnTo>
                  <a:lnTo>
                    <a:pt x="0" y="5483994"/>
                  </a:lnTo>
                  <a:lnTo>
                    <a:pt x="3532930" y="5483994"/>
                  </a:lnTo>
                  <a:lnTo>
                    <a:pt x="3532930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16" name="Google Shape;116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68294" y="4776607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68294" y="6573411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3"/>
          <p:cNvSpPr txBox="1"/>
          <p:nvPr/>
        </p:nvSpPr>
        <p:spPr>
          <a:xfrm>
            <a:off x="9026783" y="4669385"/>
            <a:ext cx="2489835" cy="2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4991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Responsible for making and receiving AJAX requests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just">
              <a:lnSpc>
                <a:spcPct val="119500"/>
              </a:lnSpc>
              <a:spcBef>
                <a:spcPts val="1814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Optional but almost always necessary in real-world apps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3"/>
          <p:cNvGrpSpPr/>
          <p:nvPr/>
        </p:nvGrpSpPr>
        <p:grpSpPr>
          <a:xfrm>
            <a:off x="4455553" y="4343636"/>
            <a:ext cx="3533140" cy="5484495"/>
            <a:chOff x="4455553" y="4343636"/>
            <a:chExt cx="3533140" cy="5484495"/>
          </a:xfrm>
        </p:grpSpPr>
        <p:sp>
          <p:nvSpPr>
            <p:cNvPr id="120" name="Google Shape;120;p3"/>
            <p:cNvSpPr/>
            <p:nvPr/>
          </p:nvSpPr>
          <p:spPr>
            <a:xfrm>
              <a:off x="4455553" y="4343636"/>
              <a:ext cx="3533140" cy="5484495"/>
            </a:xfrm>
            <a:custGeom>
              <a:rect b="b" l="l" r="r" t="t"/>
              <a:pathLst>
                <a:path extrusionOk="0" h="5484495" w="3533140">
                  <a:moveTo>
                    <a:pt x="3532930" y="0"/>
                  </a:moveTo>
                  <a:lnTo>
                    <a:pt x="0" y="0"/>
                  </a:lnTo>
                  <a:lnTo>
                    <a:pt x="0" y="5483994"/>
                  </a:lnTo>
                  <a:lnTo>
                    <a:pt x="3532930" y="5483994"/>
                  </a:lnTo>
                  <a:lnTo>
                    <a:pt x="3532930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21" name="Google Shape;121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38261" y="4776607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38261" y="6181800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38261" y="7586993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38261" y="8600575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5" name="Google Shape;125;p3"/>
          <p:cNvSpPr txBox="1"/>
          <p:nvPr/>
        </p:nvSpPr>
        <p:spPr>
          <a:xfrm>
            <a:off x="5196751" y="4669385"/>
            <a:ext cx="2439035" cy="4241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52095" rtl="0" algn="just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Essentially </a:t>
            </a: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stores all the data </a:t>
            </a: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about the application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382905" rtl="0" algn="l">
              <a:lnSpc>
                <a:spcPct val="119500"/>
              </a:lnSpc>
              <a:spcBef>
                <a:spcPts val="1814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Should be the “single source of truth”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19500"/>
              </a:lnSpc>
              <a:spcBef>
                <a:spcPts val="1814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UI should be kept in sync with the state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31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State libraries exist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3"/>
          <p:cNvGrpSpPr/>
          <p:nvPr/>
        </p:nvGrpSpPr>
        <p:grpSpPr>
          <a:xfrm>
            <a:off x="5662605" y="7395711"/>
            <a:ext cx="11207770" cy="2144324"/>
            <a:chOff x="5662605" y="7395711"/>
            <a:chExt cx="11207770" cy="2144324"/>
          </a:xfrm>
        </p:grpSpPr>
        <p:pic>
          <p:nvPicPr>
            <p:cNvPr id="127" name="Google Shape;1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62605" y="9059658"/>
              <a:ext cx="498810" cy="4803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352302" y="9079470"/>
              <a:ext cx="439597" cy="4395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3"/>
            <p:cNvSpPr/>
            <p:nvPr/>
          </p:nvSpPr>
          <p:spPr>
            <a:xfrm>
              <a:off x="7831098" y="7496511"/>
              <a:ext cx="8881745" cy="1528445"/>
            </a:xfrm>
            <a:custGeom>
              <a:rect b="b" l="l" r="r" t="t"/>
              <a:pathLst>
                <a:path extrusionOk="0" h="1528445" w="8881744">
                  <a:moveTo>
                    <a:pt x="8881184" y="0"/>
                  </a:moveTo>
                  <a:lnTo>
                    <a:pt x="8814070" y="42134"/>
                  </a:lnTo>
                  <a:lnTo>
                    <a:pt x="8769010" y="69927"/>
                  </a:lnTo>
                  <a:lnTo>
                    <a:pt x="8723935" y="97458"/>
                  </a:lnTo>
                  <a:lnTo>
                    <a:pt x="8678844" y="124727"/>
                  </a:lnTo>
                  <a:lnTo>
                    <a:pt x="8633738" y="151733"/>
                  </a:lnTo>
                  <a:lnTo>
                    <a:pt x="8588616" y="178477"/>
                  </a:lnTo>
                  <a:lnTo>
                    <a:pt x="8543479" y="204958"/>
                  </a:lnTo>
                  <a:lnTo>
                    <a:pt x="8498327" y="231178"/>
                  </a:lnTo>
                  <a:lnTo>
                    <a:pt x="8453159" y="257134"/>
                  </a:lnTo>
                  <a:lnTo>
                    <a:pt x="8407976" y="282829"/>
                  </a:lnTo>
                  <a:lnTo>
                    <a:pt x="8362778" y="308261"/>
                  </a:lnTo>
                  <a:lnTo>
                    <a:pt x="8317564" y="333430"/>
                  </a:lnTo>
                  <a:lnTo>
                    <a:pt x="8272334" y="358338"/>
                  </a:lnTo>
                  <a:lnTo>
                    <a:pt x="8227090" y="382982"/>
                  </a:lnTo>
                  <a:lnTo>
                    <a:pt x="8181829" y="407365"/>
                  </a:lnTo>
                  <a:lnTo>
                    <a:pt x="8136554" y="431485"/>
                  </a:lnTo>
                  <a:lnTo>
                    <a:pt x="8091263" y="455343"/>
                  </a:lnTo>
                  <a:lnTo>
                    <a:pt x="8045956" y="478938"/>
                  </a:lnTo>
                  <a:lnTo>
                    <a:pt x="8000635" y="502271"/>
                  </a:lnTo>
                  <a:lnTo>
                    <a:pt x="7955297" y="525342"/>
                  </a:lnTo>
                  <a:lnTo>
                    <a:pt x="7909945" y="548151"/>
                  </a:lnTo>
                  <a:lnTo>
                    <a:pt x="7864577" y="570697"/>
                  </a:lnTo>
                  <a:lnTo>
                    <a:pt x="7819193" y="592980"/>
                  </a:lnTo>
                  <a:lnTo>
                    <a:pt x="7773794" y="615001"/>
                  </a:lnTo>
                  <a:lnTo>
                    <a:pt x="7728380" y="636760"/>
                  </a:lnTo>
                  <a:lnTo>
                    <a:pt x="7682950" y="658257"/>
                  </a:lnTo>
                  <a:lnTo>
                    <a:pt x="7637505" y="679491"/>
                  </a:lnTo>
                  <a:lnTo>
                    <a:pt x="7592044" y="700463"/>
                  </a:lnTo>
                  <a:lnTo>
                    <a:pt x="7546568" y="721172"/>
                  </a:lnTo>
                  <a:lnTo>
                    <a:pt x="7501077" y="741619"/>
                  </a:lnTo>
                  <a:lnTo>
                    <a:pt x="7455570" y="761804"/>
                  </a:lnTo>
                  <a:lnTo>
                    <a:pt x="7410048" y="781726"/>
                  </a:lnTo>
                  <a:lnTo>
                    <a:pt x="7364510" y="801386"/>
                  </a:lnTo>
                  <a:lnTo>
                    <a:pt x="7318957" y="820784"/>
                  </a:lnTo>
                  <a:lnTo>
                    <a:pt x="7273389" y="839919"/>
                  </a:lnTo>
                  <a:lnTo>
                    <a:pt x="7227805" y="858792"/>
                  </a:lnTo>
                  <a:lnTo>
                    <a:pt x="7182206" y="877403"/>
                  </a:lnTo>
                  <a:lnTo>
                    <a:pt x="7136591" y="895751"/>
                  </a:lnTo>
                  <a:lnTo>
                    <a:pt x="7090961" y="913837"/>
                  </a:lnTo>
                  <a:lnTo>
                    <a:pt x="7045315" y="931660"/>
                  </a:lnTo>
                  <a:lnTo>
                    <a:pt x="6999655" y="949221"/>
                  </a:lnTo>
                  <a:lnTo>
                    <a:pt x="6953978" y="966520"/>
                  </a:lnTo>
                  <a:lnTo>
                    <a:pt x="6908286" y="983556"/>
                  </a:lnTo>
                  <a:lnTo>
                    <a:pt x="6862579" y="1000330"/>
                  </a:lnTo>
                  <a:lnTo>
                    <a:pt x="6816857" y="1016842"/>
                  </a:lnTo>
                  <a:lnTo>
                    <a:pt x="6771119" y="1033091"/>
                  </a:lnTo>
                  <a:lnTo>
                    <a:pt x="6725365" y="1049078"/>
                  </a:lnTo>
                  <a:lnTo>
                    <a:pt x="6679596" y="1064803"/>
                  </a:lnTo>
                  <a:lnTo>
                    <a:pt x="6633812" y="1080265"/>
                  </a:lnTo>
                  <a:lnTo>
                    <a:pt x="6588012" y="1095465"/>
                  </a:lnTo>
                  <a:lnTo>
                    <a:pt x="6542197" y="1110402"/>
                  </a:lnTo>
                  <a:lnTo>
                    <a:pt x="6496367" y="1125077"/>
                  </a:lnTo>
                  <a:lnTo>
                    <a:pt x="6450521" y="1139490"/>
                  </a:lnTo>
                  <a:lnTo>
                    <a:pt x="6404659" y="1153640"/>
                  </a:lnTo>
                  <a:lnTo>
                    <a:pt x="6358783" y="1167528"/>
                  </a:lnTo>
                  <a:lnTo>
                    <a:pt x="6312891" y="1181154"/>
                  </a:lnTo>
                  <a:lnTo>
                    <a:pt x="6266983" y="1194517"/>
                  </a:lnTo>
                  <a:lnTo>
                    <a:pt x="6221060" y="1207618"/>
                  </a:lnTo>
                  <a:lnTo>
                    <a:pt x="6175121" y="1220457"/>
                  </a:lnTo>
                  <a:lnTo>
                    <a:pt x="6129168" y="1233033"/>
                  </a:lnTo>
                  <a:lnTo>
                    <a:pt x="6083198" y="1245347"/>
                  </a:lnTo>
                  <a:lnTo>
                    <a:pt x="6037214" y="1257398"/>
                  </a:lnTo>
                  <a:lnTo>
                    <a:pt x="5991214" y="1269187"/>
                  </a:lnTo>
                  <a:lnTo>
                    <a:pt x="5945198" y="1280714"/>
                  </a:lnTo>
                  <a:lnTo>
                    <a:pt x="5899167" y="1291978"/>
                  </a:lnTo>
                  <a:lnTo>
                    <a:pt x="5853121" y="1302980"/>
                  </a:lnTo>
                  <a:lnTo>
                    <a:pt x="5807059" y="1313720"/>
                  </a:lnTo>
                  <a:lnTo>
                    <a:pt x="5760982" y="1324197"/>
                  </a:lnTo>
                  <a:lnTo>
                    <a:pt x="5714889" y="1334412"/>
                  </a:lnTo>
                  <a:lnTo>
                    <a:pt x="5668781" y="1344365"/>
                  </a:lnTo>
                  <a:lnTo>
                    <a:pt x="5622658" y="1354055"/>
                  </a:lnTo>
                  <a:lnTo>
                    <a:pt x="5576519" y="1363483"/>
                  </a:lnTo>
                  <a:lnTo>
                    <a:pt x="5530365" y="1372649"/>
                  </a:lnTo>
                  <a:lnTo>
                    <a:pt x="5484195" y="1381552"/>
                  </a:lnTo>
                  <a:lnTo>
                    <a:pt x="5438010" y="1390193"/>
                  </a:lnTo>
                  <a:lnTo>
                    <a:pt x="5391809" y="1398571"/>
                  </a:lnTo>
                  <a:lnTo>
                    <a:pt x="5345593" y="1406687"/>
                  </a:lnTo>
                  <a:lnTo>
                    <a:pt x="5299362" y="1414541"/>
                  </a:lnTo>
                  <a:lnTo>
                    <a:pt x="5253115" y="1422132"/>
                  </a:lnTo>
                  <a:lnTo>
                    <a:pt x="5206853" y="1429461"/>
                  </a:lnTo>
                  <a:lnTo>
                    <a:pt x="5160575" y="1436528"/>
                  </a:lnTo>
                  <a:lnTo>
                    <a:pt x="5114282" y="1443332"/>
                  </a:lnTo>
                  <a:lnTo>
                    <a:pt x="5067974" y="1449874"/>
                  </a:lnTo>
                  <a:lnTo>
                    <a:pt x="5021650" y="1456153"/>
                  </a:lnTo>
                  <a:lnTo>
                    <a:pt x="4975311" y="1462171"/>
                  </a:lnTo>
                  <a:lnTo>
                    <a:pt x="4928956" y="1467925"/>
                  </a:lnTo>
                  <a:lnTo>
                    <a:pt x="4882586" y="1473418"/>
                  </a:lnTo>
                  <a:lnTo>
                    <a:pt x="4836200" y="1478648"/>
                  </a:lnTo>
                  <a:lnTo>
                    <a:pt x="4789799" y="1483616"/>
                  </a:lnTo>
                  <a:lnTo>
                    <a:pt x="4743383" y="1488321"/>
                  </a:lnTo>
                  <a:lnTo>
                    <a:pt x="4696951" y="1492764"/>
                  </a:lnTo>
                  <a:lnTo>
                    <a:pt x="4650504" y="1496945"/>
                  </a:lnTo>
                  <a:lnTo>
                    <a:pt x="4604041" y="1500863"/>
                  </a:lnTo>
                  <a:lnTo>
                    <a:pt x="4557563" y="1504519"/>
                  </a:lnTo>
                  <a:lnTo>
                    <a:pt x="4511069" y="1507913"/>
                  </a:lnTo>
                  <a:lnTo>
                    <a:pt x="4464560" y="1511044"/>
                  </a:lnTo>
                  <a:lnTo>
                    <a:pt x="4418036" y="1513913"/>
                  </a:lnTo>
                  <a:lnTo>
                    <a:pt x="4371496" y="1516519"/>
                  </a:lnTo>
                  <a:lnTo>
                    <a:pt x="4324941" y="1518863"/>
                  </a:lnTo>
                  <a:lnTo>
                    <a:pt x="4278370" y="1520945"/>
                  </a:lnTo>
                  <a:lnTo>
                    <a:pt x="4231784" y="1522765"/>
                  </a:lnTo>
                  <a:lnTo>
                    <a:pt x="4185183" y="1524322"/>
                  </a:lnTo>
                  <a:lnTo>
                    <a:pt x="4138566" y="1525616"/>
                  </a:lnTo>
                  <a:lnTo>
                    <a:pt x="4091934" y="1526649"/>
                  </a:lnTo>
                  <a:lnTo>
                    <a:pt x="4045286" y="1527419"/>
                  </a:lnTo>
                  <a:lnTo>
                    <a:pt x="3998623" y="1527926"/>
                  </a:lnTo>
                  <a:lnTo>
                    <a:pt x="3951944" y="1528172"/>
                  </a:lnTo>
                  <a:lnTo>
                    <a:pt x="3905250" y="1528155"/>
                  </a:lnTo>
                  <a:lnTo>
                    <a:pt x="3858541" y="1527875"/>
                  </a:lnTo>
                  <a:lnTo>
                    <a:pt x="3811816" y="1527334"/>
                  </a:lnTo>
                  <a:lnTo>
                    <a:pt x="3765076" y="1526529"/>
                  </a:lnTo>
                  <a:lnTo>
                    <a:pt x="3718320" y="1525463"/>
                  </a:lnTo>
                  <a:lnTo>
                    <a:pt x="3671549" y="1524134"/>
                  </a:lnTo>
                  <a:lnTo>
                    <a:pt x="3624762" y="1522543"/>
                  </a:lnTo>
                  <a:lnTo>
                    <a:pt x="3577960" y="1520689"/>
                  </a:lnTo>
                  <a:lnTo>
                    <a:pt x="3531143" y="1518573"/>
                  </a:lnTo>
                  <a:lnTo>
                    <a:pt x="3484310" y="1516195"/>
                  </a:lnTo>
                  <a:lnTo>
                    <a:pt x="3437462" y="1513554"/>
                  </a:lnTo>
                  <a:lnTo>
                    <a:pt x="3390598" y="1510651"/>
                  </a:lnTo>
                  <a:lnTo>
                    <a:pt x="3343719" y="1507486"/>
                  </a:lnTo>
                  <a:lnTo>
                    <a:pt x="3296825" y="1504058"/>
                  </a:lnTo>
                  <a:lnTo>
                    <a:pt x="3249915" y="1500368"/>
                  </a:lnTo>
                  <a:lnTo>
                    <a:pt x="3202989" y="1496416"/>
                  </a:lnTo>
                  <a:lnTo>
                    <a:pt x="3156049" y="1492201"/>
                  </a:lnTo>
                  <a:lnTo>
                    <a:pt x="3109092" y="1487724"/>
                  </a:lnTo>
                  <a:lnTo>
                    <a:pt x="3062121" y="1482984"/>
                  </a:lnTo>
                  <a:lnTo>
                    <a:pt x="3015134" y="1477982"/>
                  </a:lnTo>
                  <a:lnTo>
                    <a:pt x="2968131" y="1472718"/>
                  </a:lnTo>
                  <a:lnTo>
                    <a:pt x="2921113" y="1467192"/>
                  </a:lnTo>
                  <a:lnTo>
                    <a:pt x="2874080" y="1461403"/>
                  </a:lnTo>
                  <a:lnTo>
                    <a:pt x="2827031" y="1455352"/>
                  </a:lnTo>
                  <a:lnTo>
                    <a:pt x="2779967" y="1449038"/>
                  </a:lnTo>
                  <a:lnTo>
                    <a:pt x="2732888" y="1442462"/>
                  </a:lnTo>
                  <a:lnTo>
                    <a:pt x="2685793" y="1435624"/>
                  </a:lnTo>
                  <a:lnTo>
                    <a:pt x="2638682" y="1428523"/>
                  </a:lnTo>
                  <a:lnTo>
                    <a:pt x="2591556" y="1421160"/>
                  </a:lnTo>
                  <a:lnTo>
                    <a:pt x="2544415" y="1413534"/>
                  </a:lnTo>
                  <a:lnTo>
                    <a:pt x="2497258" y="1405647"/>
                  </a:lnTo>
                  <a:lnTo>
                    <a:pt x="2450086" y="1397496"/>
                  </a:lnTo>
                  <a:lnTo>
                    <a:pt x="2402899" y="1389084"/>
                  </a:lnTo>
                  <a:lnTo>
                    <a:pt x="2355696" y="1380409"/>
                  </a:lnTo>
                  <a:lnTo>
                    <a:pt x="2308477" y="1371472"/>
                  </a:lnTo>
                  <a:lnTo>
                    <a:pt x="2261243" y="1362272"/>
                  </a:lnTo>
                  <a:lnTo>
                    <a:pt x="2213994" y="1352810"/>
                  </a:lnTo>
                  <a:lnTo>
                    <a:pt x="2166729" y="1343086"/>
                  </a:lnTo>
                  <a:lnTo>
                    <a:pt x="2119449" y="1333100"/>
                  </a:lnTo>
                  <a:lnTo>
                    <a:pt x="2072154" y="1322851"/>
                  </a:lnTo>
                  <a:lnTo>
                    <a:pt x="2024843" y="1312339"/>
                  </a:lnTo>
                  <a:lnTo>
                    <a:pt x="1977516" y="1301566"/>
                  </a:lnTo>
                  <a:lnTo>
                    <a:pt x="1930174" y="1290530"/>
                  </a:lnTo>
                  <a:lnTo>
                    <a:pt x="1882817" y="1279231"/>
                  </a:lnTo>
                  <a:lnTo>
                    <a:pt x="1835444" y="1267670"/>
                  </a:lnTo>
                  <a:lnTo>
                    <a:pt x="1788056" y="1255847"/>
                  </a:lnTo>
                  <a:lnTo>
                    <a:pt x="1740653" y="1243762"/>
                  </a:lnTo>
                  <a:lnTo>
                    <a:pt x="1693234" y="1231414"/>
                  </a:lnTo>
                  <a:lnTo>
                    <a:pt x="1645799" y="1218804"/>
                  </a:lnTo>
                  <a:lnTo>
                    <a:pt x="1598350" y="1205931"/>
                  </a:lnTo>
                  <a:lnTo>
                    <a:pt x="1550884" y="1192796"/>
                  </a:lnTo>
                  <a:lnTo>
                    <a:pt x="1503404" y="1179399"/>
                  </a:lnTo>
                  <a:lnTo>
                    <a:pt x="1455907" y="1165740"/>
                  </a:lnTo>
                  <a:lnTo>
                    <a:pt x="1408396" y="1151818"/>
                  </a:lnTo>
                  <a:lnTo>
                    <a:pt x="1360869" y="1137633"/>
                  </a:lnTo>
                  <a:lnTo>
                    <a:pt x="1313327" y="1123187"/>
                  </a:lnTo>
                  <a:lnTo>
                    <a:pt x="1265769" y="1108478"/>
                  </a:lnTo>
                  <a:lnTo>
                    <a:pt x="1218195" y="1093506"/>
                  </a:lnTo>
                  <a:lnTo>
                    <a:pt x="1170607" y="1078273"/>
                  </a:lnTo>
                  <a:lnTo>
                    <a:pt x="1123003" y="1062777"/>
                  </a:lnTo>
                  <a:lnTo>
                    <a:pt x="1075383" y="1047018"/>
                  </a:lnTo>
                  <a:lnTo>
                    <a:pt x="1027748" y="1030997"/>
                  </a:lnTo>
                  <a:lnTo>
                    <a:pt x="980098" y="1014714"/>
                  </a:lnTo>
                  <a:lnTo>
                    <a:pt x="932432" y="998169"/>
                  </a:lnTo>
                  <a:lnTo>
                    <a:pt x="884751" y="981361"/>
                  </a:lnTo>
                  <a:lnTo>
                    <a:pt x="837054" y="964291"/>
                  </a:lnTo>
                  <a:lnTo>
                    <a:pt x="789342" y="946958"/>
                  </a:lnTo>
                  <a:lnTo>
                    <a:pt x="741614" y="929363"/>
                  </a:lnTo>
                  <a:lnTo>
                    <a:pt x="693871" y="911506"/>
                  </a:lnTo>
                  <a:lnTo>
                    <a:pt x="646113" y="893386"/>
                  </a:lnTo>
                  <a:lnTo>
                    <a:pt x="598339" y="875005"/>
                  </a:lnTo>
                  <a:lnTo>
                    <a:pt x="550550" y="856360"/>
                  </a:lnTo>
                  <a:lnTo>
                    <a:pt x="502745" y="837454"/>
                  </a:lnTo>
                  <a:lnTo>
                    <a:pt x="454925" y="818285"/>
                  </a:lnTo>
                  <a:lnTo>
                    <a:pt x="407089" y="798853"/>
                  </a:lnTo>
                  <a:lnTo>
                    <a:pt x="359238" y="779159"/>
                  </a:lnTo>
                  <a:lnTo>
                    <a:pt x="311372" y="759203"/>
                  </a:lnTo>
                  <a:lnTo>
                    <a:pt x="263490" y="738985"/>
                  </a:lnTo>
                  <a:lnTo>
                    <a:pt x="215593" y="718504"/>
                  </a:lnTo>
                  <a:lnTo>
                    <a:pt x="167680" y="697761"/>
                  </a:lnTo>
                  <a:lnTo>
                    <a:pt x="119752" y="676756"/>
                  </a:lnTo>
                  <a:lnTo>
                    <a:pt x="71808" y="655488"/>
                  </a:lnTo>
                  <a:lnTo>
                    <a:pt x="23849" y="633958"/>
                  </a:lnTo>
                  <a:lnTo>
                    <a:pt x="0" y="622931"/>
                  </a:lnTo>
                </a:path>
              </a:pathLst>
            </a:custGeom>
            <a:noFill/>
            <a:ln cap="flat" cmpd="sng" w="523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7660970" y="7395711"/>
              <a:ext cx="9209405" cy="831850"/>
            </a:xfrm>
            <a:custGeom>
              <a:rect b="b" l="l" r="r" t="t"/>
              <a:pathLst>
                <a:path extrusionOk="0" h="831850" w="9209405">
                  <a:moveTo>
                    <a:pt x="238709" y="637781"/>
                  </a:moveTo>
                  <a:lnTo>
                    <a:pt x="0" y="645083"/>
                  </a:lnTo>
                  <a:lnTo>
                    <a:pt x="149059" y="831672"/>
                  </a:lnTo>
                  <a:lnTo>
                    <a:pt x="238709" y="637781"/>
                  </a:lnTo>
                  <a:close/>
                </a:path>
                <a:path extrusionOk="0" h="831850" w="9209405">
                  <a:moveTo>
                    <a:pt x="9209316" y="0"/>
                  </a:moveTo>
                  <a:lnTo>
                    <a:pt x="8971801" y="24841"/>
                  </a:lnTo>
                  <a:lnTo>
                    <a:pt x="9086685" y="204927"/>
                  </a:lnTo>
                  <a:lnTo>
                    <a:pt x="9209316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1" name="Google Shape;131;p3"/>
          <p:cNvSpPr txBox="1"/>
          <p:nvPr/>
        </p:nvSpPr>
        <p:spPr>
          <a:xfrm>
            <a:off x="10729600" y="9180630"/>
            <a:ext cx="2178050" cy="389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Keeping in sync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>
            <p:ph type="title"/>
          </p:nvPr>
        </p:nvSpPr>
        <p:spPr>
          <a:xfrm>
            <a:off x="603308" y="259543"/>
            <a:ext cx="18364139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	MODEL-VIEW-CONTROLLER	(MVC)	ARCHITECTURE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4360975" y="3182133"/>
            <a:ext cx="2405380" cy="2405380"/>
          </a:xfrm>
          <a:custGeom>
            <a:rect b="b" l="l" r="r" t="t"/>
            <a:pathLst>
              <a:path extrusionOk="0" h="2405379" w="2405379">
                <a:moveTo>
                  <a:pt x="1225076" y="0"/>
                </a:moveTo>
                <a:lnTo>
                  <a:pt x="1180033" y="0"/>
                </a:lnTo>
                <a:lnTo>
                  <a:pt x="1135014" y="1676"/>
                </a:lnTo>
                <a:lnTo>
                  <a:pt x="1090072" y="5029"/>
                </a:lnTo>
                <a:lnTo>
                  <a:pt x="1045257" y="10059"/>
                </a:lnTo>
                <a:lnTo>
                  <a:pt x="1000619" y="16765"/>
                </a:lnTo>
                <a:lnTo>
                  <a:pt x="956211" y="25148"/>
                </a:lnTo>
                <a:lnTo>
                  <a:pt x="912081" y="35207"/>
                </a:lnTo>
                <a:lnTo>
                  <a:pt x="868282" y="46942"/>
                </a:lnTo>
                <a:lnTo>
                  <a:pt x="824864" y="60355"/>
                </a:lnTo>
                <a:lnTo>
                  <a:pt x="781879" y="75444"/>
                </a:lnTo>
                <a:lnTo>
                  <a:pt x="739375" y="92209"/>
                </a:lnTo>
                <a:lnTo>
                  <a:pt x="697406" y="110651"/>
                </a:lnTo>
                <a:lnTo>
                  <a:pt x="656020" y="130769"/>
                </a:lnTo>
                <a:lnTo>
                  <a:pt x="615270" y="152564"/>
                </a:lnTo>
                <a:lnTo>
                  <a:pt x="575206" y="176036"/>
                </a:lnTo>
                <a:lnTo>
                  <a:pt x="535879" y="201184"/>
                </a:lnTo>
                <a:lnTo>
                  <a:pt x="497339" y="228008"/>
                </a:lnTo>
                <a:lnTo>
                  <a:pt x="459637" y="256509"/>
                </a:lnTo>
                <a:lnTo>
                  <a:pt x="422825" y="286687"/>
                </a:lnTo>
                <a:lnTo>
                  <a:pt x="386953" y="318541"/>
                </a:lnTo>
                <a:lnTo>
                  <a:pt x="352072" y="352072"/>
                </a:lnTo>
                <a:lnTo>
                  <a:pt x="318541" y="386953"/>
                </a:lnTo>
                <a:lnTo>
                  <a:pt x="286687" y="422825"/>
                </a:lnTo>
                <a:lnTo>
                  <a:pt x="256509" y="459637"/>
                </a:lnTo>
                <a:lnTo>
                  <a:pt x="228008" y="497339"/>
                </a:lnTo>
                <a:lnTo>
                  <a:pt x="201184" y="535879"/>
                </a:lnTo>
                <a:lnTo>
                  <a:pt x="176036" y="575206"/>
                </a:lnTo>
                <a:lnTo>
                  <a:pt x="152564" y="615270"/>
                </a:lnTo>
                <a:lnTo>
                  <a:pt x="130769" y="656020"/>
                </a:lnTo>
                <a:lnTo>
                  <a:pt x="110651" y="697406"/>
                </a:lnTo>
                <a:lnTo>
                  <a:pt x="92209" y="739375"/>
                </a:lnTo>
                <a:lnTo>
                  <a:pt x="75444" y="781879"/>
                </a:lnTo>
                <a:lnTo>
                  <a:pt x="60355" y="824864"/>
                </a:lnTo>
                <a:lnTo>
                  <a:pt x="46942" y="868282"/>
                </a:lnTo>
                <a:lnTo>
                  <a:pt x="35207" y="912081"/>
                </a:lnTo>
                <a:lnTo>
                  <a:pt x="25148" y="956211"/>
                </a:lnTo>
                <a:lnTo>
                  <a:pt x="16765" y="1000619"/>
                </a:lnTo>
                <a:lnTo>
                  <a:pt x="10059" y="1045257"/>
                </a:lnTo>
                <a:lnTo>
                  <a:pt x="5029" y="1090072"/>
                </a:lnTo>
                <a:lnTo>
                  <a:pt x="1676" y="1135014"/>
                </a:lnTo>
                <a:lnTo>
                  <a:pt x="0" y="1180033"/>
                </a:lnTo>
                <a:lnTo>
                  <a:pt x="0" y="1225076"/>
                </a:lnTo>
                <a:lnTo>
                  <a:pt x="1676" y="1270095"/>
                </a:lnTo>
                <a:lnTo>
                  <a:pt x="5029" y="1315037"/>
                </a:lnTo>
                <a:lnTo>
                  <a:pt x="10059" y="1359852"/>
                </a:lnTo>
                <a:lnTo>
                  <a:pt x="16765" y="1404490"/>
                </a:lnTo>
                <a:lnTo>
                  <a:pt x="25148" y="1448899"/>
                </a:lnTo>
                <a:lnTo>
                  <a:pt x="35207" y="1493028"/>
                </a:lnTo>
                <a:lnTo>
                  <a:pt x="46942" y="1536827"/>
                </a:lnTo>
                <a:lnTo>
                  <a:pt x="60355" y="1580245"/>
                </a:lnTo>
                <a:lnTo>
                  <a:pt x="75444" y="1623231"/>
                </a:lnTo>
                <a:lnTo>
                  <a:pt x="92209" y="1665734"/>
                </a:lnTo>
                <a:lnTo>
                  <a:pt x="110651" y="1707704"/>
                </a:lnTo>
                <a:lnTo>
                  <a:pt x="130769" y="1749089"/>
                </a:lnTo>
                <a:lnTo>
                  <a:pt x="152564" y="1789839"/>
                </a:lnTo>
                <a:lnTo>
                  <a:pt x="176036" y="1829903"/>
                </a:lnTo>
                <a:lnTo>
                  <a:pt x="201184" y="1869231"/>
                </a:lnTo>
                <a:lnTo>
                  <a:pt x="228008" y="1907771"/>
                </a:lnTo>
                <a:lnTo>
                  <a:pt x="256509" y="1945472"/>
                </a:lnTo>
                <a:lnTo>
                  <a:pt x="286687" y="1982284"/>
                </a:lnTo>
                <a:lnTo>
                  <a:pt x="318541" y="2018157"/>
                </a:lnTo>
                <a:lnTo>
                  <a:pt x="352072" y="2053038"/>
                </a:lnTo>
                <a:lnTo>
                  <a:pt x="386953" y="2086569"/>
                </a:lnTo>
                <a:lnTo>
                  <a:pt x="422825" y="2118423"/>
                </a:lnTo>
                <a:lnTo>
                  <a:pt x="459637" y="2148600"/>
                </a:lnTo>
                <a:lnTo>
                  <a:pt x="497339" y="2177101"/>
                </a:lnTo>
                <a:lnTo>
                  <a:pt x="535879" y="2203926"/>
                </a:lnTo>
                <a:lnTo>
                  <a:pt x="575206" y="2229074"/>
                </a:lnTo>
                <a:lnTo>
                  <a:pt x="615270" y="2252546"/>
                </a:lnTo>
                <a:lnTo>
                  <a:pt x="656020" y="2274341"/>
                </a:lnTo>
                <a:lnTo>
                  <a:pt x="697406" y="2294459"/>
                </a:lnTo>
                <a:lnTo>
                  <a:pt x="739375" y="2312901"/>
                </a:lnTo>
                <a:lnTo>
                  <a:pt x="781879" y="2329666"/>
                </a:lnTo>
                <a:lnTo>
                  <a:pt x="824864" y="2344755"/>
                </a:lnTo>
                <a:lnTo>
                  <a:pt x="868282" y="2358167"/>
                </a:lnTo>
                <a:lnTo>
                  <a:pt x="912081" y="2369903"/>
                </a:lnTo>
                <a:lnTo>
                  <a:pt x="956211" y="2379962"/>
                </a:lnTo>
                <a:lnTo>
                  <a:pt x="1000619" y="2388345"/>
                </a:lnTo>
                <a:lnTo>
                  <a:pt x="1045257" y="2395051"/>
                </a:lnTo>
                <a:lnTo>
                  <a:pt x="1090072" y="2400081"/>
                </a:lnTo>
                <a:lnTo>
                  <a:pt x="1135014" y="2403434"/>
                </a:lnTo>
                <a:lnTo>
                  <a:pt x="1180033" y="2405110"/>
                </a:lnTo>
                <a:lnTo>
                  <a:pt x="1225076" y="2405110"/>
                </a:lnTo>
                <a:lnTo>
                  <a:pt x="1270095" y="2403434"/>
                </a:lnTo>
                <a:lnTo>
                  <a:pt x="1315037" y="2400081"/>
                </a:lnTo>
                <a:lnTo>
                  <a:pt x="1359852" y="2395051"/>
                </a:lnTo>
                <a:lnTo>
                  <a:pt x="1404490" y="2388345"/>
                </a:lnTo>
                <a:lnTo>
                  <a:pt x="1448899" y="2379962"/>
                </a:lnTo>
                <a:lnTo>
                  <a:pt x="1493028" y="2369903"/>
                </a:lnTo>
                <a:lnTo>
                  <a:pt x="1536827" y="2358167"/>
                </a:lnTo>
                <a:lnTo>
                  <a:pt x="1580245" y="2344755"/>
                </a:lnTo>
                <a:lnTo>
                  <a:pt x="1623231" y="2329666"/>
                </a:lnTo>
                <a:lnTo>
                  <a:pt x="1665734" y="2312901"/>
                </a:lnTo>
                <a:lnTo>
                  <a:pt x="1707704" y="2294459"/>
                </a:lnTo>
                <a:lnTo>
                  <a:pt x="1749089" y="2274341"/>
                </a:lnTo>
                <a:lnTo>
                  <a:pt x="1789839" y="2252546"/>
                </a:lnTo>
                <a:lnTo>
                  <a:pt x="1829903" y="2229074"/>
                </a:lnTo>
                <a:lnTo>
                  <a:pt x="1869231" y="2203926"/>
                </a:lnTo>
                <a:lnTo>
                  <a:pt x="1907771" y="2177101"/>
                </a:lnTo>
                <a:lnTo>
                  <a:pt x="1945472" y="2148600"/>
                </a:lnTo>
                <a:lnTo>
                  <a:pt x="1982284" y="2118423"/>
                </a:lnTo>
                <a:lnTo>
                  <a:pt x="2018157" y="2086569"/>
                </a:lnTo>
                <a:lnTo>
                  <a:pt x="2053038" y="2053038"/>
                </a:lnTo>
                <a:lnTo>
                  <a:pt x="2086569" y="2018157"/>
                </a:lnTo>
                <a:lnTo>
                  <a:pt x="2118423" y="1982284"/>
                </a:lnTo>
                <a:lnTo>
                  <a:pt x="2148600" y="1945472"/>
                </a:lnTo>
                <a:lnTo>
                  <a:pt x="2177101" y="1907771"/>
                </a:lnTo>
                <a:lnTo>
                  <a:pt x="2203926" y="1869231"/>
                </a:lnTo>
                <a:lnTo>
                  <a:pt x="2229074" y="1829903"/>
                </a:lnTo>
                <a:lnTo>
                  <a:pt x="2252546" y="1789839"/>
                </a:lnTo>
                <a:lnTo>
                  <a:pt x="2274341" y="1749089"/>
                </a:lnTo>
                <a:lnTo>
                  <a:pt x="2294459" y="1707704"/>
                </a:lnTo>
                <a:lnTo>
                  <a:pt x="2312901" y="1665734"/>
                </a:lnTo>
                <a:lnTo>
                  <a:pt x="2329666" y="1623231"/>
                </a:lnTo>
                <a:lnTo>
                  <a:pt x="2344755" y="1580245"/>
                </a:lnTo>
                <a:lnTo>
                  <a:pt x="2358167" y="1536827"/>
                </a:lnTo>
                <a:lnTo>
                  <a:pt x="2369903" y="1493028"/>
                </a:lnTo>
                <a:lnTo>
                  <a:pt x="2379962" y="1448899"/>
                </a:lnTo>
                <a:lnTo>
                  <a:pt x="2388345" y="1404490"/>
                </a:lnTo>
                <a:lnTo>
                  <a:pt x="2395051" y="1359852"/>
                </a:lnTo>
                <a:lnTo>
                  <a:pt x="2400081" y="1315037"/>
                </a:lnTo>
                <a:lnTo>
                  <a:pt x="2403434" y="1270095"/>
                </a:lnTo>
                <a:lnTo>
                  <a:pt x="2405110" y="1225076"/>
                </a:lnTo>
                <a:lnTo>
                  <a:pt x="2405110" y="1180033"/>
                </a:lnTo>
                <a:lnTo>
                  <a:pt x="2403434" y="1135014"/>
                </a:lnTo>
                <a:lnTo>
                  <a:pt x="2400081" y="1090072"/>
                </a:lnTo>
                <a:lnTo>
                  <a:pt x="2395051" y="1045257"/>
                </a:lnTo>
                <a:lnTo>
                  <a:pt x="2388345" y="1000619"/>
                </a:lnTo>
                <a:lnTo>
                  <a:pt x="2379962" y="956211"/>
                </a:lnTo>
                <a:lnTo>
                  <a:pt x="2369903" y="912081"/>
                </a:lnTo>
                <a:lnTo>
                  <a:pt x="2358167" y="868282"/>
                </a:lnTo>
                <a:lnTo>
                  <a:pt x="2344755" y="824864"/>
                </a:lnTo>
                <a:lnTo>
                  <a:pt x="2329666" y="781879"/>
                </a:lnTo>
                <a:lnTo>
                  <a:pt x="2312901" y="739375"/>
                </a:lnTo>
                <a:lnTo>
                  <a:pt x="2294459" y="697406"/>
                </a:lnTo>
                <a:lnTo>
                  <a:pt x="2274341" y="656020"/>
                </a:lnTo>
                <a:lnTo>
                  <a:pt x="2252546" y="615270"/>
                </a:lnTo>
                <a:lnTo>
                  <a:pt x="2229074" y="575206"/>
                </a:lnTo>
                <a:lnTo>
                  <a:pt x="2203926" y="535879"/>
                </a:lnTo>
                <a:lnTo>
                  <a:pt x="2177101" y="497339"/>
                </a:lnTo>
                <a:lnTo>
                  <a:pt x="2148600" y="459637"/>
                </a:lnTo>
                <a:lnTo>
                  <a:pt x="2118423" y="422825"/>
                </a:lnTo>
                <a:lnTo>
                  <a:pt x="2086569" y="386953"/>
                </a:lnTo>
                <a:lnTo>
                  <a:pt x="2053038" y="352072"/>
                </a:lnTo>
                <a:lnTo>
                  <a:pt x="2018157" y="318541"/>
                </a:lnTo>
                <a:lnTo>
                  <a:pt x="1982284" y="286687"/>
                </a:lnTo>
                <a:lnTo>
                  <a:pt x="1945472" y="256509"/>
                </a:lnTo>
                <a:lnTo>
                  <a:pt x="1907771" y="228008"/>
                </a:lnTo>
                <a:lnTo>
                  <a:pt x="1869231" y="201184"/>
                </a:lnTo>
                <a:lnTo>
                  <a:pt x="1829903" y="176036"/>
                </a:lnTo>
                <a:lnTo>
                  <a:pt x="1789839" y="152564"/>
                </a:lnTo>
                <a:lnTo>
                  <a:pt x="1749089" y="130769"/>
                </a:lnTo>
                <a:lnTo>
                  <a:pt x="1707704" y="110651"/>
                </a:lnTo>
                <a:lnTo>
                  <a:pt x="1665734" y="92209"/>
                </a:lnTo>
                <a:lnTo>
                  <a:pt x="1623231" y="75444"/>
                </a:lnTo>
                <a:lnTo>
                  <a:pt x="1580245" y="60355"/>
                </a:lnTo>
                <a:lnTo>
                  <a:pt x="1536827" y="46942"/>
                </a:lnTo>
                <a:lnTo>
                  <a:pt x="1493028" y="35207"/>
                </a:lnTo>
                <a:lnTo>
                  <a:pt x="1448899" y="25148"/>
                </a:lnTo>
                <a:lnTo>
                  <a:pt x="1404490" y="16765"/>
                </a:lnTo>
                <a:lnTo>
                  <a:pt x="1359852" y="10059"/>
                </a:lnTo>
                <a:lnTo>
                  <a:pt x="1315037" y="5029"/>
                </a:lnTo>
                <a:lnTo>
                  <a:pt x="1270095" y="1676"/>
                </a:lnTo>
                <a:lnTo>
                  <a:pt x="1225076" y="0"/>
                </a:lnTo>
                <a:close/>
              </a:path>
            </a:pathLst>
          </a:cu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9" name="Google Shape;139;p4"/>
          <p:cNvSpPr txBox="1"/>
          <p:nvPr/>
        </p:nvSpPr>
        <p:spPr>
          <a:xfrm>
            <a:off x="5028489" y="4175302"/>
            <a:ext cx="1070610" cy="40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8849494" y="3182133"/>
            <a:ext cx="2405380" cy="2405380"/>
          </a:xfrm>
          <a:custGeom>
            <a:rect b="b" l="l" r="r" t="t"/>
            <a:pathLst>
              <a:path extrusionOk="0" h="2405379" w="2405379">
                <a:moveTo>
                  <a:pt x="1225077" y="0"/>
                </a:moveTo>
                <a:lnTo>
                  <a:pt x="1180033" y="0"/>
                </a:lnTo>
                <a:lnTo>
                  <a:pt x="1135014" y="1676"/>
                </a:lnTo>
                <a:lnTo>
                  <a:pt x="1090072" y="5029"/>
                </a:lnTo>
                <a:lnTo>
                  <a:pt x="1045257" y="10059"/>
                </a:lnTo>
                <a:lnTo>
                  <a:pt x="1000619" y="16765"/>
                </a:lnTo>
                <a:lnTo>
                  <a:pt x="956211" y="25148"/>
                </a:lnTo>
                <a:lnTo>
                  <a:pt x="912081" y="35207"/>
                </a:lnTo>
                <a:lnTo>
                  <a:pt x="868282" y="46942"/>
                </a:lnTo>
                <a:lnTo>
                  <a:pt x="824865" y="60355"/>
                </a:lnTo>
                <a:lnTo>
                  <a:pt x="781879" y="75444"/>
                </a:lnTo>
                <a:lnTo>
                  <a:pt x="739375" y="92209"/>
                </a:lnTo>
                <a:lnTo>
                  <a:pt x="697406" y="110651"/>
                </a:lnTo>
                <a:lnTo>
                  <a:pt x="656020" y="130769"/>
                </a:lnTo>
                <a:lnTo>
                  <a:pt x="615270" y="152564"/>
                </a:lnTo>
                <a:lnTo>
                  <a:pt x="575206" y="176036"/>
                </a:lnTo>
                <a:lnTo>
                  <a:pt x="535879" y="201184"/>
                </a:lnTo>
                <a:lnTo>
                  <a:pt x="497339" y="228008"/>
                </a:lnTo>
                <a:lnTo>
                  <a:pt x="459637" y="256509"/>
                </a:lnTo>
                <a:lnTo>
                  <a:pt x="422825" y="286687"/>
                </a:lnTo>
                <a:lnTo>
                  <a:pt x="386953" y="318541"/>
                </a:lnTo>
                <a:lnTo>
                  <a:pt x="352072" y="352072"/>
                </a:lnTo>
                <a:lnTo>
                  <a:pt x="318541" y="386953"/>
                </a:lnTo>
                <a:lnTo>
                  <a:pt x="286687" y="422825"/>
                </a:lnTo>
                <a:lnTo>
                  <a:pt x="256509" y="459637"/>
                </a:lnTo>
                <a:lnTo>
                  <a:pt x="228008" y="497339"/>
                </a:lnTo>
                <a:lnTo>
                  <a:pt x="201184" y="535879"/>
                </a:lnTo>
                <a:lnTo>
                  <a:pt x="176036" y="575206"/>
                </a:lnTo>
                <a:lnTo>
                  <a:pt x="152564" y="615270"/>
                </a:lnTo>
                <a:lnTo>
                  <a:pt x="130769" y="656020"/>
                </a:lnTo>
                <a:lnTo>
                  <a:pt x="110651" y="697406"/>
                </a:lnTo>
                <a:lnTo>
                  <a:pt x="92209" y="739375"/>
                </a:lnTo>
                <a:lnTo>
                  <a:pt x="75444" y="781879"/>
                </a:lnTo>
                <a:lnTo>
                  <a:pt x="60355" y="824864"/>
                </a:lnTo>
                <a:lnTo>
                  <a:pt x="46942" y="868282"/>
                </a:lnTo>
                <a:lnTo>
                  <a:pt x="35207" y="912081"/>
                </a:lnTo>
                <a:lnTo>
                  <a:pt x="25148" y="956211"/>
                </a:lnTo>
                <a:lnTo>
                  <a:pt x="16765" y="1000619"/>
                </a:lnTo>
                <a:lnTo>
                  <a:pt x="10059" y="1045257"/>
                </a:lnTo>
                <a:lnTo>
                  <a:pt x="5029" y="1090072"/>
                </a:lnTo>
                <a:lnTo>
                  <a:pt x="1676" y="1135014"/>
                </a:lnTo>
                <a:lnTo>
                  <a:pt x="0" y="1180033"/>
                </a:lnTo>
                <a:lnTo>
                  <a:pt x="0" y="1225076"/>
                </a:lnTo>
                <a:lnTo>
                  <a:pt x="1676" y="1270095"/>
                </a:lnTo>
                <a:lnTo>
                  <a:pt x="5029" y="1315037"/>
                </a:lnTo>
                <a:lnTo>
                  <a:pt x="10059" y="1359852"/>
                </a:lnTo>
                <a:lnTo>
                  <a:pt x="16765" y="1404490"/>
                </a:lnTo>
                <a:lnTo>
                  <a:pt x="25148" y="1448899"/>
                </a:lnTo>
                <a:lnTo>
                  <a:pt x="35207" y="1493028"/>
                </a:lnTo>
                <a:lnTo>
                  <a:pt x="46942" y="1536827"/>
                </a:lnTo>
                <a:lnTo>
                  <a:pt x="60355" y="1580245"/>
                </a:lnTo>
                <a:lnTo>
                  <a:pt x="75444" y="1623231"/>
                </a:lnTo>
                <a:lnTo>
                  <a:pt x="92209" y="1665734"/>
                </a:lnTo>
                <a:lnTo>
                  <a:pt x="110651" y="1707704"/>
                </a:lnTo>
                <a:lnTo>
                  <a:pt x="130769" y="1749089"/>
                </a:lnTo>
                <a:lnTo>
                  <a:pt x="152564" y="1789839"/>
                </a:lnTo>
                <a:lnTo>
                  <a:pt x="176036" y="1829903"/>
                </a:lnTo>
                <a:lnTo>
                  <a:pt x="201184" y="1869231"/>
                </a:lnTo>
                <a:lnTo>
                  <a:pt x="228008" y="1907771"/>
                </a:lnTo>
                <a:lnTo>
                  <a:pt x="256509" y="1945472"/>
                </a:lnTo>
                <a:lnTo>
                  <a:pt x="286687" y="1982284"/>
                </a:lnTo>
                <a:lnTo>
                  <a:pt x="318541" y="2018157"/>
                </a:lnTo>
                <a:lnTo>
                  <a:pt x="352072" y="2053038"/>
                </a:lnTo>
                <a:lnTo>
                  <a:pt x="386953" y="2086569"/>
                </a:lnTo>
                <a:lnTo>
                  <a:pt x="422825" y="2118423"/>
                </a:lnTo>
                <a:lnTo>
                  <a:pt x="459637" y="2148600"/>
                </a:lnTo>
                <a:lnTo>
                  <a:pt x="497339" y="2177101"/>
                </a:lnTo>
                <a:lnTo>
                  <a:pt x="535879" y="2203926"/>
                </a:lnTo>
                <a:lnTo>
                  <a:pt x="575206" y="2229074"/>
                </a:lnTo>
                <a:lnTo>
                  <a:pt x="615270" y="2252546"/>
                </a:lnTo>
                <a:lnTo>
                  <a:pt x="656020" y="2274341"/>
                </a:lnTo>
                <a:lnTo>
                  <a:pt x="697406" y="2294459"/>
                </a:lnTo>
                <a:lnTo>
                  <a:pt x="739375" y="2312901"/>
                </a:lnTo>
                <a:lnTo>
                  <a:pt x="781879" y="2329666"/>
                </a:lnTo>
                <a:lnTo>
                  <a:pt x="824865" y="2344755"/>
                </a:lnTo>
                <a:lnTo>
                  <a:pt x="868282" y="2358167"/>
                </a:lnTo>
                <a:lnTo>
                  <a:pt x="912081" y="2369903"/>
                </a:lnTo>
                <a:lnTo>
                  <a:pt x="956211" y="2379962"/>
                </a:lnTo>
                <a:lnTo>
                  <a:pt x="1000619" y="2388345"/>
                </a:lnTo>
                <a:lnTo>
                  <a:pt x="1045257" y="2395051"/>
                </a:lnTo>
                <a:lnTo>
                  <a:pt x="1090072" y="2400081"/>
                </a:lnTo>
                <a:lnTo>
                  <a:pt x="1135014" y="2403434"/>
                </a:lnTo>
                <a:lnTo>
                  <a:pt x="1180033" y="2405110"/>
                </a:lnTo>
                <a:lnTo>
                  <a:pt x="1225077" y="2405110"/>
                </a:lnTo>
                <a:lnTo>
                  <a:pt x="1270096" y="2403434"/>
                </a:lnTo>
                <a:lnTo>
                  <a:pt x="1315038" y="2400081"/>
                </a:lnTo>
                <a:lnTo>
                  <a:pt x="1359853" y="2395051"/>
                </a:lnTo>
                <a:lnTo>
                  <a:pt x="1404491" y="2388345"/>
                </a:lnTo>
                <a:lnTo>
                  <a:pt x="1448900" y="2379962"/>
                </a:lnTo>
                <a:lnTo>
                  <a:pt x="1493029" y="2369903"/>
                </a:lnTo>
                <a:lnTo>
                  <a:pt x="1536828" y="2358167"/>
                </a:lnTo>
                <a:lnTo>
                  <a:pt x="1580246" y="2344755"/>
                </a:lnTo>
                <a:lnTo>
                  <a:pt x="1623232" y="2329666"/>
                </a:lnTo>
                <a:lnTo>
                  <a:pt x="1665736" y="2312901"/>
                </a:lnTo>
                <a:lnTo>
                  <a:pt x="1707706" y="2294459"/>
                </a:lnTo>
                <a:lnTo>
                  <a:pt x="1749091" y="2274341"/>
                </a:lnTo>
                <a:lnTo>
                  <a:pt x="1789842" y="2252546"/>
                </a:lnTo>
                <a:lnTo>
                  <a:pt x="1829906" y="2229074"/>
                </a:lnTo>
                <a:lnTo>
                  <a:pt x="1869234" y="2203926"/>
                </a:lnTo>
                <a:lnTo>
                  <a:pt x="1907774" y="2177101"/>
                </a:lnTo>
                <a:lnTo>
                  <a:pt x="1945475" y="2148600"/>
                </a:lnTo>
                <a:lnTo>
                  <a:pt x="1982288" y="2118423"/>
                </a:lnTo>
                <a:lnTo>
                  <a:pt x="2018160" y="2086569"/>
                </a:lnTo>
                <a:lnTo>
                  <a:pt x="2053042" y="2053038"/>
                </a:lnTo>
                <a:lnTo>
                  <a:pt x="2086572" y="2018157"/>
                </a:lnTo>
                <a:lnTo>
                  <a:pt x="2118426" y="1982284"/>
                </a:lnTo>
                <a:lnTo>
                  <a:pt x="2148603" y="1945472"/>
                </a:lnTo>
                <a:lnTo>
                  <a:pt x="2177104" y="1907771"/>
                </a:lnTo>
                <a:lnTo>
                  <a:pt x="2203928" y="1869231"/>
                </a:lnTo>
                <a:lnTo>
                  <a:pt x="2229076" y="1829903"/>
                </a:lnTo>
                <a:lnTo>
                  <a:pt x="2252547" y="1789839"/>
                </a:lnTo>
                <a:lnTo>
                  <a:pt x="2274342" y="1749089"/>
                </a:lnTo>
                <a:lnTo>
                  <a:pt x="2294460" y="1707704"/>
                </a:lnTo>
                <a:lnTo>
                  <a:pt x="2312902" y="1665734"/>
                </a:lnTo>
                <a:lnTo>
                  <a:pt x="2329667" y="1623231"/>
                </a:lnTo>
                <a:lnTo>
                  <a:pt x="2344755" y="1580245"/>
                </a:lnTo>
                <a:lnTo>
                  <a:pt x="2358167" y="1536827"/>
                </a:lnTo>
                <a:lnTo>
                  <a:pt x="2369903" y="1493028"/>
                </a:lnTo>
                <a:lnTo>
                  <a:pt x="2379962" y="1448899"/>
                </a:lnTo>
                <a:lnTo>
                  <a:pt x="2388345" y="1404490"/>
                </a:lnTo>
                <a:lnTo>
                  <a:pt x="2395051" y="1359852"/>
                </a:lnTo>
                <a:lnTo>
                  <a:pt x="2400080" y="1315037"/>
                </a:lnTo>
                <a:lnTo>
                  <a:pt x="2403433" y="1270095"/>
                </a:lnTo>
                <a:lnTo>
                  <a:pt x="2405110" y="1225076"/>
                </a:lnTo>
                <a:lnTo>
                  <a:pt x="2405110" y="1180033"/>
                </a:lnTo>
                <a:lnTo>
                  <a:pt x="2403433" y="1135014"/>
                </a:lnTo>
                <a:lnTo>
                  <a:pt x="2400080" y="1090072"/>
                </a:lnTo>
                <a:lnTo>
                  <a:pt x="2395051" y="1045257"/>
                </a:lnTo>
                <a:lnTo>
                  <a:pt x="2388345" y="1000619"/>
                </a:lnTo>
                <a:lnTo>
                  <a:pt x="2379962" y="956211"/>
                </a:lnTo>
                <a:lnTo>
                  <a:pt x="2369903" y="912081"/>
                </a:lnTo>
                <a:lnTo>
                  <a:pt x="2358167" y="868282"/>
                </a:lnTo>
                <a:lnTo>
                  <a:pt x="2344755" y="824864"/>
                </a:lnTo>
                <a:lnTo>
                  <a:pt x="2329667" y="781879"/>
                </a:lnTo>
                <a:lnTo>
                  <a:pt x="2312902" y="739375"/>
                </a:lnTo>
                <a:lnTo>
                  <a:pt x="2294460" y="697406"/>
                </a:lnTo>
                <a:lnTo>
                  <a:pt x="2274342" y="656020"/>
                </a:lnTo>
                <a:lnTo>
                  <a:pt x="2252547" y="615270"/>
                </a:lnTo>
                <a:lnTo>
                  <a:pt x="2229076" y="575206"/>
                </a:lnTo>
                <a:lnTo>
                  <a:pt x="2203928" y="535879"/>
                </a:lnTo>
                <a:lnTo>
                  <a:pt x="2177104" y="497339"/>
                </a:lnTo>
                <a:lnTo>
                  <a:pt x="2148603" y="459637"/>
                </a:lnTo>
                <a:lnTo>
                  <a:pt x="2118426" y="422825"/>
                </a:lnTo>
                <a:lnTo>
                  <a:pt x="2086572" y="386953"/>
                </a:lnTo>
                <a:lnTo>
                  <a:pt x="2053042" y="352072"/>
                </a:lnTo>
                <a:lnTo>
                  <a:pt x="2018160" y="318541"/>
                </a:lnTo>
                <a:lnTo>
                  <a:pt x="1982288" y="286687"/>
                </a:lnTo>
                <a:lnTo>
                  <a:pt x="1945475" y="256509"/>
                </a:lnTo>
                <a:lnTo>
                  <a:pt x="1907774" y="228008"/>
                </a:lnTo>
                <a:lnTo>
                  <a:pt x="1869234" y="201184"/>
                </a:lnTo>
                <a:lnTo>
                  <a:pt x="1829906" y="176036"/>
                </a:lnTo>
                <a:lnTo>
                  <a:pt x="1789842" y="152564"/>
                </a:lnTo>
                <a:lnTo>
                  <a:pt x="1749091" y="130769"/>
                </a:lnTo>
                <a:lnTo>
                  <a:pt x="1707706" y="110651"/>
                </a:lnTo>
                <a:lnTo>
                  <a:pt x="1665736" y="92209"/>
                </a:lnTo>
                <a:lnTo>
                  <a:pt x="1623232" y="75444"/>
                </a:lnTo>
                <a:lnTo>
                  <a:pt x="1580246" y="60355"/>
                </a:lnTo>
                <a:lnTo>
                  <a:pt x="1536828" y="46942"/>
                </a:lnTo>
                <a:lnTo>
                  <a:pt x="1493029" y="35207"/>
                </a:lnTo>
                <a:lnTo>
                  <a:pt x="1448900" y="25148"/>
                </a:lnTo>
                <a:lnTo>
                  <a:pt x="1404491" y="16765"/>
                </a:lnTo>
                <a:lnTo>
                  <a:pt x="1359853" y="10059"/>
                </a:lnTo>
                <a:lnTo>
                  <a:pt x="1315038" y="5029"/>
                </a:lnTo>
                <a:lnTo>
                  <a:pt x="1270096" y="1676"/>
                </a:lnTo>
                <a:lnTo>
                  <a:pt x="1225077" y="0"/>
                </a:lnTo>
                <a:close/>
              </a:path>
            </a:pathLst>
          </a:custGeom>
          <a:solidFill>
            <a:srgbClr val="6BCB7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1" name="Google Shape;141;p4"/>
          <p:cNvSpPr txBox="1"/>
          <p:nvPr/>
        </p:nvSpPr>
        <p:spPr>
          <a:xfrm>
            <a:off x="9055788" y="4180379"/>
            <a:ext cx="1992630" cy="40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3338010" y="3182133"/>
            <a:ext cx="2405380" cy="2405380"/>
          </a:xfrm>
          <a:custGeom>
            <a:rect b="b" l="l" r="r" t="t"/>
            <a:pathLst>
              <a:path extrusionOk="0" h="2405379" w="2405380">
                <a:moveTo>
                  <a:pt x="1225083" y="0"/>
                </a:moveTo>
                <a:lnTo>
                  <a:pt x="1180039" y="0"/>
                </a:lnTo>
                <a:lnTo>
                  <a:pt x="1135021" y="1676"/>
                </a:lnTo>
                <a:lnTo>
                  <a:pt x="1090078" y="5029"/>
                </a:lnTo>
                <a:lnTo>
                  <a:pt x="1045263" y="10059"/>
                </a:lnTo>
                <a:lnTo>
                  <a:pt x="1000626" y="16765"/>
                </a:lnTo>
                <a:lnTo>
                  <a:pt x="956217" y="25148"/>
                </a:lnTo>
                <a:lnTo>
                  <a:pt x="912088" y="35207"/>
                </a:lnTo>
                <a:lnTo>
                  <a:pt x="868289" y="46942"/>
                </a:lnTo>
                <a:lnTo>
                  <a:pt x="824871" y="60355"/>
                </a:lnTo>
                <a:lnTo>
                  <a:pt x="781885" y="75444"/>
                </a:lnTo>
                <a:lnTo>
                  <a:pt x="739381" y="92209"/>
                </a:lnTo>
                <a:lnTo>
                  <a:pt x="697411" y="110651"/>
                </a:lnTo>
                <a:lnTo>
                  <a:pt x="656026" y="130769"/>
                </a:lnTo>
                <a:lnTo>
                  <a:pt x="615275" y="152564"/>
                </a:lnTo>
                <a:lnTo>
                  <a:pt x="575211" y="176036"/>
                </a:lnTo>
                <a:lnTo>
                  <a:pt x="535883" y="201184"/>
                </a:lnTo>
                <a:lnTo>
                  <a:pt x="497343" y="228008"/>
                </a:lnTo>
                <a:lnTo>
                  <a:pt x="459642" y="256509"/>
                </a:lnTo>
                <a:lnTo>
                  <a:pt x="422829" y="286687"/>
                </a:lnTo>
                <a:lnTo>
                  <a:pt x="386957" y="318541"/>
                </a:lnTo>
                <a:lnTo>
                  <a:pt x="352075" y="352072"/>
                </a:lnTo>
                <a:lnTo>
                  <a:pt x="318544" y="386953"/>
                </a:lnTo>
                <a:lnTo>
                  <a:pt x="286690" y="422825"/>
                </a:lnTo>
                <a:lnTo>
                  <a:pt x="256512" y="459637"/>
                </a:lnTo>
                <a:lnTo>
                  <a:pt x="228010" y="497339"/>
                </a:lnTo>
                <a:lnTo>
                  <a:pt x="201186" y="535879"/>
                </a:lnTo>
                <a:lnTo>
                  <a:pt x="176037" y="575206"/>
                </a:lnTo>
                <a:lnTo>
                  <a:pt x="152566" y="615270"/>
                </a:lnTo>
                <a:lnTo>
                  <a:pt x="130770" y="656020"/>
                </a:lnTo>
                <a:lnTo>
                  <a:pt x="110652" y="697406"/>
                </a:lnTo>
                <a:lnTo>
                  <a:pt x="92210" y="739375"/>
                </a:lnTo>
                <a:lnTo>
                  <a:pt x="75444" y="781879"/>
                </a:lnTo>
                <a:lnTo>
                  <a:pt x="60355" y="824864"/>
                </a:lnTo>
                <a:lnTo>
                  <a:pt x="46943" y="868282"/>
                </a:lnTo>
                <a:lnTo>
                  <a:pt x="35207" y="912081"/>
                </a:lnTo>
                <a:lnTo>
                  <a:pt x="25148" y="956211"/>
                </a:lnTo>
                <a:lnTo>
                  <a:pt x="16765" y="1000619"/>
                </a:lnTo>
                <a:lnTo>
                  <a:pt x="10059" y="1045257"/>
                </a:lnTo>
                <a:lnTo>
                  <a:pt x="5029" y="1090072"/>
                </a:lnTo>
                <a:lnTo>
                  <a:pt x="1676" y="1135014"/>
                </a:lnTo>
                <a:lnTo>
                  <a:pt x="0" y="1180033"/>
                </a:lnTo>
                <a:lnTo>
                  <a:pt x="0" y="1225076"/>
                </a:lnTo>
                <a:lnTo>
                  <a:pt x="1676" y="1270095"/>
                </a:lnTo>
                <a:lnTo>
                  <a:pt x="5029" y="1315037"/>
                </a:lnTo>
                <a:lnTo>
                  <a:pt x="10059" y="1359852"/>
                </a:lnTo>
                <a:lnTo>
                  <a:pt x="16765" y="1404490"/>
                </a:lnTo>
                <a:lnTo>
                  <a:pt x="25148" y="1448899"/>
                </a:lnTo>
                <a:lnTo>
                  <a:pt x="35207" y="1493028"/>
                </a:lnTo>
                <a:lnTo>
                  <a:pt x="46943" y="1536827"/>
                </a:lnTo>
                <a:lnTo>
                  <a:pt x="60355" y="1580245"/>
                </a:lnTo>
                <a:lnTo>
                  <a:pt x="75444" y="1623231"/>
                </a:lnTo>
                <a:lnTo>
                  <a:pt x="92210" y="1665734"/>
                </a:lnTo>
                <a:lnTo>
                  <a:pt x="110652" y="1707704"/>
                </a:lnTo>
                <a:lnTo>
                  <a:pt x="130770" y="1749089"/>
                </a:lnTo>
                <a:lnTo>
                  <a:pt x="152566" y="1789839"/>
                </a:lnTo>
                <a:lnTo>
                  <a:pt x="176037" y="1829903"/>
                </a:lnTo>
                <a:lnTo>
                  <a:pt x="201186" y="1869231"/>
                </a:lnTo>
                <a:lnTo>
                  <a:pt x="228010" y="1907771"/>
                </a:lnTo>
                <a:lnTo>
                  <a:pt x="256512" y="1945472"/>
                </a:lnTo>
                <a:lnTo>
                  <a:pt x="286690" y="1982284"/>
                </a:lnTo>
                <a:lnTo>
                  <a:pt x="318544" y="2018157"/>
                </a:lnTo>
                <a:lnTo>
                  <a:pt x="352075" y="2053038"/>
                </a:lnTo>
                <a:lnTo>
                  <a:pt x="386957" y="2086569"/>
                </a:lnTo>
                <a:lnTo>
                  <a:pt x="422829" y="2118423"/>
                </a:lnTo>
                <a:lnTo>
                  <a:pt x="459642" y="2148600"/>
                </a:lnTo>
                <a:lnTo>
                  <a:pt x="497343" y="2177101"/>
                </a:lnTo>
                <a:lnTo>
                  <a:pt x="535883" y="2203926"/>
                </a:lnTo>
                <a:lnTo>
                  <a:pt x="575211" y="2229074"/>
                </a:lnTo>
                <a:lnTo>
                  <a:pt x="615275" y="2252546"/>
                </a:lnTo>
                <a:lnTo>
                  <a:pt x="656026" y="2274341"/>
                </a:lnTo>
                <a:lnTo>
                  <a:pt x="697411" y="2294459"/>
                </a:lnTo>
                <a:lnTo>
                  <a:pt x="739381" y="2312901"/>
                </a:lnTo>
                <a:lnTo>
                  <a:pt x="781885" y="2329666"/>
                </a:lnTo>
                <a:lnTo>
                  <a:pt x="824871" y="2344755"/>
                </a:lnTo>
                <a:lnTo>
                  <a:pt x="868289" y="2358167"/>
                </a:lnTo>
                <a:lnTo>
                  <a:pt x="912088" y="2369903"/>
                </a:lnTo>
                <a:lnTo>
                  <a:pt x="956217" y="2379962"/>
                </a:lnTo>
                <a:lnTo>
                  <a:pt x="1000626" y="2388345"/>
                </a:lnTo>
                <a:lnTo>
                  <a:pt x="1045263" y="2395051"/>
                </a:lnTo>
                <a:lnTo>
                  <a:pt x="1090078" y="2400081"/>
                </a:lnTo>
                <a:lnTo>
                  <a:pt x="1135021" y="2403434"/>
                </a:lnTo>
                <a:lnTo>
                  <a:pt x="1180039" y="2405110"/>
                </a:lnTo>
                <a:lnTo>
                  <a:pt x="1225083" y="2405110"/>
                </a:lnTo>
                <a:lnTo>
                  <a:pt x="1270101" y="2403434"/>
                </a:lnTo>
                <a:lnTo>
                  <a:pt x="1315043" y="2400081"/>
                </a:lnTo>
                <a:lnTo>
                  <a:pt x="1359858" y="2395051"/>
                </a:lnTo>
                <a:lnTo>
                  <a:pt x="1404496" y="2388345"/>
                </a:lnTo>
                <a:lnTo>
                  <a:pt x="1448904" y="2379962"/>
                </a:lnTo>
                <a:lnTo>
                  <a:pt x="1493033" y="2369903"/>
                </a:lnTo>
                <a:lnTo>
                  <a:pt x="1536832" y="2358167"/>
                </a:lnTo>
                <a:lnTo>
                  <a:pt x="1580250" y="2344755"/>
                </a:lnTo>
                <a:lnTo>
                  <a:pt x="1623236" y="2329666"/>
                </a:lnTo>
                <a:lnTo>
                  <a:pt x="1665739" y="2312901"/>
                </a:lnTo>
                <a:lnTo>
                  <a:pt x="1707708" y="2294459"/>
                </a:lnTo>
                <a:lnTo>
                  <a:pt x="1749093" y="2274341"/>
                </a:lnTo>
                <a:lnTo>
                  <a:pt x="1789843" y="2252546"/>
                </a:lnTo>
                <a:lnTo>
                  <a:pt x="1829907" y="2229074"/>
                </a:lnTo>
                <a:lnTo>
                  <a:pt x="1869234" y="2203926"/>
                </a:lnTo>
                <a:lnTo>
                  <a:pt x="1907773" y="2177101"/>
                </a:lnTo>
                <a:lnTo>
                  <a:pt x="1945474" y="2148600"/>
                </a:lnTo>
                <a:lnTo>
                  <a:pt x="1982286" y="2118423"/>
                </a:lnTo>
                <a:lnTo>
                  <a:pt x="2018158" y="2086569"/>
                </a:lnTo>
                <a:lnTo>
                  <a:pt x="2053039" y="2053038"/>
                </a:lnTo>
                <a:lnTo>
                  <a:pt x="2086570" y="2018157"/>
                </a:lnTo>
                <a:lnTo>
                  <a:pt x="2118424" y="1982284"/>
                </a:lnTo>
                <a:lnTo>
                  <a:pt x="2148602" y="1945472"/>
                </a:lnTo>
                <a:lnTo>
                  <a:pt x="2177104" y="1907771"/>
                </a:lnTo>
                <a:lnTo>
                  <a:pt x="2203928" y="1869231"/>
                </a:lnTo>
                <a:lnTo>
                  <a:pt x="2229077" y="1829903"/>
                </a:lnTo>
                <a:lnTo>
                  <a:pt x="2252548" y="1789839"/>
                </a:lnTo>
                <a:lnTo>
                  <a:pt x="2274344" y="1749089"/>
                </a:lnTo>
                <a:lnTo>
                  <a:pt x="2294462" y="1707704"/>
                </a:lnTo>
                <a:lnTo>
                  <a:pt x="2312904" y="1665734"/>
                </a:lnTo>
                <a:lnTo>
                  <a:pt x="2329670" y="1623231"/>
                </a:lnTo>
                <a:lnTo>
                  <a:pt x="2344759" y="1580245"/>
                </a:lnTo>
                <a:lnTo>
                  <a:pt x="2358171" y="1536827"/>
                </a:lnTo>
                <a:lnTo>
                  <a:pt x="2369907" y="1493028"/>
                </a:lnTo>
                <a:lnTo>
                  <a:pt x="2379966" y="1448899"/>
                </a:lnTo>
                <a:lnTo>
                  <a:pt x="2388349" y="1404490"/>
                </a:lnTo>
                <a:lnTo>
                  <a:pt x="2395055" y="1359852"/>
                </a:lnTo>
                <a:lnTo>
                  <a:pt x="2400085" y="1315037"/>
                </a:lnTo>
                <a:lnTo>
                  <a:pt x="2403438" y="1270095"/>
                </a:lnTo>
                <a:lnTo>
                  <a:pt x="2405114" y="1225076"/>
                </a:lnTo>
                <a:lnTo>
                  <a:pt x="2405114" y="1180033"/>
                </a:lnTo>
                <a:lnTo>
                  <a:pt x="2403438" y="1135014"/>
                </a:lnTo>
                <a:lnTo>
                  <a:pt x="2400085" y="1090072"/>
                </a:lnTo>
                <a:lnTo>
                  <a:pt x="2395055" y="1045257"/>
                </a:lnTo>
                <a:lnTo>
                  <a:pt x="2388349" y="1000619"/>
                </a:lnTo>
                <a:lnTo>
                  <a:pt x="2379966" y="956211"/>
                </a:lnTo>
                <a:lnTo>
                  <a:pt x="2369907" y="912081"/>
                </a:lnTo>
                <a:lnTo>
                  <a:pt x="2358171" y="868282"/>
                </a:lnTo>
                <a:lnTo>
                  <a:pt x="2344759" y="824864"/>
                </a:lnTo>
                <a:lnTo>
                  <a:pt x="2329670" y="781879"/>
                </a:lnTo>
                <a:lnTo>
                  <a:pt x="2312904" y="739375"/>
                </a:lnTo>
                <a:lnTo>
                  <a:pt x="2294462" y="697406"/>
                </a:lnTo>
                <a:lnTo>
                  <a:pt x="2274344" y="656020"/>
                </a:lnTo>
                <a:lnTo>
                  <a:pt x="2252548" y="615270"/>
                </a:lnTo>
                <a:lnTo>
                  <a:pt x="2229077" y="575206"/>
                </a:lnTo>
                <a:lnTo>
                  <a:pt x="2203928" y="535879"/>
                </a:lnTo>
                <a:lnTo>
                  <a:pt x="2177104" y="497339"/>
                </a:lnTo>
                <a:lnTo>
                  <a:pt x="2148602" y="459637"/>
                </a:lnTo>
                <a:lnTo>
                  <a:pt x="2118424" y="422825"/>
                </a:lnTo>
                <a:lnTo>
                  <a:pt x="2086570" y="386953"/>
                </a:lnTo>
                <a:lnTo>
                  <a:pt x="2053039" y="352072"/>
                </a:lnTo>
                <a:lnTo>
                  <a:pt x="2018158" y="318541"/>
                </a:lnTo>
                <a:lnTo>
                  <a:pt x="1982286" y="286687"/>
                </a:lnTo>
                <a:lnTo>
                  <a:pt x="1945474" y="256509"/>
                </a:lnTo>
                <a:lnTo>
                  <a:pt x="1907773" y="228008"/>
                </a:lnTo>
                <a:lnTo>
                  <a:pt x="1869234" y="201184"/>
                </a:lnTo>
                <a:lnTo>
                  <a:pt x="1829907" y="176036"/>
                </a:lnTo>
                <a:lnTo>
                  <a:pt x="1789843" y="152564"/>
                </a:lnTo>
                <a:lnTo>
                  <a:pt x="1749093" y="130769"/>
                </a:lnTo>
                <a:lnTo>
                  <a:pt x="1707708" y="110651"/>
                </a:lnTo>
                <a:lnTo>
                  <a:pt x="1665739" y="92209"/>
                </a:lnTo>
                <a:lnTo>
                  <a:pt x="1623236" y="75444"/>
                </a:lnTo>
                <a:lnTo>
                  <a:pt x="1580250" y="60355"/>
                </a:lnTo>
                <a:lnTo>
                  <a:pt x="1536832" y="46942"/>
                </a:lnTo>
                <a:lnTo>
                  <a:pt x="1493033" y="35207"/>
                </a:lnTo>
                <a:lnTo>
                  <a:pt x="1448904" y="25148"/>
                </a:lnTo>
                <a:lnTo>
                  <a:pt x="1404496" y="16765"/>
                </a:lnTo>
                <a:lnTo>
                  <a:pt x="1359858" y="10059"/>
                </a:lnTo>
                <a:lnTo>
                  <a:pt x="1315043" y="5029"/>
                </a:lnTo>
                <a:lnTo>
                  <a:pt x="1270101" y="1676"/>
                </a:lnTo>
                <a:lnTo>
                  <a:pt x="1225083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3" name="Google Shape;143;p4"/>
          <p:cNvSpPr txBox="1"/>
          <p:nvPr/>
        </p:nvSpPr>
        <p:spPr>
          <a:xfrm>
            <a:off x="14152543" y="4179019"/>
            <a:ext cx="776605" cy="40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96239" y="2983769"/>
            <a:ext cx="1682114" cy="2691130"/>
          </a:xfrm>
          <a:custGeom>
            <a:rect b="b" l="l" r="r" t="t"/>
            <a:pathLst>
              <a:path extrusionOk="0" h="2691129" w="1682114">
                <a:moveTo>
                  <a:pt x="1613471" y="0"/>
                </a:moveTo>
                <a:lnTo>
                  <a:pt x="0" y="0"/>
                </a:lnTo>
                <a:lnTo>
                  <a:pt x="0" y="2690660"/>
                </a:lnTo>
                <a:lnTo>
                  <a:pt x="1613471" y="2690660"/>
                </a:lnTo>
                <a:lnTo>
                  <a:pt x="1613471" y="0"/>
                </a:lnTo>
                <a:close/>
              </a:path>
              <a:path extrusionOk="0" h="2691129" w="1682114">
                <a:moveTo>
                  <a:pt x="1681530" y="0"/>
                </a:moveTo>
                <a:lnTo>
                  <a:pt x="1676298" y="0"/>
                </a:lnTo>
                <a:lnTo>
                  <a:pt x="1676298" y="2690660"/>
                </a:lnTo>
                <a:lnTo>
                  <a:pt x="1681530" y="2690660"/>
                </a:lnTo>
                <a:lnTo>
                  <a:pt x="1681530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5" name="Google Shape;145;p4"/>
          <p:cNvSpPr txBox="1"/>
          <p:nvPr/>
        </p:nvSpPr>
        <p:spPr>
          <a:xfrm>
            <a:off x="1050134" y="4095747"/>
            <a:ext cx="77470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2241128" y="2983758"/>
            <a:ext cx="0" cy="2691130"/>
          </a:xfrm>
          <a:custGeom>
            <a:rect b="b" l="l" r="r" t="t"/>
            <a:pathLst>
              <a:path extrusionOk="0" h="2691129" w="120000">
                <a:moveTo>
                  <a:pt x="0" y="2690667"/>
                </a:moveTo>
                <a:lnTo>
                  <a:pt x="0" y="0"/>
                </a:lnTo>
              </a:path>
            </a:pathLst>
          </a:custGeom>
          <a:noFill/>
          <a:ln cap="flat" cmpd="sng" w="62825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47" name="Google Shape;147;p4"/>
          <p:cNvGrpSpPr/>
          <p:nvPr/>
        </p:nvGrpSpPr>
        <p:grpSpPr>
          <a:xfrm>
            <a:off x="2549183" y="4440284"/>
            <a:ext cx="1587628" cy="327025"/>
            <a:chOff x="2549183" y="4440284"/>
            <a:chExt cx="1587628" cy="327025"/>
          </a:xfrm>
        </p:grpSpPr>
        <p:sp>
          <p:nvSpPr>
            <p:cNvPr id="148" name="Google Shape;148;p4"/>
            <p:cNvSpPr/>
            <p:nvPr/>
          </p:nvSpPr>
          <p:spPr>
            <a:xfrm>
              <a:off x="2549183" y="4603630"/>
              <a:ext cx="1303020" cy="0"/>
            </a:xfrm>
            <a:custGeom>
              <a:rect b="b" l="l" r="r" t="t"/>
              <a:pathLst>
                <a:path extrusionOk="0" h="120000" w="1303020">
                  <a:moveTo>
                    <a:pt x="0" y="0"/>
                  </a:moveTo>
                  <a:lnTo>
                    <a:pt x="1260603" y="0"/>
                  </a:lnTo>
                  <a:lnTo>
                    <a:pt x="1302487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3809786" y="4440284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50" name="Google Shape;15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7755" y="8195806"/>
            <a:ext cx="261772" cy="261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7755" y="9580057"/>
            <a:ext cx="261772" cy="2617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4"/>
          <p:cNvGrpSpPr/>
          <p:nvPr/>
        </p:nvGrpSpPr>
        <p:grpSpPr>
          <a:xfrm>
            <a:off x="2549183" y="3528593"/>
            <a:ext cx="1587828" cy="800832"/>
            <a:chOff x="2549183" y="3528593"/>
            <a:chExt cx="1587828" cy="800832"/>
          </a:xfrm>
        </p:grpSpPr>
        <p:sp>
          <p:nvSpPr>
            <p:cNvPr id="153" name="Google Shape;153;p4"/>
            <p:cNvSpPr/>
            <p:nvPr/>
          </p:nvSpPr>
          <p:spPr>
            <a:xfrm>
              <a:off x="2833991" y="4165746"/>
              <a:ext cx="1303020" cy="0"/>
            </a:xfrm>
            <a:custGeom>
              <a:rect b="b" l="l" r="r" t="t"/>
              <a:pathLst>
                <a:path extrusionOk="0" h="120000" w="1303020">
                  <a:moveTo>
                    <a:pt x="0" y="0"/>
                  </a:moveTo>
                  <a:lnTo>
                    <a:pt x="41883" y="0"/>
                  </a:lnTo>
                  <a:lnTo>
                    <a:pt x="1302487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2549183" y="4002400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326691" y="0"/>
                  </a:moveTo>
                  <a:lnTo>
                    <a:pt x="0" y="163345"/>
                  </a:lnTo>
                  <a:lnTo>
                    <a:pt x="326691" y="326691"/>
                  </a:lnTo>
                  <a:lnTo>
                    <a:pt x="326691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3105927" y="3528593"/>
              <a:ext cx="474345" cy="474345"/>
            </a:xfrm>
            <a:custGeom>
              <a:rect b="b" l="l" r="r" t="t"/>
              <a:pathLst>
                <a:path extrusionOk="0" h="474345" w="474345">
                  <a:moveTo>
                    <a:pt x="236903" y="0"/>
                  </a:moveTo>
                  <a:lnTo>
                    <a:pt x="191656" y="4336"/>
                  </a:lnTo>
                  <a:lnTo>
                    <a:pt x="147756" y="17346"/>
                  </a:lnTo>
                  <a:lnTo>
                    <a:pt x="106551" y="39030"/>
                  </a:lnTo>
                  <a:lnTo>
                    <a:pt x="69387" y="69387"/>
                  </a:lnTo>
                  <a:lnTo>
                    <a:pt x="39030" y="106551"/>
                  </a:lnTo>
                  <a:lnTo>
                    <a:pt x="17346" y="147756"/>
                  </a:lnTo>
                  <a:lnTo>
                    <a:pt x="4336" y="191656"/>
                  </a:lnTo>
                  <a:lnTo>
                    <a:pt x="0" y="236903"/>
                  </a:lnTo>
                  <a:lnTo>
                    <a:pt x="4336" y="282151"/>
                  </a:lnTo>
                  <a:lnTo>
                    <a:pt x="17346" y="326051"/>
                  </a:lnTo>
                  <a:lnTo>
                    <a:pt x="39030" y="367256"/>
                  </a:lnTo>
                  <a:lnTo>
                    <a:pt x="69387" y="404420"/>
                  </a:lnTo>
                  <a:lnTo>
                    <a:pt x="106551" y="434777"/>
                  </a:lnTo>
                  <a:lnTo>
                    <a:pt x="147756" y="456460"/>
                  </a:lnTo>
                  <a:lnTo>
                    <a:pt x="191656" y="469470"/>
                  </a:lnTo>
                  <a:lnTo>
                    <a:pt x="236903" y="473807"/>
                  </a:lnTo>
                  <a:lnTo>
                    <a:pt x="282151" y="469470"/>
                  </a:lnTo>
                  <a:lnTo>
                    <a:pt x="326051" y="456460"/>
                  </a:lnTo>
                  <a:lnTo>
                    <a:pt x="367256" y="434777"/>
                  </a:lnTo>
                  <a:lnTo>
                    <a:pt x="404420" y="404420"/>
                  </a:lnTo>
                  <a:lnTo>
                    <a:pt x="434777" y="367256"/>
                  </a:lnTo>
                  <a:lnTo>
                    <a:pt x="456460" y="326051"/>
                  </a:lnTo>
                  <a:lnTo>
                    <a:pt x="469470" y="282151"/>
                  </a:lnTo>
                  <a:lnTo>
                    <a:pt x="473807" y="236903"/>
                  </a:lnTo>
                  <a:lnTo>
                    <a:pt x="469470" y="191656"/>
                  </a:lnTo>
                  <a:lnTo>
                    <a:pt x="456460" y="147756"/>
                  </a:lnTo>
                  <a:lnTo>
                    <a:pt x="434777" y="106551"/>
                  </a:lnTo>
                  <a:lnTo>
                    <a:pt x="404420" y="69387"/>
                  </a:lnTo>
                  <a:lnTo>
                    <a:pt x="367256" y="39030"/>
                  </a:lnTo>
                  <a:lnTo>
                    <a:pt x="326051" y="17346"/>
                  </a:lnTo>
                  <a:lnTo>
                    <a:pt x="282151" y="4336"/>
                  </a:lnTo>
                  <a:lnTo>
                    <a:pt x="236903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6" name="Google Shape;156;p4"/>
          <p:cNvSpPr txBox="1"/>
          <p:nvPr/>
        </p:nvSpPr>
        <p:spPr>
          <a:xfrm>
            <a:off x="8768600" y="8088585"/>
            <a:ext cx="3081655" cy="258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Bridge between model and views (which don’t know about one another)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316230" rtl="0" algn="l">
              <a:lnSpc>
                <a:spcPct val="119500"/>
              </a:lnSpc>
              <a:spcBef>
                <a:spcPts val="165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Handles UI events and </a:t>
            </a: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dispatches tasks to model and view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4"/>
          <p:cNvGrpSpPr/>
          <p:nvPr/>
        </p:nvGrpSpPr>
        <p:grpSpPr>
          <a:xfrm>
            <a:off x="11072521" y="2226524"/>
            <a:ext cx="6529852" cy="2266247"/>
            <a:chOff x="11072521" y="2226524"/>
            <a:chExt cx="6529852" cy="2266247"/>
          </a:xfrm>
        </p:grpSpPr>
        <p:sp>
          <p:nvSpPr>
            <p:cNvPr id="158" name="Google Shape;158;p4"/>
            <p:cNvSpPr/>
            <p:nvPr/>
          </p:nvSpPr>
          <p:spPr>
            <a:xfrm>
              <a:off x="11305671" y="2737020"/>
              <a:ext cx="6240780" cy="1097915"/>
            </a:xfrm>
            <a:custGeom>
              <a:rect b="b" l="l" r="r" t="t"/>
              <a:pathLst>
                <a:path extrusionOk="0" h="1097914" w="6240780">
                  <a:moveTo>
                    <a:pt x="0" y="524990"/>
                  </a:moveTo>
                  <a:lnTo>
                    <a:pt x="82269" y="492056"/>
                  </a:lnTo>
                  <a:lnTo>
                    <a:pt x="130657" y="473499"/>
                  </a:lnTo>
                  <a:lnTo>
                    <a:pt x="179023" y="455299"/>
                  </a:lnTo>
                  <a:lnTo>
                    <a:pt x="227369" y="437456"/>
                  </a:lnTo>
                  <a:lnTo>
                    <a:pt x="275693" y="419969"/>
                  </a:lnTo>
                  <a:lnTo>
                    <a:pt x="323996" y="402839"/>
                  </a:lnTo>
                  <a:lnTo>
                    <a:pt x="372278" y="386065"/>
                  </a:lnTo>
                  <a:lnTo>
                    <a:pt x="420539" y="369648"/>
                  </a:lnTo>
                  <a:lnTo>
                    <a:pt x="468778" y="353588"/>
                  </a:lnTo>
                  <a:lnTo>
                    <a:pt x="516996" y="337885"/>
                  </a:lnTo>
                  <a:lnTo>
                    <a:pt x="565193" y="322538"/>
                  </a:lnTo>
                  <a:lnTo>
                    <a:pt x="613369" y="307547"/>
                  </a:lnTo>
                  <a:lnTo>
                    <a:pt x="661524" y="292914"/>
                  </a:lnTo>
                  <a:lnTo>
                    <a:pt x="709657" y="278637"/>
                  </a:lnTo>
                  <a:lnTo>
                    <a:pt x="757769" y="264716"/>
                  </a:lnTo>
                  <a:lnTo>
                    <a:pt x="805860" y="251153"/>
                  </a:lnTo>
                  <a:lnTo>
                    <a:pt x="853930" y="237946"/>
                  </a:lnTo>
                  <a:lnTo>
                    <a:pt x="901978" y="225095"/>
                  </a:lnTo>
                  <a:lnTo>
                    <a:pt x="950005" y="212601"/>
                  </a:lnTo>
                  <a:lnTo>
                    <a:pt x="998011" y="200464"/>
                  </a:lnTo>
                  <a:lnTo>
                    <a:pt x="1045996" y="188684"/>
                  </a:lnTo>
                  <a:lnTo>
                    <a:pt x="1093960" y="177260"/>
                  </a:lnTo>
                  <a:lnTo>
                    <a:pt x="1141902" y="166192"/>
                  </a:lnTo>
                  <a:lnTo>
                    <a:pt x="1189823" y="155482"/>
                  </a:lnTo>
                  <a:lnTo>
                    <a:pt x="1237723" y="145128"/>
                  </a:lnTo>
                  <a:lnTo>
                    <a:pt x="1285602" y="135131"/>
                  </a:lnTo>
                  <a:lnTo>
                    <a:pt x="1333459" y="125490"/>
                  </a:lnTo>
                  <a:lnTo>
                    <a:pt x="1381296" y="116206"/>
                  </a:lnTo>
                  <a:lnTo>
                    <a:pt x="1429111" y="107278"/>
                  </a:lnTo>
                  <a:lnTo>
                    <a:pt x="1476905" y="98708"/>
                  </a:lnTo>
                  <a:lnTo>
                    <a:pt x="1524677" y="90493"/>
                  </a:lnTo>
                  <a:lnTo>
                    <a:pt x="1572429" y="82636"/>
                  </a:lnTo>
                  <a:lnTo>
                    <a:pt x="1620159" y="75135"/>
                  </a:lnTo>
                  <a:lnTo>
                    <a:pt x="1667868" y="67991"/>
                  </a:lnTo>
                  <a:lnTo>
                    <a:pt x="1715556" y="61203"/>
                  </a:lnTo>
                  <a:lnTo>
                    <a:pt x="1763222" y="54772"/>
                  </a:lnTo>
                  <a:lnTo>
                    <a:pt x="1810868" y="48698"/>
                  </a:lnTo>
                  <a:lnTo>
                    <a:pt x="1858492" y="42980"/>
                  </a:lnTo>
                  <a:lnTo>
                    <a:pt x="1906095" y="37619"/>
                  </a:lnTo>
                  <a:lnTo>
                    <a:pt x="1953676" y="32615"/>
                  </a:lnTo>
                  <a:lnTo>
                    <a:pt x="2001237" y="27967"/>
                  </a:lnTo>
                  <a:lnTo>
                    <a:pt x="2048776" y="23676"/>
                  </a:lnTo>
                  <a:lnTo>
                    <a:pt x="2096294" y="19741"/>
                  </a:lnTo>
                  <a:lnTo>
                    <a:pt x="2143791" y="16163"/>
                  </a:lnTo>
                  <a:lnTo>
                    <a:pt x="2191267" y="12942"/>
                  </a:lnTo>
                  <a:lnTo>
                    <a:pt x="2238721" y="10077"/>
                  </a:lnTo>
                  <a:lnTo>
                    <a:pt x="2286155" y="7569"/>
                  </a:lnTo>
                  <a:lnTo>
                    <a:pt x="2333567" y="5418"/>
                  </a:lnTo>
                  <a:lnTo>
                    <a:pt x="2380957" y="3623"/>
                  </a:lnTo>
                  <a:lnTo>
                    <a:pt x="2428327" y="2185"/>
                  </a:lnTo>
                  <a:lnTo>
                    <a:pt x="2475675" y="1104"/>
                  </a:lnTo>
                  <a:lnTo>
                    <a:pt x="2523003" y="379"/>
                  </a:lnTo>
                  <a:lnTo>
                    <a:pt x="2570309" y="11"/>
                  </a:lnTo>
                  <a:lnTo>
                    <a:pt x="2617593" y="0"/>
                  </a:lnTo>
                  <a:lnTo>
                    <a:pt x="2664857" y="345"/>
                  </a:lnTo>
                  <a:lnTo>
                    <a:pt x="2712099" y="1046"/>
                  </a:lnTo>
                  <a:lnTo>
                    <a:pt x="2759320" y="2105"/>
                  </a:lnTo>
                  <a:lnTo>
                    <a:pt x="2806520" y="3520"/>
                  </a:lnTo>
                  <a:lnTo>
                    <a:pt x="2853699" y="5291"/>
                  </a:lnTo>
                  <a:lnTo>
                    <a:pt x="2900857" y="7420"/>
                  </a:lnTo>
                  <a:lnTo>
                    <a:pt x="2947993" y="9905"/>
                  </a:lnTo>
                  <a:lnTo>
                    <a:pt x="2995108" y="12746"/>
                  </a:lnTo>
                  <a:lnTo>
                    <a:pt x="3042202" y="15944"/>
                  </a:lnTo>
                  <a:lnTo>
                    <a:pt x="3089275" y="19499"/>
                  </a:lnTo>
                  <a:lnTo>
                    <a:pt x="3136326" y="23411"/>
                  </a:lnTo>
                  <a:lnTo>
                    <a:pt x="3183357" y="27679"/>
                  </a:lnTo>
                  <a:lnTo>
                    <a:pt x="3230366" y="32303"/>
                  </a:lnTo>
                  <a:lnTo>
                    <a:pt x="3277353" y="37285"/>
                  </a:lnTo>
                  <a:lnTo>
                    <a:pt x="3324320" y="42623"/>
                  </a:lnTo>
                  <a:lnTo>
                    <a:pt x="3371266" y="48317"/>
                  </a:lnTo>
                  <a:lnTo>
                    <a:pt x="3418190" y="54369"/>
                  </a:lnTo>
                  <a:lnTo>
                    <a:pt x="3465093" y="60777"/>
                  </a:lnTo>
                  <a:lnTo>
                    <a:pt x="3511975" y="67541"/>
                  </a:lnTo>
                  <a:lnTo>
                    <a:pt x="3558835" y="74662"/>
                  </a:lnTo>
                  <a:lnTo>
                    <a:pt x="3605675" y="82140"/>
                  </a:lnTo>
                  <a:lnTo>
                    <a:pt x="3652493" y="89975"/>
                  </a:lnTo>
                  <a:lnTo>
                    <a:pt x="3699290" y="98166"/>
                  </a:lnTo>
                  <a:lnTo>
                    <a:pt x="3746066" y="106713"/>
                  </a:lnTo>
                  <a:lnTo>
                    <a:pt x="3792821" y="115618"/>
                  </a:lnTo>
                  <a:lnTo>
                    <a:pt x="3839554" y="124879"/>
                  </a:lnTo>
                  <a:lnTo>
                    <a:pt x="3886266" y="134496"/>
                  </a:lnTo>
                  <a:lnTo>
                    <a:pt x="3932957" y="144470"/>
                  </a:lnTo>
                  <a:lnTo>
                    <a:pt x="3979627" y="154801"/>
                  </a:lnTo>
                  <a:lnTo>
                    <a:pt x="4026276" y="165489"/>
                  </a:lnTo>
                  <a:lnTo>
                    <a:pt x="4072903" y="176533"/>
                  </a:lnTo>
                  <a:lnTo>
                    <a:pt x="4119509" y="187934"/>
                  </a:lnTo>
                  <a:lnTo>
                    <a:pt x="4166095" y="199691"/>
                  </a:lnTo>
                  <a:lnTo>
                    <a:pt x="4212658" y="211805"/>
                  </a:lnTo>
                  <a:lnTo>
                    <a:pt x="4259201" y="224276"/>
                  </a:lnTo>
                  <a:lnTo>
                    <a:pt x="4305722" y="237103"/>
                  </a:lnTo>
                  <a:lnTo>
                    <a:pt x="4352223" y="250287"/>
                  </a:lnTo>
                  <a:lnTo>
                    <a:pt x="4398702" y="263827"/>
                  </a:lnTo>
                  <a:lnTo>
                    <a:pt x="4445159" y="277724"/>
                  </a:lnTo>
                  <a:lnTo>
                    <a:pt x="4491596" y="291978"/>
                  </a:lnTo>
                  <a:lnTo>
                    <a:pt x="4538011" y="306589"/>
                  </a:lnTo>
                  <a:lnTo>
                    <a:pt x="4584406" y="321556"/>
                  </a:lnTo>
                  <a:lnTo>
                    <a:pt x="4630779" y="336879"/>
                  </a:lnTo>
                  <a:lnTo>
                    <a:pt x="4677131" y="352560"/>
                  </a:lnTo>
                  <a:lnTo>
                    <a:pt x="4723461" y="368597"/>
                  </a:lnTo>
                  <a:lnTo>
                    <a:pt x="4769771" y="384990"/>
                  </a:lnTo>
                  <a:lnTo>
                    <a:pt x="4816059" y="401741"/>
                  </a:lnTo>
                  <a:lnTo>
                    <a:pt x="4862326" y="418847"/>
                  </a:lnTo>
                  <a:lnTo>
                    <a:pt x="4908572" y="436311"/>
                  </a:lnTo>
                  <a:lnTo>
                    <a:pt x="4954796" y="454131"/>
                  </a:lnTo>
                  <a:lnTo>
                    <a:pt x="5001000" y="472308"/>
                  </a:lnTo>
                  <a:lnTo>
                    <a:pt x="5047182" y="490841"/>
                  </a:lnTo>
                  <a:lnTo>
                    <a:pt x="5093343" y="509731"/>
                  </a:lnTo>
                  <a:lnTo>
                    <a:pt x="5139483" y="528978"/>
                  </a:lnTo>
                  <a:lnTo>
                    <a:pt x="5185602" y="548581"/>
                  </a:lnTo>
                  <a:lnTo>
                    <a:pt x="5231699" y="568541"/>
                  </a:lnTo>
                  <a:lnTo>
                    <a:pt x="5277775" y="588857"/>
                  </a:lnTo>
                  <a:lnTo>
                    <a:pt x="5323831" y="609531"/>
                  </a:lnTo>
                  <a:lnTo>
                    <a:pt x="5369864" y="630560"/>
                  </a:lnTo>
                  <a:lnTo>
                    <a:pt x="5415877" y="651947"/>
                  </a:lnTo>
                  <a:lnTo>
                    <a:pt x="5461869" y="673690"/>
                  </a:lnTo>
                  <a:lnTo>
                    <a:pt x="5507839" y="695789"/>
                  </a:lnTo>
                  <a:lnTo>
                    <a:pt x="5553788" y="718246"/>
                  </a:lnTo>
                  <a:lnTo>
                    <a:pt x="5599716" y="741059"/>
                  </a:lnTo>
                  <a:lnTo>
                    <a:pt x="5645623" y="764228"/>
                  </a:lnTo>
                  <a:lnTo>
                    <a:pt x="5691508" y="787754"/>
                  </a:lnTo>
                  <a:lnTo>
                    <a:pt x="5737373" y="811637"/>
                  </a:lnTo>
                  <a:lnTo>
                    <a:pt x="5783216" y="835877"/>
                  </a:lnTo>
                  <a:lnTo>
                    <a:pt x="5829038" y="860473"/>
                  </a:lnTo>
                  <a:lnTo>
                    <a:pt x="5874838" y="885425"/>
                  </a:lnTo>
                  <a:lnTo>
                    <a:pt x="5920618" y="910735"/>
                  </a:lnTo>
                  <a:lnTo>
                    <a:pt x="5966376" y="936401"/>
                  </a:lnTo>
                  <a:lnTo>
                    <a:pt x="6012114" y="962423"/>
                  </a:lnTo>
                  <a:lnTo>
                    <a:pt x="6057830" y="988802"/>
                  </a:lnTo>
                  <a:lnTo>
                    <a:pt x="6103524" y="1015538"/>
                  </a:lnTo>
                  <a:lnTo>
                    <a:pt x="6149198" y="1042631"/>
                  </a:lnTo>
                  <a:lnTo>
                    <a:pt x="6194850" y="1070080"/>
                  </a:lnTo>
                  <a:lnTo>
                    <a:pt x="6240482" y="1097885"/>
                  </a:lnTo>
                </a:path>
              </a:pathLst>
            </a:custGeom>
            <a:noFill/>
            <a:ln cap="flat" cmpd="sng" w="7327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11072521" y="3114485"/>
              <a:ext cx="322580" cy="267335"/>
            </a:xfrm>
            <a:custGeom>
              <a:rect b="b" l="l" r="r" t="t"/>
              <a:pathLst>
                <a:path extrusionOk="0" h="267335" w="322579">
                  <a:moveTo>
                    <a:pt x="211731" y="0"/>
                  </a:moveTo>
                  <a:lnTo>
                    <a:pt x="0" y="244070"/>
                  </a:lnTo>
                  <a:lnTo>
                    <a:pt x="322293" y="267009"/>
                  </a:lnTo>
                  <a:lnTo>
                    <a:pt x="211731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12149533" y="2226524"/>
              <a:ext cx="474345" cy="474345"/>
            </a:xfrm>
            <a:custGeom>
              <a:rect b="b" l="l" r="r" t="t"/>
              <a:pathLst>
                <a:path extrusionOk="0" h="474344" w="474345">
                  <a:moveTo>
                    <a:pt x="236901" y="0"/>
                  </a:moveTo>
                  <a:lnTo>
                    <a:pt x="191653" y="4336"/>
                  </a:lnTo>
                  <a:lnTo>
                    <a:pt x="147753" y="17346"/>
                  </a:lnTo>
                  <a:lnTo>
                    <a:pt x="106547" y="39030"/>
                  </a:lnTo>
                  <a:lnTo>
                    <a:pt x="69382" y="69387"/>
                  </a:lnTo>
                  <a:lnTo>
                    <a:pt x="39027" y="106551"/>
                  </a:lnTo>
                  <a:lnTo>
                    <a:pt x="17345" y="147756"/>
                  </a:lnTo>
                  <a:lnTo>
                    <a:pt x="4336" y="191656"/>
                  </a:lnTo>
                  <a:lnTo>
                    <a:pt x="0" y="236903"/>
                  </a:lnTo>
                  <a:lnTo>
                    <a:pt x="4336" y="282151"/>
                  </a:lnTo>
                  <a:lnTo>
                    <a:pt x="17345" y="326051"/>
                  </a:lnTo>
                  <a:lnTo>
                    <a:pt x="39027" y="367256"/>
                  </a:lnTo>
                  <a:lnTo>
                    <a:pt x="69382" y="404420"/>
                  </a:lnTo>
                  <a:lnTo>
                    <a:pt x="106547" y="434777"/>
                  </a:lnTo>
                  <a:lnTo>
                    <a:pt x="147753" y="456460"/>
                  </a:lnTo>
                  <a:lnTo>
                    <a:pt x="191653" y="469470"/>
                  </a:lnTo>
                  <a:lnTo>
                    <a:pt x="236901" y="473807"/>
                  </a:lnTo>
                  <a:lnTo>
                    <a:pt x="282148" y="469470"/>
                  </a:lnTo>
                  <a:lnTo>
                    <a:pt x="326048" y="456460"/>
                  </a:lnTo>
                  <a:lnTo>
                    <a:pt x="367254" y="434777"/>
                  </a:lnTo>
                  <a:lnTo>
                    <a:pt x="404419" y="404420"/>
                  </a:lnTo>
                  <a:lnTo>
                    <a:pt x="434777" y="367256"/>
                  </a:lnTo>
                  <a:lnTo>
                    <a:pt x="456462" y="326051"/>
                  </a:lnTo>
                  <a:lnTo>
                    <a:pt x="469473" y="282151"/>
                  </a:lnTo>
                  <a:lnTo>
                    <a:pt x="473810" y="236903"/>
                  </a:lnTo>
                  <a:lnTo>
                    <a:pt x="469473" y="191656"/>
                  </a:lnTo>
                  <a:lnTo>
                    <a:pt x="456462" y="147756"/>
                  </a:lnTo>
                  <a:lnTo>
                    <a:pt x="434777" y="106551"/>
                  </a:lnTo>
                  <a:lnTo>
                    <a:pt x="404419" y="69387"/>
                  </a:lnTo>
                  <a:lnTo>
                    <a:pt x="367254" y="39030"/>
                  </a:lnTo>
                  <a:lnTo>
                    <a:pt x="326048" y="17346"/>
                  </a:lnTo>
                  <a:lnTo>
                    <a:pt x="282148" y="4336"/>
                  </a:lnTo>
                  <a:lnTo>
                    <a:pt x="236901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16014737" y="4329092"/>
              <a:ext cx="1303020" cy="0"/>
            </a:xfrm>
            <a:custGeom>
              <a:rect b="b" l="l" r="r" t="t"/>
              <a:pathLst>
                <a:path extrusionOk="0" h="120000" w="1303019">
                  <a:moveTo>
                    <a:pt x="0" y="0"/>
                  </a:moveTo>
                  <a:lnTo>
                    <a:pt x="1260603" y="0"/>
                  </a:lnTo>
                  <a:lnTo>
                    <a:pt x="1302487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17275348" y="4165746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17873434" y="2983758"/>
            <a:ext cx="1682114" cy="2691141"/>
            <a:chOff x="17873434" y="2983758"/>
            <a:chExt cx="1682114" cy="2691141"/>
          </a:xfrm>
        </p:grpSpPr>
        <p:sp>
          <p:nvSpPr>
            <p:cNvPr id="164" name="Google Shape;164;p4"/>
            <p:cNvSpPr/>
            <p:nvPr/>
          </p:nvSpPr>
          <p:spPr>
            <a:xfrm>
              <a:off x="17873434" y="2983769"/>
              <a:ext cx="1682114" cy="2691130"/>
            </a:xfrm>
            <a:custGeom>
              <a:rect b="b" l="l" r="r" t="t"/>
              <a:pathLst>
                <a:path extrusionOk="0" h="2691129" w="1682115">
                  <a:moveTo>
                    <a:pt x="5245" y="0"/>
                  </a:moveTo>
                  <a:lnTo>
                    <a:pt x="0" y="0"/>
                  </a:lnTo>
                  <a:lnTo>
                    <a:pt x="0" y="2690660"/>
                  </a:lnTo>
                  <a:lnTo>
                    <a:pt x="5245" y="2690660"/>
                  </a:lnTo>
                  <a:lnTo>
                    <a:pt x="5245" y="0"/>
                  </a:lnTo>
                  <a:close/>
                </a:path>
                <a:path extrusionOk="0" h="2691129" w="1682115">
                  <a:moveTo>
                    <a:pt x="1681543" y="0"/>
                  </a:moveTo>
                  <a:lnTo>
                    <a:pt x="68072" y="0"/>
                  </a:lnTo>
                  <a:lnTo>
                    <a:pt x="68072" y="2690660"/>
                  </a:lnTo>
                  <a:lnTo>
                    <a:pt x="1681543" y="2690660"/>
                  </a:lnTo>
                  <a:lnTo>
                    <a:pt x="1681543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17910093" y="2983758"/>
              <a:ext cx="0" cy="2691130"/>
            </a:xfrm>
            <a:custGeom>
              <a:rect b="b" l="l" r="r" t="t"/>
              <a:pathLst>
                <a:path extrusionOk="0" h="2691129" w="120000">
                  <a:moveTo>
                    <a:pt x="0" y="2690667"/>
                  </a:moveTo>
                  <a:lnTo>
                    <a:pt x="0" y="0"/>
                  </a:lnTo>
                </a:path>
              </a:pathLst>
            </a:custGeom>
            <a:noFill/>
            <a:ln cap="flat" cmpd="sng" w="628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18049995" y="3528593"/>
              <a:ext cx="474345" cy="474345"/>
            </a:xfrm>
            <a:custGeom>
              <a:rect b="b" l="l" r="r" t="t"/>
              <a:pathLst>
                <a:path extrusionOk="0" h="474345" w="474344">
                  <a:moveTo>
                    <a:pt x="236903" y="0"/>
                  </a:moveTo>
                  <a:lnTo>
                    <a:pt x="191656" y="4336"/>
                  </a:lnTo>
                  <a:lnTo>
                    <a:pt x="147756" y="17346"/>
                  </a:lnTo>
                  <a:lnTo>
                    <a:pt x="106552" y="39030"/>
                  </a:lnTo>
                  <a:lnTo>
                    <a:pt x="69390" y="69387"/>
                  </a:lnTo>
                  <a:lnTo>
                    <a:pt x="39032" y="106551"/>
                  </a:lnTo>
                  <a:lnTo>
                    <a:pt x="17347" y="147756"/>
                  </a:lnTo>
                  <a:lnTo>
                    <a:pt x="4336" y="191656"/>
                  </a:lnTo>
                  <a:lnTo>
                    <a:pt x="0" y="236903"/>
                  </a:lnTo>
                  <a:lnTo>
                    <a:pt x="4336" y="282151"/>
                  </a:lnTo>
                  <a:lnTo>
                    <a:pt x="17347" y="326051"/>
                  </a:lnTo>
                  <a:lnTo>
                    <a:pt x="39032" y="367256"/>
                  </a:lnTo>
                  <a:lnTo>
                    <a:pt x="69390" y="404420"/>
                  </a:lnTo>
                  <a:lnTo>
                    <a:pt x="106552" y="434777"/>
                  </a:lnTo>
                  <a:lnTo>
                    <a:pt x="147756" y="456460"/>
                  </a:lnTo>
                  <a:lnTo>
                    <a:pt x="191656" y="469470"/>
                  </a:lnTo>
                  <a:lnTo>
                    <a:pt x="236903" y="473807"/>
                  </a:lnTo>
                  <a:lnTo>
                    <a:pt x="282150" y="469470"/>
                  </a:lnTo>
                  <a:lnTo>
                    <a:pt x="326050" y="456460"/>
                  </a:lnTo>
                  <a:lnTo>
                    <a:pt x="367255" y="434777"/>
                  </a:lnTo>
                  <a:lnTo>
                    <a:pt x="404417" y="404420"/>
                  </a:lnTo>
                  <a:lnTo>
                    <a:pt x="434775" y="367256"/>
                  </a:lnTo>
                  <a:lnTo>
                    <a:pt x="456459" y="326051"/>
                  </a:lnTo>
                  <a:lnTo>
                    <a:pt x="469470" y="282151"/>
                  </a:lnTo>
                  <a:lnTo>
                    <a:pt x="473807" y="236903"/>
                  </a:lnTo>
                  <a:lnTo>
                    <a:pt x="469470" y="191656"/>
                  </a:lnTo>
                  <a:lnTo>
                    <a:pt x="456459" y="147756"/>
                  </a:lnTo>
                  <a:lnTo>
                    <a:pt x="434775" y="106551"/>
                  </a:lnTo>
                  <a:lnTo>
                    <a:pt x="404417" y="69387"/>
                  </a:lnTo>
                  <a:lnTo>
                    <a:pt x="367255" y="39030"/>
                  </a:lnTo>
                  <a:lnTo>
                    <a:pt x="326050" y="17346"/>
                  </a:lnTo>
                  <a:lnTo>
                    <a:pt x="282150" y="4336"/>
                  </a:lnTo>
                  <a:lnTo>
                    <a:pt x="236903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7" name="Google Shape;167;p4"/>
          <p:cNvSpPr txBox="1"/>
          <p:nvPr/>
        </p:nvSpPr>
        <p:spPr>
          <a:xfrm>
            <a:off x="12292631" y="2270059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4"/>
          <p:cNvGrpSpPr/>
          <p:nvPr/>
        </p:nvGrpSpPr>
        <p:grpSpPr>
          <a:xfrm>
            <a:off x="7008907" y="3528593"/>
            <a:ext cx="1587828" cy="800832"/>
            <a:chOff x="7008907" y="3528593"/>
            <a:chExt cx="1587828" cy="800832"/>
          </a:xfrm>
        </p:grpSpPr>
        <p:sp>
          <p:nvSpPr>
            <p:cNvPr id="169" name="Google Shape;169;p4"/>
            <p:cNvSpPr/>
            <p:nvPr/>
          </p:nvSpPr>
          <p:spPr>
            <a:xfrm>
              <a:off x="7293715" y="4165746"/>
              <a:ext cx="1303020" cy="0"/>
            </a:xfrm>
            <a:custGeom>
              <a:rect b="b" l="l" r="r" t="t"/>
              <a:pathLst>
                <a:path extrusionOk="0" h="120000" w="1303020">
                  <a:moveTo>
                    <a:pt x="0" y="0"/>
                  </a:moveTo>
                  <a:lnTo>
                    <a:pt x="41883" y="0"/>
                  </a:lnTo>
                  <a:lnTo>
                    <a:pt x="1302487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7008907" y="4002400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326691" y="0"/>
                  </a:moveTo>
                  <a:lnTo>
                    <a:pt x="0" y="163345"/>
                  </a:lnTo>
                  <a:lnTo>
                    <a:pt x="326691" y="326691"/>
                  </a:lnTo>
                  <a:lnTo>
                    <a:pt x="326691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7594446" y="3528593"/>
              <a:ext cx="474345" cy="474345"/>
            </a:xfrm>
            <a:custGeom>
              <a:rect b="b" l="l" r="r" t="t"/>
              <a:pathLst>
                <a:path extrusionOk="0" h="474345" w="474345">
                  <a:moveTo>
                    <a:pt x="236903" y="0"/>
                  </a:moveTo>
                  <a:lnTo>
                    <a:pt x="191656" y="4336"/>
                  </a:lnTo>
                  <a:lnTo>
                    <a:pt x="147756" y="17346"/>
                  </a:lnTo>
                  <a:lnTo>
                    <a:pt x="106551" y="39030"/>
                  </a:lnTo>
                  <a:lnTo>
                    <a:pt x="69387" y="69387"/>
                  </a:lnTo>
                  <a:lnTo>
                    <a:pt x="39030" y="106551"/>
                  </a:lnTo>
                  <a:lnTo>
                    <a:pt x="17346" y="147756"/>
                  </a:lnTo>
                  <a:lnTo>
                    <a:pt x="4336" y="191656"/>
                  </a:lnTo>
                  <a:lnTo>
                    <a:pt x="0" y="236903"/>
                  </a:lnTo>
                  <a:lnTo>
                    <a:pt x="4336" y="282151"/>
                  </a:lnTo>
                  <a:lnTo>
                    <a:pt x="17346" y="326051"/>
                  </a:lnTo>
                  <a:lnTo>
                    <a:pt x="39030" y="367256"/>
                  </a:lnTo>
                  <a:lnTo>
                    <a:pt x="69387" y="404420"/>
                  </a:lnTo>
                  <a:lnTo>
                    <a:pt x="106551" y="434777"/>
                  </a:lnTo>
                  <a:lnTo>
                    <a:pt x="147756" y="456460"/>
                  </a:lnTo>
                  <a:lnTo>
                    <a:pt x="191656" y="469470"/>
                  </a:lnTo>
                  <a:lnTo>
                    <a:pt x="236903" y="473807"/>
                  </a:lnTo>
                  <a:lnTo>
                    <a:pt x="282151" y="469470"/>
                  </a:lnTo>
                  <a:lnTo>
                    <a:pt x="326051" y="456460"/>
                  </a:lnTo>
                  <a:lnTo>
                    <a:pt x="367256" y="434777"/>
                  </a:lnTo>
                  <a:lnTo>
                    <a:pt x="404420" y="404420"/>
                  </a:lnTo>
                  <a:lnTo>
                    <a:pt x="434777" y="367256"/>
                  </a:lnTo>
                  <a:lnTo>
                    <a:pt x="456460" y="326051"/>
                  </a:lnTo>
                  <a:lnTo>
                    <a:pt x="469470" y="282151"/>
                  </a:lnTo>
                  <a:lnTo>
                    <a:pt x="473807" y="236903"/>
                  </a:lnTo>
                  <a:lnTo>
                    <a:pt x="469470" y="191656"/>
                  </a:lnTo>
                  <a:lnTo>
                    <a:pt x="456460" y="147756"/>
                  </a:lnTo>
                  <a:lnTo>
                    <a:pt x="434777" y="106551"/>
                  </a:lnTo>
                  <a:lnTo>
                    <a:pt x="404420" y="69387"/>
                  </a:lnTo>
                  <a:lnTo>
                    <a:pt x="367256" y="39030"/>
                  </a:lnTo>
                  <a:lnTo>
                    <a:pt x="326051" y="17346"/>
                  </a:lnTo>
                  <a:lnTo>
                    <a:pt x="282151" y="4336"/>
                  </a:lnTo>
                  <a:lnTo>
                    <a:pt x="236903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72" name="Google Shape;172;p4"/>
          <p:cNvGrpSpPr/>
          <p:nvPr/>
        </p:nvGrpSpPr>
        <p:grpSpPr>
          <a:xfrm>
            <a:off x="11526225" y="3528593"/>
            <a:ext cx="1587625" cy="800832"/>
            <a:chOff x="11526225" y="3528593"/>
            <a:chExt cx="1587625" cy="800832"/>
          </a:xfrm>
        </p:grpSpPr>
        <p:sp>
          <p:nvSpPr>
            <p:cNvPr id="173" name="Google Shape;173;p4"/>
            <p:cNvSpPr/>
            <p:nvPr/>
          </p:nvSpPr>
          <p:spPr>
            <a:xfrm>
              <a:off x="11526225" y="4165746"/>
              <a:ext cx="1303020" cy="0"/>
            </a:xfrm>
            <a:custGeom>
              <a:rect b="b" l="l" r="r" t="t"/>
              <a:pathLst>
                <a:path extrusionOk="0" h="120000" w="1303020">
                  <a:moveTo>
                    <a:pt x="0" y="0"/>
                  </a:moveTo>
                  <a:lnTo>
                    <a:pt x="1260603" y="0"/>
                  </a:lnTo>
                  <a:lnTo>
                    <a:pt x="1302487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12786825" y="4002400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12035843" y="3528593"/>
              <a:ext cx="474345" cy="474345"/>
            </a:xfrm>
            <a:custGeom>
              <a:rect b="b" l="l" r="r" t="t"/>
              <a:pathLst>
                <a:path extrusionOk="0" h="474345" w="474345">
                  <a:moveTo>
                    <a:pt x="236909" y="0"/>
                  </a:moveTo>
                  <a:lnTo>
                    <a:pt x="191661" y="4336"/>
                  </a:lnTo>
                  <a:lnTo>
                    <a:pt x="147761" y="17346"/>
                  </a:lnTo>
                  <a:lnTo>
                    <a:pt x="106555" y="39030"/>
                  </a:lnTo>
                  <a:lnTo>
                    <a:pt x="69390" y="69387"/>
                  </a:lnTo>
                  <a:lnTo>
                    <a:pt x="39032" y="106551"/>
                  </a:lnTo>
                  <a:lnTo>
                    <a:pt x="17347" y="147756"/>
                  </a:lnTo>
                  <a:lnTo>
                    <a:pt x="4336" y="191656"/>
                  </a:lnTo>
                  <a:lnTo>
                    <a:pt x="0" y="236903"/>
                  </a:lnTo>
                  <a:lnTo>
                    <a:pt x="4336" y="282151"/>
                  </a:lnTo>
                  <a:lnTo>
                    <a:pt x="17347" y="326051"/>
                  </a:lnTo>
                  <a:lnTo>
                    <a:pt x="39032" y="367256"/>
                  </a:lnTo>
                  <a:lnTo>
                    <a:pt x="69390" y="404420"/>
                  </a:lnTo>
                  <a:lnTo>
                    <a:pt x="106555" y="434777"/>
                  </a:lnTo>
                  <a:lnTo>
                    <a:pt x="147761" y="456460"/>
                  </a:lnTo>
                  <a:lnTo>
                    <a:pt x="191661" y="469470"/>
                  </a:lnTo>
                  <a:lnTo>
                    <a:pt x="236909" y="473807"/>
                  </a:lnTo>
                  <a:lnTo>
                    <a:pt x="282156" y="469470"/>
                  </a:lnTo>
                  <a:lnTo>
                    <a:pt x="326056" y="456460"/>
                  </a:lnTo>
                  <a:lnTo>
                    <a:pt x="367262" y="434777"/>
                  </a:lnTo>
                  <a:lnTo>
                    <a:pt x="404427" y="404420"/>
                  </a:lnTo>
                  <a:lnTo>
                    <a:pt x="434782" y="367256"/>
                  </a:lnTo>
                  <a:lnTo>
                    <a:pt x="456464" y="326051"/>
                  </a:lnTo>
                  <a:lnTo>
                    <a:pt x="469473" y="282151"/>
                  </a:lnTo>
                  <a:lnTo>
                    <a:pt x="473810" y="236903"/>
                  </a:lnTo>
                  <a:lnTo>
                    <a:pt x="469473" y="191656"/>
                  </a:lnTo>
                  <a:lnTo>
                    <a:pt x="456464" y="147756"/>
                  </a:lnTo>
                  <a:lnTo>
                    <a:pt x="434782" y="106551"/>
                  </a:lnTo>
                  <a:lnTo>
                    <a:pt x="404427" y="69387"/>
                  </a:lnTo>
                  <a:lnTo>
                    <a:pt x="367262" y="39030"/>
                  </a:lnTo>
                  <a:lnTo>
                    <a:pt x="326056" y="17346"/>
                  </a:lnTo>
                  <a:lnTo>
                    <a:pt x="282156" y="4336"/>
                  </a:lnTo>
                  <a:lnTo>
                    <a:pt x="236909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6" name="Google Shape;176;p4"/>
          <p:cNvSpPr txBox="1"/>
          <p:nvPr/>
        </p:nvSpPr>
        <p:spPr>
          <a:xfrm>
            <a:off x="7737548" y="3572128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12178949" y="3572128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3249029" y="3572128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4"/>
          <p:cNvGrpSpPr/>
          <p:nvPr/>
        </p:nvGrpSpPr>
        <p:grpSpPr>
          <a:xfrm>
            <a:off x="7025922" y="4440284"/>
            <a:ext cx="1587629" cy="327025"/>
            <a:chOff x="7025922" y="4440284"/>
            <a:chExt cx="1587629" cy="327025"/>
          </a:xfrm>
        </p:grpSpPr>
        <p:sp>
          <p:nvSpPr>
            <p:cNvPr id="180" name="Google Shape;180;p4"/>
            <p:cNvSpPr/>
            <p:nvPr/>
          </p:nvSpPr>
          <p:spPr>
            <a:xfrm>
              <a:off x="7025922" y="4603630"/>
              <a:ext cx="1303020" cy="0"/>
            </a:xfrm>
            <a:custGeom>
              <a:rect b="b" l="l" r="r" t="t"/>
              <a:pathLst>
                <a:path extrusionOk="0" h="120000" w="1303020">
                  <a:moveTo>
                    <a:pt x="0" y="0"/>
                  </a:moveTo>
                  <a:lnTo>
                    <a:pt x="1260603" y="0"/>
                  </a:lnTo>
                  <a:lnTo>
                    <a:pt x="1302487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8286526" y="4440284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2" name="Google Shape;182;p4"/>
          <p:cNvSpPr/>
          <p:nvPr/>
        </p:nvSpPr>
        <p:spPr>
          <a:xfrm>
            <a:off x="7594446" y="4878168"/>
            <a:ext cx="474345" cy="474345"/>
          </a:xfrm>
          <a:custGeom>
            <a:rect b="b" l="l" r="r" t="t"/>
            <a:pathLst>
              <a:path extrusionOk="0" h="474345" w="474345">
                <a:moveTo>
                  <a:pt x="236903" y="0"/>
                </a:moveTo>
                <a:lnTo>
                  <a:pt x="191656" y="4336"/>
                </a:lnTo>
                <a:lnTo>
                  <a:pt x="147756" y="17346"/>
                </a:lnTo>
                <a:lnTo>
                  <a:pt x="106551" y="39030"/>
                </a:lnTo>
                <a:lnTo>
                  <a:pt x="69387" y="69387"/>
                </a:lnTo>
                <a:lnTo>
                  <a:pt x="39030" y="106551"/>
                </a:lnTo>
                <a:lnTo>
                  <a:pt x="17346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1"/>
                </a:lnTo>
                <a:lnTo>
                  <a:pt x="17346" y="326051"/>
                </a:lnTo>
                <a:lnTo>
                  <a:pt x="39030" y="367256"/>
                </a:lnTo>
                <a:lnTo>
                  <a:pt x="69387" y="404420"/>
                </a:lnTo>
                <a:lnTo>
                  <a:pt x="106551" y="434777"/>
                </a:lnTo>
                <a:lnTo>
                  <a:pt x="147756" y="456460"/>
                </a:lnTo>
                <a:lnTo>
                  <a:pt x="191656" y="469470"/>
                </a:lnTo>
                <a:lnTo>
                  <a:pt x="236903" y="473807"/>
                </a:lnTo>
                <a:lnTo>
                  <a:pt x="282151" y="469470"/>
                </a:lnTo>
                <a:lnTo>
                  <a:pt x="326051" y="456460"/>
                </a:lnTo>
                <a:lnTo>
                  <a:pt x="367256" y="434777"/>
                </a:lnTo>
                <a:lnTo>
                  <a:pt x="404420" y="404420"/>
                </a:lnTo>
                <a:lnTo>
                  <a:pt x="434777" y="367256"/>
                </a:lnTo>
                <a:lnTo>
                  <a:pt x="456460" y="326051"/>
                </a:lnTo>
                <a:lnTo>
                  <a:pt x="469470" y="282151"/>
                </a:lnTo>
                <a:lnTo>
                  <a:pt x="473807" y="236903"/>
                </a:lnTo>
                <a:lnTo>
                  <a:pt x="469470" y="191656"/>
                </a:lnTo>
                <a:lnTo>
                  <a:pt x="456460" y="147756"/>
                </a:lnTo>
                <a:lnTo>
                  <a:pt x="434777" y="106551"/>
                </a:lnTo>
                <a:lnTo>
                  <a:pt x="404420" y="69387"/>
                </a:lnTo>
                <a:lnTo>
                  <a:pt x="367256" y="39030"/>
                </a:lnTo>
                <a:lnTo>
                  <a:pt x="326051" y="17346"/>
                </a:lnTo>
                <a:lnTo>
                  <a:pt x="282151" y="4336"/>
                </a:lnTo>
                <a:lnTo>
                  <a:pt x="236903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83" name="Google Shape;183;p4"/>
          <p:cNvGrpSpPr/>
          <p:nvPr/>
        </p:nvGrpSpPr>
        <p:grpSpPr>
          <a:xfrm>
            <a:off x="11526225" y="4440284"/>
            <a:ext cx="1587625" cy="912229"/>
            <a:chOff x="11526225" y="4440284"/>
            <a:chExt cx="1587625" cy="912229"/>
          </a:xfrm>
        </p:grpSpPr>
        <p:sp>
          <p:nvSpPr>
            <p:cNvPr id="184" name="Google Shape;184;p4"/>
            <p:cNvSpPr/>
            <p:nvPr/>
          </p:nvSpPr>
          <p:spPr>
            <a:xfrm>
              <a:off x="11526225" y="4603630"/>
              <a:ext cx="1303020" cy="0"/>
            </a:xfrm>
            <a:custGeom>
              <a:rect b="b" l="l" r="r" t="t"/>
              <a:pathLst>
                <a:path extrusionOk="0" h="120000" w="1303020">
                  <a:moveTo>
                    <a:pt x="0" y="0"/>
                  </a:moveTo>
                  <a:lnTo>
                    <a:pt x="1260603" y="0"/>
                  </a:lnTo>
                  <a:lnTo>
                    <a:pt x="1302487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12786825" y="4440284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12059402" y="4878168"/>
              <a:ext cx="474345" cy="474345"/>
            </a:xfrm>
            <a:custGeom>
              <a:rect b="b" l="l" r="r" t="t"/>
              <a:pathLst>
                <a:path extrusionOk="0" h="474345" w="474345">
                  <a:moveTo>
                    <a:pt x="236909" y="0"/>
                  </a:moveTo>
                  <a:lnTo>
                    <a:pt x="191661" y="4336"/>
                  </a:lnTo>
                  <a:lnTo>
                    <a:pt x="147761" y="17346"/>
                  </a:lnTo>
                  <a:lnTo>
                    <a:pt x="106555" y="39030"/>
                  </a:lnTo>
                  <a:lnTo>
                    <a:pt x="69390" y="69387"/>
                  </a:lnTo>
                  <a:lnTo>
                    <a:pt x="39032" y="106551"/>
                  </a:lnTo>
                  <a:lnTo>
                    <a:pt x="17347" y="147756"/>
                  </a:lnTo>
                  <a:lnTo>
                    <a:pt x="4336" y="191656"/>
                  </a:lnTo>
                  <a:lnTo>
                    <a:pt x="0" y="236903"/>
                  </a:lnTo>
                  <a:lnTo>
                    <a:pt x="4336" y="282151"/>
                  </a:lnTo>
                  <a:lnTo>
                    <a:pt x="17347" y="326051"/>
                  </a:lnTo>
                  <a:lnTo>
                    <a:pt x="39032" y="367256"/>
                  </a:lnTo>
                  <a:lnTo>
                    <a:pt x="69390" y="404420"/>
                  </a:lnTo>
                  <a:lnTo>
                    <a:pt x="106555" y="434777"/>
                  </a:lnTo>
                  <a:lnTo>
                    <a:pt x="147761" y="456460"/>
                  </a:lnTo>
                  <a:lnTo>
                    <a:pt x="191661" y="469470"/>
                  </a:lnTo>
                  <a:lnTo>
                    <a:pt x="236909" y="473807"/>
                  </a:lnTo>
                  <a:lnTo>
                    <a:pt x="282156" y="469470"/>
                  </a:lnTo>
                  <a:lnTo>
                    <a:pt x="326056" y="456460"/>
                  </a:lnTo>
                  <a:lnTo>
                    <a:pt x="367262" y="434777"/>
                  </a:lnTo>
                  <a:lnTo>
                    <a:pt x="404427" y="404420"/>
                  </a:lnTo>
                  <a:lnTo>
                    <a:pt x="434782" y="367256"/>
                  </a:lnTo>
                  <a:lnTo>
                    <a:pt x="456464" y="326051"/>
                  </a:lnTo>
                  <a:lnTo>
                    <a:pt x="469473" y="282151"/>
                  </a:lnTo>
                  <a:lnTo>
                    <a:pt x="473810" y="236903"/>
                  </a:lnTo>
                  <a:lnTo>
                    <a:pt x="469473" y="191656"/>
                  </a:lnTo>
                  <a:lnTo>
                    <a:pt x="456464" y="147756"/>
                  </a:lnTo>
                  <a:lnTo>
                    <a:pt x="434782" y="106551"/>
                  </a:lnTo>
                  <a:lnTo>
                    <a:pt x="404427" y="69387"/>
                  </a:lnTo>
                  <a:lnTo>
                    <a:pt x="367262" y="39030"/>
                  </a:lnTo>
                  <a:lnTo>
                    <a:pt x="326056" y="17346"/>
                  </a:lnTo>
                  <a:lnTo>
                    <a:pt x="282156" y="4336"/>
                  </a:lnTo>
                  <a:lnTo>
                    <a:pt x="236909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7" name="Google Shape;187;p4"/>
          <p:cNvSpPr txBox="1"/>
          <p:nvPr/>
        </p:nvSpPr>
        <p:spPr>
          <a:xfrm>
            <a:off x="7737548" y="4921703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12202509" y="4921703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16571484" y="4492438"/>
            <a:ext cx="474345" cy="474345"/>
          </a:xfrm>
          <a:custGeom>
            <a:rect b="b" l="l" r="r" t="t"/>
            <a:pathLst>
              <a:path extrusionOk="0" h="474345" w="474344">
                <a:moveTo>
                  <a:pt x="236903" y="0"/>
                </a:moveTo>
                <a:lnTo>
                  <a:pt x="191656" y="4336"/>
                </a:lnTo>
                <a:lnTo>
                  <a:pt x="147756" y="17346"/>
                </a:lnTo>
                <a:lnTo>
                  <a:pt x="106552" y="39030"/>
                </a:lnTo>
                <a:lnTo>
                  <a:pt x="69390" y="69387"/>
                </a:lnTo>
                <a:lnTo>
                  <a:pt x="39032" y="106551"/>
                </a:lnTo>
                <a:lnTo>
                  <a:pt x="17347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1"/>
                </a:lnTo>
                <a:lnTo>
                  <a:pt x="17347" y="326051"/>
                </a:lnTo>
                <a:lnTo>
                  <a:pt x="39032" y="367256"/>
                </a:lnTo>
                <a:lnTo>
                  <a:pt x="69390" y="404420"/>
                </a:lnTo>
                <a:lnTo>
                  <a:pt x="106552" y="434777"/>
                </a:lnTo>
                <a:lnTo>
                  <a:pt x="147756" y="456460"/>
                </a:lnTo>
                <a:lnTo>
                  <a:pt x="191656" y="469470"/>
                </a:lnTo>
                <a:lnTo>
                  <a:pt x="236903" y="473807"/>
                </a:lnTo>
                <a:lnTo>
                  <a:pt x="282150" y="469470"/>
                </a:lnTo>
                <a:lnTo>
                  <a:pt x="326050" y="456460"/>
                </a:lnTo>
                <a:lnTo>
                  <a:pt x="367255" y="434777"/>
                </a:lnTo>
                <a:lnTo>
                  <a:pt x="404417" y="404420"/>
                </a:lnTo>
                <a:lnTo>
                  <a:pt x="434775" y="367256"/>
                </a:lnTo>
                <a:lnTo>
                  <a:pt x="456459" y="326051"/>
                </a:lnTo>
                <a:lnTo>
                  <a:pt x="469470" y="282151"/>
                </a:lnTo>
                <a:lnTo>
                  <a:pt x="473807" y="236903"/>
                </a:lnTo>
                <a:lnTo>
                  <a:pt x="469470" y="191656"/>
                </a:lnTo>
                <a:lnTo>
                  <a:pt x="456459" y="147756"/>
                </a:lnTo>
                <a:lnTo>
                  <a:pt x="434775" y="106551"/>
                </a:lnTo>
                <a:lnTo>
                  <a:pt x="404417" y="69387"/>
                </a:lnTo>
                <a:lnTo>
                  <a:pt x="367255" y="39030"/>
                </a:lnTo>
                <a:lnTo>
                  <a:pt x="326050" y="17346"/>
                </a:lnTo>
                <a:lnTo>
                  <a:pt x="282150" y="4336"/>
                </a:lnTo>
                <a:lnTo>
                  <a:pt x="236903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" name="Google Shape;190;p4"/>
          <p:cNvSpPr txBox="1"/>
          <p:nvPr/>
        </p:nvSpPr>
        <p:spPr>
          <a:xfrm>
            <a:off x="16714592" y="4535973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4043132" y="9007643"/>
            <a:ext cx="3041015" cy="842010"/>
          </a:xfrm>
          <a:prstGeom prst="rect">
            <a:avLst/>
          </a:prstGeom>
          <a:solidFill>
            <a:srgbClr val="F4DA1E"/>
          </a:solidFill>
          <a:ln>
            <a:noFill/>
          </a:ln>
        </p:spPr>
        <p:txBody>
          <a:bodyPr anchorCtr="0" anchor="t" bIns="0" lIns="0" spcFirstLastPara="1" rIns="0" wrap="square" tIns="270500">
            <a:spAutoFit/>
          </a:bodyPr>
          <a:lstStyle/>
          <a:p>
            <a:pPr indent="0" lvl="0" marL="665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HTTP LIBRARY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4043132" y="6968330"/>
            <a:ext cx="3041015" cy="842010"/>
          </a:xfrm>
          <a:prstGeom prst="rect">
            <a:avLst/>
          </a:prstGeom>
          <a:solidFill>
            <a:srgbClr val="F3E96E"/>
          </a:solidFill>
          <a:ln>
            <a:noFill/>
          </a:ln>
        </p:spPr>
        <p:txBody>
          <a:bodyPr anchorCtr="0" anchor="t" bIns="0" lIns="0" spcFirstLastPara="1" rIns="0" wrap="square" tIns="270500">
            <a:spAutoFit/>
          </a:bodyPr>
          <a:lstStyle/>
          <a:p>
            <a:pPr indent="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BUSINESS LOGIC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8531651" y="6968330"/>
            <a:ext cx="3041015" cy="842010"/>
          </a:xfrm>
          <a:prstGeom prst="rect">
            <a:avLst/>
          </a:prstGeom>
          <a:solidFill>
            <a:srgbClr val="F7D019"/>
          </a:solidFill>
          <a:ln>
            <a:noFill/>
          </a:ln>
        </p:spPr>
        <p:txBody>
          <a:bodyPr anchorCtr="0" anchor="t" bIns="0" lIns="0" spcFirstLastPara="1" rIns="0" wrap="square" tIns="270500">
            <a:spAutoFit/>
          </a:bodyPr>
          <a:lstStyle/>
          <a:p>
            <a:pPr indent="0" lvl="0" marL="3441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APPLICATION LOGIC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13020169" y="6968330"/>
            <a:ext cx="3041015" cy="842010"/>
          </a:xfrm>
          <a:prstGeom prst="rect">
            <a:avLst/>
          </a:prstGeom>
          <a:solidFill>
            <a:srgbClr val="F8C500"/>
          </a:solidFill>
          <a:ln>
            <a:noFill/>
          </a:ln>
        </p:spPr>
        <p:txBody>
          <a:bodyPr anchorCtr="0" anchor="t" bIns="0" lIns="0" spcFirstLastPara="1" rIns="0" wrap="square" tIns="270500">
            <a:spAutoFit/>
          </a:bodyPr>
          <a:lstStyle/>
          <a:p>
            <a:pPr indent="0" lvl="0" marL="229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PRESENTATION LOGIC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4043132" y="7987987"/>
            <a:ext cx="3041015" cy="842010"/>
          </a:xfrm>
          <a:prstGeom prst="rect">
            <a:avLst/>
          </a:prstGeom>
          <a:solidFill>
            <a:srgbClr val="F4DA1E">
              <a:alpha val="84705"/>
            </a:srgbClr>
          </a:solidFill>
          <a:ln>
            <a:noFill/>
          </a:ln>
        </p:spPr>
        <p:txBody>
          <a:bodyPr anchorCtr="0" anchor="t" bIns="0" lIns="0" spcFirstLastPara="1" rIns="0" wrap="square" tIns="2705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" name="Google Shape;196;p4"/>
          <p:cNvGrpSpPr/>
          <p:nvPr/>
        </p:nvGrpSpPr>
        <p:grpSpPr>
          <a:xfrm>
            <a:off x="13824898" y="9591584"/>
            <a:ext cx="5967095" cy="1361440"/>
            <a:chOff x="13824898" y="9591584"/>
            <a:chExt cx="5967095" cy="1361440"/>
          </a:xfrm>
        </p:grpSpPr>
        <p:sp>
          <p:nvSpPr>
            <p:cNvPr id="197" name="Google Shape;197;p4"/>
            <p:cNvSpPr/>
            <p:nvPr/>
          </p:nvSpPr>
          <p:spPr>
            <a:xfrm>
              <a:off x="13824898" y="9591584"/>
              <a:ext cx="5967095" cy="1361440"/>
            </a:xfrm>
            <a:custGeom>
              <a:rect b="b" l="l" r="r" t="t"/>
              <a:pathLst>
                <a:path extrusionOk="0" h="1361440" w="5967094">
                  <a:moveTo>
                    <a:pt x="5966981" y="0"/>
                  </a:moveTo>
                  <a:lnTo>
                    <a:pt x="0" y="0"/>
                  </a:lnTo>
                  <a:lnTo>
                    <a:pt x="0" y="1361215"/>
                  </a:lnTo>
                  <a:lnTo>
                    <a:pt x="5966981" y="1361215"/>
                  </a:lnTo>
                  <a:lnTo>
                    <a:pt x="5966981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14101319" y="10053250"/>
              <a:ext cx="673100" cy="0"/>
            </a:xfrm>
            <a:custGeom>
              <a:rect b="b" l="l" r="r" t="t"/>
              <a:pathLst>
                <a:path extrusionOk="0" h="120000" w="673100">
                  <a:moveTo>
                    <a:pt x="0" y="0"/>
                  </a:moveTo>
                  <a:lnTo>
                    <a:pt x="646586" y="0"/>
                  </a:lnTo>
                  <a:lnTo>
                    <a:pt x="672763" y="0"/>
                  </a:lnTo>
                </a:path>
              </a:pathLst>
            </a:custGeom>
            <a:noFill/>
            <a:ln cap="flat" cmpd="sng" w="523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14747907" y="9946447"/>
              <a:ext cx="213995" cy="213995"/>
            </a:xfrm>
            <a:custGeom>
              <a:rect b="b" l="l" r="r" t="t"/>
              <a:pathLst>
                <a:path extrusionOk="0" h="213995" w="213994">
                  <a:moveTo>
                    <a:pt x="0" y="0"/>
                  </a:moveTo>
                  <a:lnTo>
                    <a:pt x="0" y="213606"/>
                  </a:lnTo>
                  <a:lnTo>
                    <a:pt x="213606" y="106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14101319" y="10491133"/>
              <a:ext cx="673100" cy="0"/>
            </a:xfrm>
            <a:custGeom>
              <a:rect b="b" l="l" r="r" t="t"/>
              <a:pathLst>
                <a:path extrusionOk="0" h="120000" w="673100">
                  <a:moveTo>
                    <a:pt x="0" y="0"/>
                  </a:moveTo>
                  <a:lnTo>
                    <a:pt x="646586" y="0"/>
                  </a:lnTo>
                  <a:lnTo>
                    <a:pt x="672763" y="0"/>
                  </a:lnTo>
                </a:path>
              </a:pathLst>
            </a:custGeom>
            <a:noFill/>
            <a:ln cap="flat" cmpd="sng" w="52350">
              <a:solidFill>
                <a:srgbClr val="444444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14747907" y="10384330"/>
              <a:ext cx="213995" cy="213995"/>
            </a:xfrm>
            <a:custGeom>
              <a:rect b="b" l="l" r="r" t="t"/>
              <a:pathLst>
                <a:path extrusionOk="0" h="213995" w="213994">
                  <a:moveTo>
                    <a:pt x="0" y="0"/>
                  </a:moveTo>
                  <a:lnTo>
                    <a:pt x="0" y="213606"/>
                  </a:lnTo>
                  <a:lnTo>
                    <a:pt x="213606" y="106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2" name="Google Shape;202;p4"/>
          <p:cNvSpPr txBox="1"/>
          <p:nvPr/>
        </p:nvSpPr>
        <p:spPr>
          <a:xfrm>
            <a:off x="13824898" y="9591584"/>
            <a:ext cx="5967095" cy="1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2700">
            <a:spAutoFit/>
          </a:bodyPr>
          <a:lstStyle/>
          <a:p>
            <a:pPr indent="0" lvl="0" marL="1317625" marR="337820" rtl="0" algn="l">
              <a:lnSpc>
                <a:spcPct val="147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Connected by function call and import Data flow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18193101" y="3425722"/>
            <a:ext cx="989330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19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65405" rtl="0" algn="l">
              <a:lnSpc>
                <a:spcPct val="100000"/>
              </a:lnSpc>
              <a:spcBef>
                <a:spcPts val="1465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5"/>
          <p:cNvSpPr txBox="1"/>
          <p:nvPr>
            <p:ph type="title"/>
          </p:nvPr>
        </p:nvSpPr>
        <p:spPr>
          <a:xfrm>
            <a:off x="603308" y="259543"/>
            <a:ext cx="17297341" cy="153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MODEL, VIEW AND CONTROLLER IN FORKIFY (RECIPE DISPLAY ONLY)</a:t>
            </a:r>
            <a:endParaRPr/>
          </a:p>
        </p:txBody>
      </p:sp>
      <p:pic>
        <p:nvPicPr>
          <p:cNvPr id="210" name="Google Shape;21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4531" y="4161524"/>
            <a:ext cx="11675037" cy="3874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96314" y="286504"/>
            <a:ext cx="2385637" cy="78820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5"/>
          <p:cNvSpPr/>
          <p:nvPr/>
        </p:nvSpPr>
        <p:spPr>
          <a:xfrm>
            <a:off x="4849180" y="2208708"/>
            <a:ext cx="1570355" cy="1570355"/>
          </a:xfrm>
          <a:custGeom>
            <a:rect b="b" l="l" r="r" t="t"/>
            <a:pathLst>
              <a:path extrusionOk="0" h="1570354" w="1570354">
                <a:moveTo>
                  <a:pt x="807329" y="0"/>
                </a:moveTo>
                <a:lnTo>
                  <a:pt x="762672" y="0"/>
                </a:lnTo>
                <a:lnTo>
                  <a:pt x="718073" y="2524"/>
                </a:lnTo>
                <a:lnTo>
                  <a:pt x="673648" y="7572"/>
                </a:lnTo>
                <a:lnTo>
                  <a:pt x="629513" y="15144"/>
                </a:lnTo>
                <a:lnTo>
                  <a:pt x="585785" y="25241"/>
                </a:lnTo>
                <a:lnTo>
                  <a:pt x="542580" y="37862"/>
                </a:lnTo>
                <a:lnTo>
                  <a:pt x="500013" y="53007"/>
                </a:lnTo>
                <a:lnTo>
                  <a:pt x="458202" y="70676"/>
                </a:lnTo>
                <a:lnTo>
                  <a:pt x="417262" y="90869"/>
                </a:lnTo>
                <a:lnTo>
                  <a:pt x="377310" y="113587"/>
                </a:lnTo>
                <a:lnTo>
                  <a:pt x="338461" y="138828"/>
                </a:lnTo>
                <a:lnTo>
                  <a:pt x="300832" y="166594"/>
                </a:lnTo>
                <a:lnTo>
                  <a:pt x="264539" y="196884"/>
                </a:lnTo>
                <a:lnTo>
                  <a:pt x="229698" y="229698"/>
                </a:lnTo>
                <a:lnTo>
                  <a:pt x="196884" y="264539"/>
                </a:lnTo>
                <a:lnTo>
                  <a:pt x="166594" y="300832"/>
                </a:lnTo>
                <a:lnTo>
                  <a:pt x="138828" y="338461"/>
                </a:lnTo>
                <a:lnTo>
                  <a:pt x="113587" y="377309"/>
                </a:lnTo>
                <a:lnTo>
                  <a:pt x="90869" y="417262"/>
                </a:lnTo>
                <a:lnTo>
                  <a:pt x="70676" y="458202"/>
                </a:lnTo>
                <a:lnTo>
                  <a:pt x="53007" y="500013"/>
                </a:lnTo>
                <a:lnTo>
                  <a:pt x="37862" y="542579"/>
                </a:lnTo>
                <a:lnTo>
                  <a:pt x="25241" y="585784"/>
                </a:lnTo>
                <a:lnTo>
                  <a:pt x="15144" y="629512"/>
                </a:lnTo>
                <a:lnTo>
                  <a:pt x="7572" y="673647"/>
                </a:lnTo>
                <a:lnTo>
                  <a:pt x="2524" y="718072"/>
                </a:lnTo>
                <a:lnTo>
                  <a:pt x="0" y="762671"/>
                </a:lnTo>
                <a:lnTo>
                  <a:pt x="0" y="807329"/>
                </a:lnTo>
                <a:lnTo>
                  <a:pt x="2524" y="851928"/>
                </a:lnTo>
                <a:lnTo>
                  <a:pt x="7572" y="896353"/>
                </a:lnTo>
                <a:lnTo>
                  <a:pt x="15144" y="940488"/>
                </a:lnTo>
                <a:lnTo>
                  <a:pt x="25241" y="984216"/>
                </a:lnTo>
                <a:lnTo>
                  <a:pt x="37862" y="1027421"/>
                </a:lnTo>
                <a:lnTo>
                  <a:pt x="53007" y="1069987"/>
                </a:lnTo>
                <a:lnTo>
                  <a:pt x="70676" y="1111798"/>
                </a:lnTo>
                <a:lnTo>
                  <a:pt x="90869" y="1152738"/>
                </a:lnTo>
                <a:lnTo>
                  <a:pt x="113587" y="1192691"/>
                </a:lnTo>
                <a:lnTo>
                  <a:pt x="138828" y="1231540"/>
                </a:lnTo>
                <a:lnTo>
                  <a:pt x="166594" y="1269169"/>
                </a:lnTo>
                <a:lnTo>
                  <a:pt x="196884" y="1305462"/>
                </a:lnTo>
                <a:lnTo>
                  <a:pt x="229698" y="1340303"/>
                </a:lnTo>
                <a:lnTo>
                  <a:pt x="264539" y="1373117"/>
                </a:lnTo>
                <a:lnTo>
                  <a:pt x="300832" y="1403407"/>
                </a:lnTo>
                <a:lnTo>
                  <a:pt x="338461" y="1431172"/>
                </a:lnTo>
                <a:lnTo>
                  <a:pt x="377310" y="1456414"/>
                </a:lnTo>
                <a:lnTo>
                  <a:pt x="417262" y="1479132"/>
                </a:lnTo>
                <a:lnTo>
                  <a:pt x="458202" y="1499325"/>
                </a:lnTo>
                <a:lnTo>
                  <a:pt x="500013" y="1516994"/>
                </a:lnTo>
                <a:lnTo>
                  <a:pt x="542580" y="1532139"/>
                </a:lnTo>
                <a:lnTo>
                  <a:pt x="585785" y="1544760"/>
                </a:lnTo>
                <a:lnTo>
                  <a:pt x="629513" y="1554857"/>
                </a:lnTo>
                <a:lnTo>
                  <a:pt x="673648" y="1562429"/>
                </a:lnTo>
                <a:lnTo>
                  <a:pt x="718073" y="1567477"/>
                </a:lnTo>
                <a:lnTo>
                  <a:pt x="762672" y="1570002"/>
                </a:lnTo>
                <a:lnTo>
                  <a:pt x="807329" y="1570002"/>
                </a:lnTo>
                <a:lnTo>
                  <a:pt x="851929" y="1567477"/>
                </a:lnTo>
                <a:lnTo>
                  <a:pt x="896354" y="1562429"/>
                </a:lnTo>
                <a:lnTo>
                  <a:pt x="940488" y="1554857"/>
                </a:lnTo>
                <a:lnTo>
                  <a:pt x="984216" y="1544760"/>
                </a:lnTo>
                <a:lnTo>
                  <a:pt x="1027422" y="1532139"/>
                </a:lnTo>
                <a:lnTo>
                  <a:pt x="1069988" y="1516994"/>
                </a:lnTo>
                <a:lnTo>
                  <a:pt x="1111799" y="1499325"/>
                </a:lnTo>
                <a:lnTo>
                  <a:pt x="1152739" y="1479132"/>
                </a:lnTo>
                <a:lnTo>
                  <a:pt x="1192692" y="1456414"/>
                </a:lnTo>
                <a:lnTo>
                  <a:pt x="1231540" y="1431172"/>
                </a:lnTo>
                <a:lnTo>
                  <a:pt x="1269169" y="1403407"/>
                </a:lnTo>
                <a:lnTo>
                  <a:pt x="1305463" y="1373117"/>
                </a:lnTo>
                <a:lnTo>
                  <a:pt x="1340304" y="1340303"/>
                </a:lnTo>
                <a:lnTo>
                  <a:pt x="1373118" y="1305462"/>
                </a:lnTo>
                <a:lnTo>
                  <a:pt x="1403408" y="1269169"/>
                </a:lnTo>
                <a:lnTo>
                  <a:pt x="1431173" y="1231540"/>
                </a:lnTo>
                <a:lnTo>
                  <a:pt x="1456415" y="1192691"/>
                </a:lnTo>
                <a:lnTo>
                  <a:pt x="1479132" y="1152738"/>
                </a:lnTo>
                <a:lnTo>
                  <a:pt x="1499325" y="1111798"/>
                </a:lnTo>
                <a:lnTo>
                  <a:pt x="1516995" y="1069987"/>
                </a:lnTo>
                <a:lnTo>
                  <a:pt x="1532139" y="1027421"/>
                </a:lnTo>
                <a:lnTo>
                  <a:pt x="1544760" y="984216"/>
                </a:lnTo>
                <a:lnTo>
                  <a:pt x="1554857" y="940488"/>
                </a:lnTo>
                <a:lnTo>
                  <a:pt x="1562429" y="896353"/>
                </a:lnTo>
                <a:lnTo>
                  <a:pt x="1567478" y="851928"/>
                </a:lnTo>
                <a:lnTo>
                  <a:pt x="1570002" y="807329"/>
                </a:lnTo>
                <a:lnTo>
                  <a:pt x="1570002" y="762671"/>
                </a:lnTo>
                <a:lnTo>
                  <a:pt x="1567478" y="718072"/>
                </a:lnTo>
                <a:lnTo>
                  <a:pt x="1562429" y="673647"/>
                </a:lnTo>
                <a:lnTo>
                  <a:pt x="1554857" y="629512"/>
                </a:lnTo>
                <a:lnTo>
                  <a:pt x="1544760" y="585784"/>
                </a:lnTo>
                <a:lnTo>
                  <a:pt x="1532139" y="542579"/>
                </a:lnTo>
                <a:lnTo>
                  <a:pt x="1516995" y="500013"/>
                </a:lnTo>
                <a:lnTo>
                  <a:pt x="1499325" y="458202"/>
                </a:lnTo>
                <a:lnTo>
                  <a:pt x="1479132" y="417262"/>
                </a:lnTo>
                <a:lnTo>
                  <a:pt x="1456415" y="377309"/>
                </a:lnTo>
                <a:lnTo>
                  <a:pt x="1431173" y="338461"/>
                </a:lnTo>
                <a:lnTo>
                  <a:pt x="1403408" y="300832"/>
                </a:lnTo>
                <a:lnTo>
                  <a:pt x="1373118" y="264539"/>
                </a:lnTo>
                <a:lnTo>
                  <a:pt x="1340304" y="229698"/>
                </a:lnTo>
                <a:lnTo>
                  <a:pt x="1305463" y="196884"/>
                </a:lnTo>
                <a:lnTo>
                  <a:pt x="1269169" y="166594"/>
                </a:lnTo>
                <a:lnTo>
                  <a:pt x="1231540" y="138828"/>
                </a:lnTo>
                <a:lnTo>
                  <a:pt x="1192692" y="113587"/>
                </a:lnTo>
                <a:lnTo>
                  <a:pt x="1152739" y="90869"/>
                </a:lnTo>
                <a:lnTo>
                  <a:pt x="1111799" y="70676"/>
                </a:lnTo>
                <a:lnTo>
                  <a:pt x="1069988" y="53007"/>
                </a:lnTo>
                <a:lnTo>
                  <a:pt x="1027422" y="37862"/>
                </a:lnTo>
                <a:lnTo>
                  <a:pt x="984216" y="25241"/>
                </a:lnTo>
                <a:lnTo>
                  <a:pt x="940488" y="15144"/>
                </a:lnTo>
                <a:lnTo>
                  <a:pt x="896354" y="7572"/>
                </a:lnTo>
                <a:lnTo>
                  <a:pt x="851929" y="2524"/>
                </a:lnTo>
                <a:lnTo>
                  <a:pt x="807329" y="0"/>
                </a:lnTo>
                <a:close/>
              </a:path>
            </a:pathLst>
          </a:custGeom>
          <a:solidFill>
            <a:srgbClr val="6BCB7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3" name="Google Shape;213;p5"/>
          <p:cNvSpPr txBox="1"/>
          <p:nvPr/>
        </p:nvSpPr>
        <p:spPr>
          <a:xfrm>
            <a:off x="5103886" y="2591532"/>
            <a:ext cx="1060450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107950" lvl="0" marL="12700" marR="5080" rtl="0" algn="l">
              <a:lnSpc>
                <a:spcPct val="109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CONT- ROLLER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11313023" y="2208708"/>
            <a:ext cx="1570355" cy="1570355"/>
          </a:xfrm>
          <a:custGeom>
            <a:rect b="b" l="l" r="r" t="t"/>
            <a:pathLst>
              <a:path extrusionOk="0" h="1570354" w="1570354">
                <a:moveTo>
                  <a:pt x="807330" y="0"/>
                </a:moveTo>
                <a:lnTo>
                  <a:pt x="762673" y="0"/>
                </a:lnTo>
                <a:lnTo>
                  <a:pt x="718074" y="2524"/>
                </a:lnTo>
                <a:lnTo>
                  <a:pt x="673649" y="7572"/>
                </a:lnTo>
                <a:lnTo>
                  <a:pt x="629515" y="15144"/>
                </a:lnTo>
                <a:lnTo>
                  <a:pt x="585787" y="25241"/>
                </a:lnTo>
                <a:lnTo>
                  <a:pt x="542582" y="37862"/>
                </a:lnTo>
                <a:lnTo>
                  <a:pt x="500016" y="53007"/>
                </a:lnTo>
                <a:lnTo>
                  <a:pt x="458205" y="70676"/>
                </a:lnTo>
                <a:lnTo>
                  <a:pt x="417266" y="90869"/>
                </a:lnTo>
                <a:lnTo>
                  <a:pt x="377313" y="113587"/>
                </a:lnTo>
                <a:lnTo>
                  <a:pt x="338465" y="138828"/>
                </a:lnTo>
                <a:lnTo>
                  <a:pt x="300836" y="166594"/>
                </a:lnTo>
                <a:lnTo>
                  <a:pt x="264544" y="196884"/>
                </a:lnTo>
                <a:lnTo>
                  <a:pt x="229703" y="229698"/>
                </a:lnTo>
                <a:lnTo>
                  <a:pt x="196888" y="264539"/>
                </a:lnTo>
                <a:lnTo>
                  <a:pt x="166598" y="300832"/>
                </a:lnTo>
                <a:lnTo>
                  <a:pt x="138831" y="338461"/>
                </a:lnTo>
                <a:lnTo>
                  <a:pt x="113589" y="377309"/>
                </a:lnTo>
                <a:lnTo>
                  <a:pt x="90871" y="417262"/>
                </a:lnTo>
                <a:lnTo>
                  <a:pt x="70678" y="458202"/>
                </a:lnTo>
                <a:lnTo>
                  <a:pt x="53008" y="500013"/>
                </a:lnTo>
                <a:lnTo>
                  <a:pt x="37863" y="542579"/>
                </a:lnTo>
                <a:lnTo>
                  <a:pt x="25242" y="585784"/>
                </a:lnTo>
                <a:lnTo>
                  <a:pt x="15145" y="629512"/>
                </a:lnTo>
                <a:lnTo>
                  <a:pt x="7572" y="673647"/>
                </a:lnTo>
                <a:lnTo>
                  <a:pt x="2524" y="718072"/>
                </a:lnTo>
                <a:lnTo>
                  <a:pt x="0" y="762671"/>
                </a:lnTo>
                <a:lnTo>
                  <a:pt x="0" y="807329"/>
                </a:lnTo>
                <a:lnTo>
                  <a:pt x="2524" y="851928"/>
                </a:lnTo>
                <a:lnTo>
                  <a:pt x="7572" y="896353"/>
                </a:lnTo>
                <a:lnTo>
                  <a:pt x="15145" y="940488"/>
                </a:lnTo>
                <a:lnTo>
                  <a:pt x="25242" y="984216"/>
                </a:lnTo>
                <a:lnTo>
                  <a:pt x="37863" y="1027421"/>
                </a:lnTo>
                <a:lnTo>
                  <a:pt x="53008" y="1069987"/>
                </a:lnTo>
                <a:lnTo>
                  <a:pt x="70678" y="1111798"/>
                </a:lnTo>
                <a:lnTo>
                  <a:pt x="90871" y="1152738"/>
                </a:lnTo>
                <a:lnTo>
                  <a:pt x="113589" y="1192691"/>
                </a:lnTo>
                <a:lnTo>
                  <a:pt x="138831" y="1231540"/>
                </a:lnTo>
                <a:lnTo>
                  <a:pt x="166598" y="1269169"/>
                </a:lnTo>
                <a:lnTo>
                  <a:pt x="196888" y="1305462"/>
                </a:lnTo>
                <a:lnTo>
                  <a:pt x="229703" y="1340303"/>
                </a:lnTo>
                <a:lnTo>
                  <a:pt x="264544" y="1373117"/>
                </a:lnTo>
                <a:lnTo>
                  <a:pt x="300836" y="1403407"/>
                </a:lnTo>
                <a:lnTo>
                  <a:pt x="338465" y="1431172"/>
                </a:lnTo>
                <a:lnTo>
                  <a:pt x="377313" y="1456414"/>
                </a:lnTo>
                <a:lnTo>
                  <a:pt x="417266" y="1479132"/>
                </a:lnTo>
                <a:lnTo>
                  <a:pt x="458205" y="1499325"/>
                </a:lnTo>
                <a:lnTo>
                  <a:pt x="500016" y="1516994"/>
                </a:lnTo>
                <a:lnTo>
                  <a:pt x="542582" y="1532139"/>
                </a:lnTo>
                <a:lnTo>
                  <a:pt x="585787" y="1544760"/>
                </a:lnTo>
                <a:lnTo>
                  <a:pt x="629515" y="1554857"/>
                </a:lnTo>
                <a:lnTo>
                  <a:pt x="673649" y="1562429"/>
                </a:lnTo>
                <a:lnTo>
                  <a:pt x="718074" y="1567477"/>
                </a:lnTo>
                <a:lnTo>
                  <a:pt x="762673" y="1570002"/>
                </a:lnTo>
                <a:lnTo>
                  <a:pt x="807330" y="1570002"/>
                </a:lnTo>
                <a:lnTo>
                  <a:pt x="851930" y="1567477"/>
                </a:lnTo>
                <a:lnTo>
                  <a:pt x="896355" y="1562429"/>
                </a:lnTo>
                <a:lnTo>
                  <a:pt x="940489" y="1554857"/>
                </a:lnTo>
                <a:lnTo>
                  <a:pt x="984217" y="1544760"/>
                </a:lnTo>
                <a:lnTo>
                  <a:pt x="1027423" y="1532139"/>
                </a:lnTo>
                <a:lnTo>
                  <a:pt x="1069989" y="1516994"/>
                </a:lnTo>
                <a:lnTo>
                  <a:pt x="1111801" y="1499325"/>
                </a:lnTo>
                <a:lnTo>
                  <a:pt x="1152741" y="1479132"/>
                </a:lnTo>
                <a:lnTo>
                  <a:pt x="1192694" y="1456414"/>
                </a:lnTo>
                <a:lnTo>
                  <a:pt x="1231543" y="1431172"/>
                </a:lnTo>
                <a:lnTo>
                  <a:pt x="1269173" y="1403407"/>
                </a:lnTo>
                <a:lnTo>
                  <a:pt x="1305466" y="1373117"/>
                </a:lnTo>
                <a:lnTo>
                  <a:pt x="1340308" y="1340303"/>
                </a:lnTo>
                <a:lnTo>
                  <a:pt x="1373122" y="1305462"/>
                </a:lnTo>
                <a:lnTo>
                  <a:pt x="1403411" y="1269169"/>
                </a:lnTo>
                <a:lnTo>
                  <a:pt x="1431177" y="1231540"/>
                </a:lnTo>
                <a:lnTo>
                  <a:pt x="1456418" y="1192691"/>
                </a:lnTo>
                <a:lnTo>
                  <a:pt x="1479135" y="1152738"/>
                </a:lnTo>
                <a:lnTo>
                  <a:pt x="1499328" y="1111798"/>
                </a:lnTo>
                <a:lnTo>
                  <a:pt x="1516997" y="1069987"/>
                </a:lnTo>
                <a:lnTo>
                  <a:pt x="1532142" y="1027421"/>
                </a:lnTo>
                <a:lnTo>
                  <a:pt x="1544763" y="984216"/>
                </a:lnTo>
                <a:lnTo>
                  <a:pt x="1554859" y="940488"/>
                </a:lnTo>
                <a:lnTo>
                  <a:pt x="1562431" y="896353"/>
                </a:lnTo>
                <a:lnTo>
                  <a:pt x="1567480" y="851928"/>
                </a:lnTo>
                <a:lnTo>
                  <a:pt x="1570004" y="807329"/>
                </a:lnTo>
                <a:lnTo>
                  <a:pt x="1570004" y="762671"/>
                </a:lnTo>
                <a:lnTo>
                  <a:pt x="1567480" y="718072"/>
                </a:lnTo>
                <a:lnTo>
                  <a:pt x="1562431" y="673647"/>
                </a:lnTo>
                <a:lnTo>
                  <a:pt x="1554859" y="629512"/>
                </a:lnTo>
                <a:lnTo>
                  <a:pt x="1544763" y="585784"/>
                </a:lnTo>
                <a:lnTo>
                  <a:pt x="1532142" y="542579"/>
                </a:lnTo>
                <a:lnTo>
                  <a:pt x="1516997" y="500013"/>
                </a:lnTo>
                <a:lnTo>
                  <a:pt x="1499328" y="458202"/>
                </a:lnTo>
                <a:lnTo>
                  <a:pt x="1479135" y="417262"/>
                </a:lnTo>
                <a:lnTo>
                  <a:pt x="1456418" y="377309"/>
                </a:lnTo>
                <a:lnTo>
                  <a:pt x="1431177" y="338461"/>
                </a:lnTo>
                <a:lnTo>
                  <a:pt x="1403411" y="300832"/>
                </a:lnTo>
                <a:lnTo>
                  <a:pt x="1373122" y="264539"/>
                </a:lnTo>
                <a:lnTo>
                  <a:pt x="1340308" y="229698"/>
                </a:lnTo>
                <a:lnTo>
                  <a:pt x="1305466" y="196884"/>
                </a:lnTo>
                <a:lnTo>
                  <a:pt x="1269173" y="166594"/>
                </a:lnTo>
                <a:lnTo>
                  <a:pt x="1231543" y="138828"/>
                </a:lnTo>
                <a:lnTo>
                  <a:pt x="1192694" y="113587"/>
                </a:lnTo>
                <a:lnTo>
                  <a:pt x="1152741" y="90869"/>
                </a:lnTo>
                <a:lnTo>
                  <a:pt x="1111801" y="70676"/>
                </a:lnTo>
                <a:lnTo>
                  <a:pt x="1069989" y="53007"/>
                </a:lnTo>
                <a:lnTo>
                  <a:pt x="1027423" y="37862"/>
                </a:lnTo>
                <a:lnTo>
                  <a:pt x="984217" y="25241"/>
                </a:lnTo>
                <a:lnTo>
                  <a:pt x="940489" y="15144"/>
                </a:lnTo>
                <a:lnTo>
                  <a:pt x="896355" y="7572"/>
                </a:lnTo>
                <a:lnTo>
                  <a:pt x="851930" y="2524"/>
                </a:lnTo>
                <a:lnTo>
                  <a:pt x="807330" y="0"/>
                </a:lnTo>
                <a:close/>
              </a:path>
            </a:pathLst>
          </a:custGeom>
          <a:solidFill>
            <a:srgbClr val="6BCB7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5" name="Google Shape;215;p5"/>
          <p:cNvSpPr txBox="1"/>
          <p:nvPr/>
        </p:nvSpPr>
        <p:spPr>
          <a:xfrm>
            <a:off x="11521420" y="2594067"/>
            <a:ext cx="1153795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388620" lvl="0" marL="12700" marR="5080" rtl="0" algn="l">
              <a:lnSpc>
                <a:spcPct val="109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TO REMOVE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5"/>
          <p:cNvGrpSpPr/>
          <p:nvPr/>
        </p:nvGrpSpPr>
        <p:grpSpPr>
          <a:xfrm>
            <a:off x="10566149" y="2868058"/>
            <a:ext cx="638087" cy="251460"/>
            <a:chOff x="10566149" y="2868058"/>
            <a:chExt cx="638087" cy="251460"/>
          </a:xfrm>
        </p:grpSpPr>
        <p:sp>
          <p:nvSpPr>
            <p:cNvPr id="217" name="Google Shape;217;p5"/>
            <p:cNvSpPr/>
            <p:nvPr/>
          </p:nvSpPr>
          <p:spPr>
            <a:xfrm>
              <a:off x="10566149" y="2993708"/>
              <a:ext cx="418465" cy="0"/>
            </a:xfrm>
            <a:custGeom>
              <a:rect b="b" l="l" r="r" t="t"/>
              <a:pathLst>
                <a:path extrusionOk="0" h="120000" w="418465">
                  <a:moveTo>
                    <a:pt x="0" y="0"/>
                  </a:moveTo>
                  <a:lnTo>
                    <a:pt x="386632" y="0"/>
                  </a:lnTo>
                  <a:lnTo>
                    <a:pt x="418045" y="0"/>
                  </a:lnTo>
                </a:path>
              </a:pathLst>
            </a:custGeom>
            <a:noFill/>
            <a:ln cap="flat" cmpd="sng" w="62825">
              <a:solidFill>
                <a:srgbClr val="444444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10952776" y="2868058"/>
              <a:ext cx="251460" cy="251460"/>
            </a:xfrm>
            <a:custGeom>
              <a:rect b="b" l="l" r="r" t="t"/>
              <a:pathLst>
                <a:path extrusionOk="0" h="251460" w="251459">
                  <a:moveTo>
                    <a:pt x="0" y="0"/>
                  </a:moveTo>
                  <a:lnTo>
                    <a:pt x="0" y="251301"/>
                  </a:lnTo>
                  <a:lnTo>
                    <a:pt x="251301" y="125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9" name="Google Shape;219;p5"/>
          <p:cNvSpPr/>
          <p:nvPr/>
        </p:nvSpPr>
        <p:spPr>
          <a:xfrm>
            <a:off x="13738845" y="2208708"/>
            <a:ext cx="1570355" cy="1570355"/>
          </a:xfrm>
          <a:custGeom>
            <a:rect b="b" l="l" r="r" t="t"/>
            <a:pathLst>
              <a:path extrusionOk="0" h="1570354" w="1570355">
                <a:moveTo>
                  <a:pt x="807330" y="0"/>
                </a:moveTo>
                <a:lnTo>
                  <a:pt x="762673" y="0"/>
                </a:lnTo>
                <a:lnTo>
                  <a:pt x="718074" y="2524"/>
                </a:lnTo>
                <a:lnTo>
                  <a:pt x="673649" y="7572"/>
                </a:lnTo>
                <a:lnTo>
                  <a:pt x="629515" y="15144"/>
                </a:lnTo>
                <a:lnTo>
                  <a:pt x="585787" y="25241"/>
                </a:lnTo>
                <a:lnTo>
                  <a:pt x="542582" y="37862"/>
                </a:lnTo>
                <a:lnTo>
                  <a:pt x="500016" y="53007"/>
                </a:lnTo>
                <a:lnTo>
                  <a:pt x="458205" y="70676"/>
                </a:lnTo>
                <a:lnTo>
                  <a:pt x="417266" y="90869"/>
                </a:lnTo>
                <a:lnTo>
                  <a:pt x="377313" y="113587"/>
                </a:lnTo>
                <a:lnTo>
                  <a:pt x="338465" y="138828"/>
                </a:lnTo>
                <a:lnTo>
                  <a:pt x="300836" y="166594"/>
                </a:lnTo>
                <a:lnTo>
                  <a:pt x="264544" y="196884"/>
                </a:lnTo>
                <a:lnTo>
                  <a:pt x="229703" y="229698"/>
                </a:lnTo>
                <a:lnTo>
                  <a:pt x="196888" y="264539"/>
                </a:lnTo>
                <a:lnTo>
                  <a:pt x="166598" y="300832"/>
                </a:lnTo>
                <a:lnTo>
                  <a:pt x="138831" y="338461"/>
                </a:lnTo>
                <a:lnTo>
                  <a:pt x="113589" y="377309"/>
                </a:lnTo>
                <a:lnTo>
                  <a:pt x="90871" y="417262"/>
                </a:lnTo>
                <a:lnTo>
                  <a:pt x="70678" y="458202"/>
                </a:lnTo>
                <a:lnTo>
                  <a:pt x="53008" y="500013"/>
                </a:lnTo>
                <a:lnTo>
                  <a:pt x="37863" y="542579"/>
                </a:lnTo>
                <a:lnTo>
                  <a:pt x="25242" y="585784"/>
                </a:lnTo>
                <a:lnTo>
                  <a:pt x="15145" y="629512"/>
                </a:lnTo>
                <a:lnTo>
                  <a:pt x="7572" y="673647"/>
                </a:lnTo>
                <a:lnTo>
                  <a:pt x="2524" y="718072"/>
                </a:lnTo>
                <a:lnTo>
                  <a:pt x="0" y="762671"/>
                </a:lnTo>
                <a:lnTo>
                  <a:pt x="0" y="807329"/>
                </a:lnTo>
                <a:lnTo>
                  <a:pt x="2524" y="851928"/>
                </a:lnTo>
                <a:lnTo>
                  <a:pt x="7572" y="896353"/>
                </a:lnTo>
                <a:lnTo>
                  <a:pt x="15145" y="940488"/>
                </a:lnTo>
                <a:lnTo>
                  <a:pt x="25242" y="984216"/>
                </a:lnTo>
                <a:lnTo>
                  <a:pt x="37863" y="1027421"/>
                </a:lnTo>
                <a:lnTo>
                  <a:pt x="53008" y="1069987"/>
                </a:lnTo>
                <a:lnTo>
                  <a:pt x="70678" y="1111798"/>
                </a:lnTo>
                <a:lnTo>
                  <a:pt x="90871" y="1152738"/>
                </a:lnTo>
                <a:lnTo>
                  <a:pt x="113589" y="1192691"/>
                </a:lnTo>
                <a:lnTo>
                  <a:pt x="138831" y="1231540"/>
                </a:lnTo>
                <a:lnTo>
                  <a:pt x="166598" y="1269169"/>
                </a:lnTo>
                <a:lnTo>
                  <a:pt x="196888" y="1305462"/>
                </a:lnTo>
                <a:lnTo>
                  <a:pt x="229703" y="1340303"/>
                </a:lnTo>
                <a:lnTo>
                  <a:pt x="264544" y="1373117"/>
                </a:lnTo>
                <a:lnTo>
                  <a:pt x="300836" y="1403407"/>
                </a:lnTo>
                <a:lnTo>
                  <a:pt x="338465" y="1431172"/>
                </a:lnTo>
                <a:lnTo>
                  <a:pt x="377313" y="1456414"/>
                </a:lnTo>
                <a:lnTo>
                  <a:pt x="417266" y="1479132"/>
                </a:lnTo>
                <a:lnTo>
                  <a:pt x="458205" y="1499325"/>
                </a:lnTo>
                <a:lnTo>
                  <a:pt x="500016" y="1516994"/>
                </a:lnTo>
                <a:lnTo>
                  <a:pt x="542582" y="1532139"/>
                </a:lnTo>
                <a:lnTo>
                  <a:pt x="585787" y="1544760"/>
                </a:lnTo>
                <a:lnTo>
                  <a:pt x="629515" y="1554857"/>
                </a:lnTo>
                <a:lnTo>
                  <a:pt x="673649" y="1562429"/>
                </a:lnTo>
                <a:lnTo>
                  <a:pt x="718074" y="1567477"/>
                </a:lnTo>
                <a:lnTo>
                  <a:pt x="762673" y="1570002"/>
                </a:lnTo>
                <a:lnTo>
                  <a:pt x="807330" y="1570002"/>
                </a:lnTo>
                <a:lnTo>
                  <a:pt x="851930" y="1567477"/>
                </a:lnTo>
                <a:lnTo>
                  <a:pt x="896355" y="1562429"/>
                </a:lnTo>
                <a:lnTo>
                  <a:pt x="940489" y="1554857"/>
                </a:lnTo>
                <a:lnTo>
                  <a:pt x="984217" y="1544760"/>
                </a:lnTo>
                <a:lnTo>
                  <a:pt x="1027423" y="1532139"/>
                </a:lnTo>
                <a:lnTo>
                  <a:pt x="1069989" y="1516994"/>
                </a:lnTo>
                <a:lnTo>
                  <a:pt x="1111801" y="1499325"/>
                </a:lnTo>
                <a:lnTo>
                  <a:pt x="1152741" y="1479132"/>
                </a:lnTo>
                <a:lnTo>
                  <a:pt x="1192694" y="1456414"/>
                </a:lnTo>
                <a:lnTo>
                  <a:pt x="1231543" y="1431172"/>
                </a:lnTo>
                <a:lnTo>
                  <a:pt x="1269173" y="1403407"/>
                </a:lnTo>
                <a:lnTo>
                  <a:pt x="1305466" y="1373117"/>
                </a:lnTo>
                <a:lnTo>
                  <a:pt x="1340308" y="1340303"/>
                </a:lnTo>
                <a:lnTo>
                  <a:pt x="1373122" y="1305462"/>
                </a:lnTo>
                <a:lnTo>
                  <a:pt x="1403411" y="1269169"/>
                </a:lnTo>
                <a:lnTo>
                  <a:pt x="1431177" y="1231540"/>
                </a:lnTo>
                <a:lnTo>
                  <a:pt x="1456418" y="1192691"/>
                </a:lnTo>
                <a:lnTo>
                  <a:pt x="1479135" y="1152738"/>
                </a:lnTo>
                <a:lnTo>
                  <a:pt x="1499328" y="1111798"/>
                </a:lnTo>
                <a:lnTo>
                  <a:pt x="1516997" y="1069987"/>
                </a:lnTo>
                <a:lnTo>
                  <a:pt x="1532142" y="1027421"/>
                </a:lnTo>
                <a:lnTo>
                  <a:pt x="1544763" y="984216"/>
                </a:lnTo>
                <a:lnTo>
                  <a:pt x="1554859" y="940488"/>
                </a:lnTo>
                <a:lnTo>
                  <a:pt x="1562431" y="896353"/>
                </a:lnTo>
                <a:lnTo>
                  <a:pt x="1567480" y="851928"/>
                </a:lnTo>
                <a:lnTo>
                  <a:pt x="1570004" y="807329"/>
                </a:lnTo>
                <a:lnTo>
                  <a:pt x="1570004" y="762671"/>
                </a:lnTo>
                <a:lnTo>
                  <a:pt x="1567480" y="718072"/>
                </a:lnTo>
                <a:lnTo>
                  <a:pt x="1562431" y="673647"/>
                </a:lnTo>
                <a:lnTo>
                  <a:pt x="1554859" y="629512"/>
                </a:lnTo>
                <a:lnTo>
                  <a:pt x="1544763" y="585784"/>
                </a:lnTo>
                <a:lnTo>
                  <a:pt x="1532142" y="542579"/>
                </a:lnTo>
                <a:lnTo>
                  <a:pt x="1516997" y="500013"/>
                </a:lnTo>
                <a:lnTo>
                  <a:pt x="1499328" y="458202"/>
                </a:lnTo>
                <a:lnTo>
                  <a:pt x="1479135" y="417262"/>
                </a:lnTo>
                <a:lnTo>
                  <a:pt x="1456418" y="377309"/>
                </a:lnTo>
                <a:lnTo>
                  <a:pt x="1431177" y="338461"/>
                </a:lnTo>
                <a:lnTo>
                  <a:pt x="1403411" y="300832"/>
                </a:lnTo>
                <a:lnTo>
                  <a:pt x="1373122" y="264539"/>
                </a:lnTo>
                <a:lnTo>
                  <a:pt x="1340308" y="229698"/>
                </a:lnTo>
                <a:lnTo>
                  <a:pt x="1305466" y="196884"/>
                </a:lnTo>
                <a:lnTo>
                  <a:pt x="1269173" y="166594"/>
                </a:lnTo>
                <a:lnTo>
                  <a:pt x="1231543" y="138828"/>
                </a:lnTo>
                <a:lnTo>
                  <a:pt x="1192694" y="113587"/>
                </a:lnTo>
                <a:lnTo>
                  <a:pt x="1152741" y="90869"/>
                </a:lnTo>
                <a:lnTo>
                  <a:pt x="1111801" y="70676"/>
                </a:lnTo>
                <a:lnTo>
                  <a:pt x="1069989" y="53007"/>
                </a:lnTo>
                <a:lnTo>
                  <a:pt x="1027423" y="37862"/>
                </a:lnTo>
                <a:lnTo>
                  <a:pt x="984217" y="25241"/>
                </a:lnTo>
                <a:lnTo>
                  <a:pt x="940489" y="15144"/>
                </a:lnTo>
                <a:lnTo>
                  <a:pt x="896355" y="7572"/>
                </a:lnTo>
                <a:lnTo>
                  <a:pt x="851930" y="2524"/>
                </a:lnTo>
                <a:lnTo>
                  <a:pt x="807330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0" name="Google Shape;220;p5"/>
          <p:cNvSpPr txBox="1"/>
          <p:nvPr/>
        </p:nvSpPr>
        <p:spPr>
          <a:xfrm>
            <a:off x="14173286" y="2808040"/>
            <a:ext cx="7016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p5"/>
          <p:cNvGrpSpPr/>
          <p:nvPr/>
        </p:nvGrpSpPr>
        <p:grpSpPr>
          <a:xfrm>
            <a:off x="12991971" y="2868058"/>
            <a:ext cx="638087" cy="251460"/>
            <a:chOff x="12991971" y="2868058"/>
            <a:chExt cx="638087" cy="251460"/>
          </a:xfrm>
        </p:grpSpPr>
        <p:sp>
          <p:nvSpPr>
            <p:cNvPr id="222" name="Google Shape;222;p5"/>
            <p:cNvSpPr/>
            <p:nvPr/>
          </p:nvSpPr>
          <p:spPr>
            <a:xfrm>
              <a:off x="12991971" y="2993708"/>
              <a:ext cx="418465" cy="0"/>
            </a:xfrm>
            <a:custGeom>
              <a:rect b="b" l="l" r="r" t="t"/>
              <a:pathLst>
                <a:path extrusionOk="0" h="120000" w="418465">
                  <a:moveTo>
                    <a:pt x="0" y="0"/>
                  </a:moveTo>
                  <a:lnTo>
                    <a:pt x="386632" y="0"/>
                  </a:lnTo>
                  <a:lnTo>
                    <a:pt x="418045" y="0"/>
                  </a:lnTo>
                </a:path>
              </a:pathLst>
            </a:custGeom>
            <a:noFill/>
            <a:ln cap="flat" cmpd="sng" w="62825">
              <a:solidFill>
                <a:srgbClr val="444444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13378598" y="2868058"/>
              <a:ext cx="251460" cy="251460"/>
            </a:xfrm>
            <a:custGeom>
              <a:rect b="b" l="l" r="r" t="t"/>
              <a:pathLst>
                <a:path extrusionOk="0" h="251460" w="251459">
                  <a:moveTo>
                    <a:pt x="0" y="0"/>
                  </a:moveTo>
                  <a:lnTo>
                    <a:pt x="0" y="251301"/>
                  </a:lnTo>
                  <a:lnTo>
                    <a:pt x="251301" y="125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24" name="Google Shape;224;p5"/>
          <p:cNvSpPr/>
          <p:nvPr/>
        </p:nvSpPr>
        <p:spPr>
          <a:xfrm>
            <a:off x="8887203" y="2208708"/>
            <a:ext cx="1570355" cy="1570355"/>
          </a:xfrm>
          <a:custGeom>
            <a:rect b="b" l="l" r="r" t="t"/>
            <a:pathLst>
              <a:path extrusionOk="0" h="1570354" w="1570354">
                <a:moveTo>
                  <a:pt x="807329" y="0"/>
                </a:moveTo>
                <a:lnTo>
                  <a:pt x="762671" y="0"/>
                </a:lnTo>
                <a:lnTo>
                  <a:pt x="718072" y="2524"/>
                </a:lnTo>
                <a:lnTo>
                  <a:pt x="673647" y="7572"/>
                </a:lnTo>
                <a:lnTo>
                  <a:pt x="629512" y="15144"/>
                </a:lnTo>
                <a:lnTo>
                  <a:pt x="585784" y="25241"/>
                </a:lnTo>
                <a:lnTo>
                  <a:pt x="542579" y="37862"/>
                </a:lnTo>
                <a:lnTo>
                  <a:pt x="500013" y="53007"/>
                </a:lnTo>
                <a:lnTo>
                  <a:pt x="458202" y="70676"/>
                </a:lnTo>
                <a:lnTo>
                  <a:pt x="417262" y="90869"/>
                </a:lnTo>
                <a:lnTo>
                  <a:pt x="377309" y="113587"/>
                </a:lnTo>
                <a:lnTo>
                  <a:pt x="338461" y="138828"/>
                </a:lnTo>
                <a:lnTo>
                  <a:pt x="300832" y="166594"/>
                </a:lnTo>
                <a:lnTo>
                  <a:pt x="264539" y="196884"/>
                </a:lnTo>
                <a:lnTo>
                  <a:pt x="229698" y="229698"/>
                </a:lnTo>
                <a:lnTo>
                  <a:pt x="196884" y="264539"/>
                </a:lnTo>
                <a:lnTo>
                  <a:pt x="166594" y="300832"/>
                </a:lnTo>
                <a:lnTo>
                  <a:pt x="138828" y="338461"/>
                </a:lnTo>
                <a:lnTo>
                  <a:pt x="113587" y="377309"/>
                </a:lnTo>
                <a:lnTo>
                  <a:pt x="90869" y="417262"/>
                </a:lnTo>
                <a:lnTo>
                  <a:pt x="70676" y="458202"/>
                </a:lnTo>
                <a:lnTo>
                  <a:pt x="53007" y="500013"/>
                </a:lnTo>
                <a:lnTo>
                  <a:pt x="37862" y="542579"/>
                </a:lnTo>
                <a:lnTo>
                  <a:pt x="25241" y="585784"/>
                </a:lnTo>
                <a:lnTo>
                  <a:pt x="15144" y="629512"/>
                </a:lnTo>
                <a:lnTo>
                  <a:pt x="7572" y="673647"/>
                </a:lnTo>
                <a:lnTo>
                  <a:pt x="2524" y="718072"/>
                </a:lnTo>
                <a:lnTo>
                  <a:pt x="0" y="762671"/>
                </a:lnTo>
                <a:lnTo>
                  <a:pt x="0" y="807329"/>
                </a:lnTo>
                <a:lnTo>
                  <a:pt x="2524" y="851928"/>
                </a:lnTo>
                <a:lnTo>
                  <a:pt x="7572" y="896353"/>
                </a:lnTo>
                <a:lnTo>
                  <a:pt x="15144" y="940488"/>
                </a:lnTo>
                <a:lnTo>
                  <a:pt x="25241" y="984216"/>
                </a:lnTo>
                <a:lnTo>
                  <a:pt x="37862" y="1027421"/>
                </a:lnTo>
                <a:lnTo>
                  <a:pt x="53007" y="1069987"/>
                </a:lnTo>
                <a:lnTo>
                  <a:pt x="70676" y="1111798"/>
                </a:lnTo>
                <a:lnTo>
                  <a:pt x="90869" y="1152738"/>
                </a:lnTo>
                <a:lnTo>
                  <a:pt x="113587" y="1192691"/>
                </a:lnTo>
                <a:lnTo>
                  <a:pt x="138828" y="1231540"/>
                </a:lnTo>
                <a:lnTo>
                  <a:pt x="166594" y="1269169"/>
                </a:lnTo>
                <a:lnTo>
                  <a:pt x="196884" y="1305462"/>
                </a:lnTo>
                <a:lnTo>
                  <a:pt x="229698" y="1340303"/>
                </a:lnTo>
                <a:lnTo>
                  <a:pt x="264539" y="1373117"/>
                </a:lnTo>
                <a:lnTo>
                  <a:pt x="300832" y="1403407"/>
                </a:lnTo>
                <a:lnTo>
                  <a:pt x="338461" y="1431172"/>
                </a:lnTo>
                <a:lnTo>
                  <a:pt x="377309" y="1456414"/>
                </a:lnTo>
                <a:lnTo>
                  <a:pt x="417262" y="1479132"/>
                </a:lnTo>
                <a:lnTo>
                  <a:pt x="458202" y="1499325"/>
                </a:lnTo>
                <a:lnTo>
                  <a:pt x="500013" y="1516994"/>
                </a:lnTo>
                <a:lnTo>
                  <a:pt x="542579" y="1532139"/>
                </a:lnTo>
                <a:lnTo>
                  <a:pt x="585784" y="1544760"/>
                </a:lnTo>
                <a:lnTo>
                  <a:pt x="629512" y="1554857"/>
                </a:lnTo>
                <a:lnTo>
                  <a:pt x="673647" y="1562429"/>
                </a:lnTo>
                <a:lnTo>
                  <a:pt x="718072" y="1567477"/>
                </a:lnTo>
                <a:lnTo>
                  <a:pt x="762671" y="1570002"/>
                </a:lnTo>
                <a:lnTo>
                  <a:pt x="807329" y="1570002"/>
                </a:lnTo>
                <a:lnTo>
                  <a:pt x="851928" y="1567477"/>
                </a:lnTo>
                <a:lnTo>
                  <a:pt x="896353" y="1562429"/>
                </a:lnTo>
                <a:lnTo>
                  <a:pt x="940488" y="1554857"/>
                </a:lnTo>
                <a:lnTo>
                  <a:pt x="984216" y="1544760"/>
                </a:lnTo>
                <a:lnTo>
                  <a:pt x="1027421" y="1532139"/>
                </a:lnTo>
                <a:lnTo>
                  <a:pt x="1069987" y="1516994"/>
                </a:lnTo>
                <a:lnTo>
                  <a:pt x="1111798" y="1499325"/>
                </a:lnTo>
                <a:lnTo>
                  <a:pt x="1152738" y="1479132"/>
                </a:lnTo>
                <a:lnTo>
                  <a:pt x="1192691" y="1456414"/>
                </a:lnTo>
                <a:lnTo>
                  <a:pt x="1231540" y="1431172"/>
                </a:lnTo>
                <a:lnTo>
                  <a:pt x="1269169" y="1403407"/>
                </a:lnTo>
                <a:lnTo>
                  <a:pt x="1305462" y="1373117"/>
                </a:lnTo>
                <a:lnTo>
                  <a:pt x="1340303" y="1340303"/>
                </a:lnTo>
                <a:lnTo>
                  <a:pt x="1373117" y="1305462"/>
                </a:lnTo>
                <a:lnTo>
                  <a:pt x="1403407" y="1269169"/>
                </a:lnTo>
                <a:lnTo>
                  <a:pt x="1431172" y="1231540"/>
                </a:lnTo>
                <a:lnTo>
                  <a:pt x="1456414" y="1192691"/>
                </a:lnTo>
                <a:lnTo>
                  <a:pt x="1479132" y="1152738"/>
                </a:lnTo>
                <a:lnTo>
                  <a:pt x="1499325" y="1111798"/>
                </a:lnTo>
                <a:lnTo>
                  <a:pt x="1516994" y="1069987"/>
                </a:lnTo>
                <a:lnTo>
                  <a:pt x="1532139" y="1027421"/>
                </a:lnTo>
                <a:lnTo>
                  <a:pt x="1544760" y="984216"/>
                </a:lnTo>
                <a:lnTo>
                  <a:pt x="1554857" y="940488"/>
                </a:lnTo>
                <a:lnTo>
                  <a:pt x="1562429" y="896353"/>
                </a:lnTo>
                <a:lnTo>
                  <a:pt x="1567477" y="851928"/>
                </a:lnTo>
                <a:lnTo>
                  <a:pt x="1570002" y="807329"/>
                </a:lnTo>
                <a:lnTo>
                  <a:pt x="1570002" y="762671"/>
                </a:lnTo>
                <a:lnTo>
                  <a:pt x="1567477" y="718072"/>
                </a:lnTo>
                <a:lnTo>
                  <a:pt x="1562429" y="673647"/>
                </a:lnTo>
                <a:lnTo>
                  <a:pt x="1554857" y="629512"/>
                </a:lnTo>
                <a:lnTo>
                  <a:pt x="1544760" y="585784"/>
                </a:lnTo>
                <a:lnTo>
                  <a:pt x="1532139" y="542579"/>
                </a:lnTo>
                <a:lnTo>
                  <a:pt x="1516994" y="500013"/>
                </a:lnTo>
                <a:lnTo>
                  <a:pt x="1499325" y="458202"/>
                </a:lnTo>
                <a:lnTo>
                  <a:pt x="1479132" y="417262"/>
                </a:lnTo>
                <a:lnTo>
                  <a:pt x="1456414" y="377309"/>
                </a:lnTo>
                <a:lnTo>
                  <a:pt x="1431172" y="338461"/>
                </a:lnTo>
                <a:lnTo>
                  <a:pt x="1403407" y="300832"/>
                </a:lnTo>
                <a:lnTo>
                  <a:pt x="1373117" y="264539"/>
                </a:lnTo>
                <a:lnTo>
                  <a:pt x="1340303" y="229698"/>
                </a:lnTo>
                <a:lnTo>
                  <a:pt x="1305462" y="196884"/>
                </a:lnTo>
                <a:lnTo>
                  <a:pt x="1269169" y="166594"/>
                </a:lnTo>
                <a:lnTo>
                  <a:pt x="1231540" y="138828"/>
                </a:lnTo>
                <a:lnTo>
                  <a:pt x="1192691" y="113587"/>
                </a:lnTo>
                <a:lnTo>
                  <a:pt x="1152738" y="90869"/>
                </a:lnTo>
                <a:lnTo>
                  <a:pt x="1111798" y="70676"/>
                </a:lnTo>
                <a:lnTo>
                  <a:pt x="1069987" y="53007"/>
                </a:lnTo>
                <a:lnTo>
                  <a:pt x="1027421" y="37862"/>
                </a:lnTo>
                <a:lnTo>
                  <a:pt x="984216" y="25241"/>
                </a:lnTo>
                <a:lnTo>
                  <a:pt x="940488" y="15144"/>
                </a:lnTo>
                <a:lnTo>
                  <a:pt x="896353" y="7572"/>
                </a:lnTo>
                <a:lnTo>
                  <a:pt x="851928" y="2524"/>
                </a:lnTo>
                <a:lnTo>
                  <a:pt x="807329" y="0"/>
                </a:lnTo>
                <a:close/>
              </a:path>
            </a:pathLst>
          </a:cu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5" name="Google Shape;225;p5"/>
          <p:cNvSpPr txBox="1"/>
          <p:nvPr/>
        </p:nvSpPr>
        <p:spPr>
          <a:xfrm>
            <a:off x="9189326" y="2801117"/>
            <a:ext cx="9664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5"/>
          <p:cNvGrpSpPr/>
          <p:nvPr/>
        </p:nvGrpSpPr>
        <p:grpSpPr>
          <a:xfrm>
            <a:off x="6531509" y="2868058"/>
            <a:ext cx="2243526" cy="251460"/>
            <a:chOff x="6531509" y="2868058"/>
            <a:chExt cx="2243526" cy="251460"/>
          </a:xfrm>
        </p:grpSpPr>
        <p:sp>
          <p:nvSpPr>
            <p:cNvPr id="227" name="Google Shape;227;p5"/>
            <p:cNvSpPr/>
            <p:nvPr/>
          </p:nvSpPr>
          <p:spPr>
            <a:xfrm>
              <a:off x="6531509" y="2993708"/>
              <a:ext cx="2023745" cy="0"/>
            </a:xfrm>
            <a:custGeom>
              <a:rect b="b" l="l" r="r" t="t"/>
              <a:pathLst>
                <a:path extrusionOk="0" h="120000" w="2023745">
                  <a:moveTo>
                    <a:pt x="0" y="0"/>
                  </a:moveTo>
                  <a:lnTo>
                    <a:pt x="1992066" y="0"/>
                  </a:lnTo>
                  <a:lnTo>
                    <a:pt x="2023478" y="0"/>
                  </a:lnTo>
                </a:path>
              </a:pathLst>
            </a:custGeom>
            <a:noFill/>
            <a:ln cap="flat" cmpd="sng" w="628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8523575" y="2868058"/>
              <a:ext cx="251460" cy="251460"/>
            </a:xfrm>
            <a:custGeom>
              <a:rect b="b" l="l" r="r" t="t"/>
              <a:pathLst>
                <a:path extrusionOk="0" h="251460" w="251459">
                  <a:moveTo>
                    <a:pt x="0" y="0"/>
                  </a:moveTo>
                  <a:lnTo>
                    <a:pt x="0" y="251301"/>
                  </a:lnTo>
                  <a:lnTo>
                    <a:pt x="251301" y="125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29" name="Google Shape;229;p5"/>
          <p:cNvGrpSpPr/>
          <p:nvPr/>
        </p:nvGrpSpPr>
        <p:grpSpPr>
          <a:xfrm>
            <a:off x="0" y="8854444"/>
            <a:ext cx="20104100" cy="2454275"/>
            <a:chOff x="0" y="8854444"/>
            <a:chExt cx="20104100" cy="2454275"/>
          </a:xfrm>
        </p:grpSpPr>
        <p:sp>
          <p:nvSpPr>
            <p:cNvPr id="230" name="Google Shape;230;p5"/>
            <p:cNvSpPr/>
            <p:nvPr/>
          </p:nvSpPr>
          <p:spPr>
            <a:xfrm>
              <a:off x="0" y="8854444"/>
              <a:ext cx="20104100" cy="2454275"/>
            </a:xfrm>
            <a:custGeom>
              <a:rect b="b" l="l" r="r" t="t"/>
              <a:pathLst>
                <a:path extrusionOk="0" h="2454275" w="20104100">
                  <a:moveTo>
                    <a:pt x="20104099" y="0"/>
                  </a:moveTo>
                  <a:lnTo>
                    <a:pt x="0" y="0"/>
                  </a:lnTo>
                  <a:lnTo>
                    <a:pt x="0" y="2454111"/>
                  </a:lnTo>
                  <a:lnTo>
                    <a:pt x="20104099" y="2454111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31" name="Google Shape;231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85517" y="8980095"/>
              <a:ext cx="10333064" cy="2053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5"/>
            <p:cNvSpPr/>
            <p:nvPr/>
          </p:nvSpPr>
          <p:spPr>
            <a:xfrm>
              <a:off x="14514120" y="9788829"/>
              <a:ext cx="260350" cy="260350"/>
            </a:xfrm>
            <a:custGeom>
              <a:rect b="b" l="l" r="r" t="t"/>
              <a:pathLst>
                <a:path extrusionOk="0" h="260350" w="260350">
                  <a:moveTo>
                    <a:pt x="129977" y="0"/>
                  </a:moveTo>
                  <a:lnTo>
                    <a:pt x="81064" y="9517"/>
                  </a:lnTo>
                  <a:lnTo>
                    <a:pt x="38064" y="38070"/>
                  </a:lnTo>
                  <a:lnTo>
                    <a:pt x="9516" y="81069"/>
                  </a:lnTo>
                  <a:lnTo>
                    <a:pt x="0" y="129981"/>
                  </a:lnTo>
                  <a:lnTo>
                    <a:pt x="9516" y="178893"/>
                  </a:lnTo>
                  <a:lnTo>
                    <a:pt x="38064" y="221891"/>
                  </a:lnTo>
                  <a:lnTo>
                    <a:pt x="81064" y="250444"/>
                  </a:lnTo>
                  <a:lnTo>
                    <a:pt x="129977" y="259961"/>
                  </a:lnTo>
                  <a:lnTo>
                    <a:pt x="178891" y="250444"/>
                  </a:lnTo>
                  <a:lnTo>
                    <a:pt x="221891" y="221891"/>
                  </a:lnTo>
                  <a:lnTo>
                    <a:pt x="250445" y="178893"/>
                  </a:lnTo>
                  <a:lnTo>
                    <a:pt x="259963" y="129981"/>
                  </a:lnTo>
                  <a:lnTo>
                    <a:pt x="250445" y="81069"/>
                  </a:lnTo>
                  <a:lnTo>
                    <a:pt x="221891" y="38070"/>
                  </a:lnTo>
                  <a:lnTo>
                    <a:pt x="178891" y="9517"/>
                  </a:lnTo>
                  <a:lnTo>
                    <a:pt x="129977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3" name="Google Shape;233;p5"/>
          <p:cNvSpPr txBox="1"/>
          <p:nvPr/>
        </p:nvSpPr>
        <p:spPr>
          <a:xfrm>
            <a:off x="14586342" y="9811984"/>
            <a:ext cx="115570" cy="213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"/>
          <p:cNvSpPr/>
          <p:nvPr/>
        </p:nvSpPr>
        <p:spPr>
          <a:xfrm>
            <a:off x="0" y="8854444"/>
            <a:ext cx="20104100" cy="2454275"/>
          </a:xfrm>
          <a:custGeom>
            <a:rect b="b" l="l" r="r" t="t"/>
            <a:pathLst>
              <a:path extrusionOk="0" h="2454275" w="20104100">
                <a:moveTo>
                  <a:pt x="20104099" y="0"/>
                </a:moveTo>
                <a:lnTo>
                  <a:pt x="0" y="0"/>
                </a:lnTo>
                <a:lnTo>
                  <a:pt x="0" y="2454111"/>
                </a:lnTo>
                <a:lnTo>
                  <a:pt x="20104099" y="2454111"/>
                </a:lnTo>
                <a:lnTo>
                  <a:pt x="20104099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39" name="Google Shape;2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209" y="2009126"/>
            <a:ext cx="19181709" cy="6415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6"/>
          <p:cNvSpPr txBox="1"/>
          <p:nvPr>
            <p:ph type="title"/>
          </p:nvPr>
        </p:nvSpPr>
        <p:spPr>
          <a:xfrm>
            <a:off x="603308" y="259543"/>
            <a:ext cx="16593005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MVC IMPLEMENTATION (RECIPE DISPLAY	ONLY)</a:t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11241416" y="5955602"/>
            <a:ext cx="474345" cy="474345"/>
          </a:xfrm>
          <a:custGeom>
            <a:rect b="b" l="l" r="r" t="t"/>
            <a:pathLst>
              <a:path extrusionOk="0" h="474345" w="474345">
                <a:moveTo>
                  <a:pt x="236903" y="0"/>
                </a:moveTo>
                <a:lnTo>
                  <a:pt x="191656" y="4336"/>
                </a:lnTo>
                <a:lnTo>
                  <a:pt x="147756" y="17347"/>
                </a:lnTo>
                <a:lnTo>
                  <a:pt x="106552" y="39030"/>
                </a:lnTo>
                <a:lnTo>
                  <a:pt x="69390" y="69388"/>
                </a:lnTo>
                <a:lnTo>
                  <a:pt x="39032" y="106551"/>
                </a:lnTo>
                <a:lnTo>
                  <a:pt x="17347" y="147757"/>
                </a:lnTo>
                <a:lnTo>
                  <a:pt x="4336" y="191656"/>
                </a:lnTo>
                <a:lnTo>
                  <a:pt x="0" y="236904"/>
                </a:lnTo>
                <a:lnTo>
                  <a:pt x="4336" y="282151"/>
                </a:lnTo>
                <a:lnTo>
                  <a:pt x="17347" y="326050"/>
                </a:lnTo>
                <a:lnTo>
                  <a:pt x="39032" y="367256"/>
                </a:lnTo>
                <a:lnTo>
                  <a:pt x="69390" y="404419"/>
                </a:lnTo>
                <a:lnTo>
                  <a:pt x="106552" y="434776"/>
                </a:lnTo>
                <a:lnTo>
                  <a:pt x="147756" y="456460"/>
                </a:lnTo>
                <a:lnTo>
                  <a:pt x="191656" y="469470"/>
                </a:lnTo>
                <a:lnTo>
                  <a:pt x="236903" y="473807"/>
                </a:lnTo>
                <a:lnTo>
                  <a:pt x="282150" y="469470"/>
                </a:lnTo>
                <a:lnTo>
                  <a:pt x="326050" y="456460"/>
                </a:lnTo>
                <a:lnTo>
                  <a:pt x="367255" y="434776"/>
                </a:lnTo>
                <a:lnTo>
                  <a:pt x="404417" y="404419"/>
                </a:lnTo>
                <a:lnTo>
                  <a:pt x="434775" y="367256"/>
                </a:lnTo>
                <a:lnTo>
                  <a:pt x="456459" y="326050"/>
                </a:lnTo>
                <a:lnTo>
                  <a:pt x="469470" y="282151"/>
                </a:lnTo>
                <a:lnTo>
                  <a:pt x="473807" y="236904"/>
                </a:lnTo>
                <a:lnTo>
                  <a:pt x="469470" y="191656"/>
                </a:lnTo>
                <a:lnTo>
                  <a:pt x="456459" y="147757"/>
                </a:lnTo>
                <a:lnTo>
                  <a:pt x="434775" y="106551"/>
                </a:lnTo>
                <a:lnTo>
                  <a:pt x="404417" y="69388"/>
                </a:lnTo>
                <a:lnTo>
                  <a:pt x="367255" y="39030"/>
                </a:lnTo>
                <a:lnTo>
                  <a:pt x="326050" y="17347"/>
                </a:lnTo>
                <a:lnTo>
                  <a:pt x="282150" y="4336"/>
                </a:lnTo>
                <a:lnTo>
                  <a:pt x="236903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3" name="Google Shape;243;p6"/>
          <p:cNvSpPr txBox="1"/>
          <p:nvPr/>
        </p:nvSpPr>
        <p:spPr>
          <a:xfrm>
            <a:off x="11384523" y="5999136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15084291" y="5687285"/>
            <a:ext cx="474345" cy="474345"/>
          </a:xfrm>
          <a:custGeom>
            <a:rect b="b" l="l" r="r" t="t"/>
            <a:pathLst>
              <a:path extrusionOk="0" h="474345" w="474344">
                <a:moveTo>
                  <a:pt x="236901" y="0"/>
                </a:moveTo>
                <a:lnTo>
                  <a:pt x="191653" y="4336"/>
                </a:lnTo>
                <a:lnTo>
                  <a:pt x="147753" y="17347"/>
                </a:lnTo>
                <a:lnTo>
                  <a:pt x="106547" y="39030"/>
                </a:lnTo>
                <a:lnTo>
                  <a:pt x="69382" y="69388"/>
                </a:lnTo>
                <a:lnTo>
                  <a:pt x="39027" y="106551"/>
                </a:lnTo>
                <a:lnTo>
                  <a:pt x="17345" y="147757"/>
                </a:lnTo>
                <a:lnTo>
                  <a:pt x="4336" y="191656"/>
                </a:lnTo>
                <a:lnTo>
                  <a:pt x="0" y="236904"/>
                </a:lnTo>
                <a:lnTo>
                  <a:pt x="4336" y="282151"/>
                </a:lnTo>
                <a:lnTo>
                  <a:pt x="17345" y="326050"/>
                </a:lnTo>
                <a:lnTo>
                  <a:pt x="39027" y="367256"/>
                </a:lnTo>
                <a:lnTo>
                  <a:pt x="69382" y="404419"/>
                </a:lnTo>
                <a:lnTo>
                  <a:pt x="106547" y="434776"/>
                </a:lnTo>
                <a:lnTo>
                  <a:pt x="147753" y="456460"/>
                </a:lnTo>
                <a:lnTo>
                  <a:pt x="191653" y="469470"/>
                </a:lnTo>
                <a:lnTo>
                  <a:pt x="236901" y="473807"/>
                </a:lnTo>
                <a:lnTo>
                  <a:pt x="282148" y="469470"/>
                </a:lnTo>
                <a:lnTo>
                  <a:pt x="326048" y="456460"/>
                </a:lnTo>
                <a:lnTo>
                  <a:pt x="367254" y="434776"/>
                </a:lnTo>
                <a:lnTo>
                  <a:pt x="404419" y="404419"/>
                </a:lnTo>
                <a:lnTo>
                  <a:pt x="434777" y="367256"/>
                </a:lnTo>
                <a:lnTo>
                  <a:pt x="456462" y="326050"/>
                </a:lnTo>
                <a:lnTo>
                  <a:pt x="469473" y="282151"/>
                </a:lnTo>
                <a:lnTo>
                  <a:pt x="473810" y="236904"/>
                </a:lnTo>
                <a:lnTo>
                  <a:pt x="469473" y="191656"/>
                </a:lnTo>
                <a:lnTo>
                  <a:pt x="456462" y="147757"/>
                </a:lnTo>
                <a:lnTo>
                  <a:pt x="434777" y="106551"/>
                </a:lnTo>
                <a:lnTo>
                  <a:pt x="404419" y="69388"/>
                </a:lnTo>
                <a:lnTo>
                  <a:pt x="367254" y="39030"/>
                </a:lnTo>
                <a:lnTo>
                  <a:pt x="326048" y="17347"/>
                </a:lnTo>
                <a:lnTo>
                  <a:pt x="282148" y="4336"/>
                </a:lnTo>
                <a:lnTo>
                  <a:pt x="236901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5" name="Google Shape;245;p6"/>
          <p:cNvSpPr txBox="1"/>
          <p:nvPr/>
        </p:nvSpPr>
        <p:spPr>
          <a:xfrm>
            <a:off x="15227391" y="5730820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5351509" y="6429409"/>
            <a:ext cx="474345" cy="474345"/>
          </a:xfrm>
          <a:custGeom>
            <a:rect b="b" l="l" r="r" t="t"/>
            <a:pathLst>
              <a:path extrusionOk="0" h="474345" w="474345">
                <a:moveTo>
                  <a:pt x="236903" y="0"/>
                </a:moveTo>
                <a:lnTo>
                  <a:pt x="191656" y="4336"/>
                </a:lnTo>
                <a:lnTo>
                  <a:pt x="147756" y="17347"/>
                </a:lnTo>
                <a:lnTo>
                  <a:pt x="106551" y="39030"/>
                </a:lnTo>
                <a:lnTo>
                  <a:pt x="69387" y="69388"/>
                </a:lnTo>
                <a:lnTo>
                  <a:pt x="39030" y="106551"/>
                </a:lnTo>
                <a:lnTo>
                  <a:pt x="17346" y="147757"/>
                </a:lnTo>
                <a:lnTo>
                  <a:pt x="4336" y="191656"/>
                </a:lnTo>
                <a:lnTo>
                  <a:pt x="0" y="236904"/>
                </a:lnTo>
                <a:lnTo>
                  <a:pt x="4336" y="282151"/>
                </a:lnTo>
                <a:lnTo>
                  <a:pt x="17346" y="326050"/>
                </a:lnTo>
                <a:lnTo>
                  <a:pt x="39030" y="367256"/>
                </a:lnTo>
                <a:lnTo>
                  <a:pt x="69387" y="404419"/>
                </a:lnTo>
                <a:lnTo>
                  <a:pt x="106551" y="434776"/>
                </a:lnTo>
                <a:lnTo>
                  <a:pt x="147756" y="456460"/>
                </a:lnTo>
                <a:lnTo>
                  <a:pt x="191656" y="469470"/>
                </a:lnTo>
                <a:lnTo>
                  <a:pt x="236903" y="473807"/>
                </a:lnTo>
                <a:lnTo>
                  <a:pt x="282151" y="469470"/>
                </a:lnTo>
                <a:lnTo>
                  <a:pt x="326051" y="456460"/>
                </a:lnTo>
                <a:lnTo>
                  <a:pt x="367256" y="434776"/>
                </a:lnTo>
                <a:lnTo>
                  <a:pt x="404420" y="404419"/>
                </a:lnTo>
                <a:lnTo>
                  <a:pt x="434777" y="367256"/>
                </a:lnTo>
                <a:lnTo>
                  <a:pt x="456460" y="326050"/>
                </a:lnTo>
                <a:lnTo>
                  <a:pt x="469470" y="282151"/>
                </a:lnTo>
                <a:lnTo>
                  <a:pt x="473807" y="236904"/>
                </a:lnTo>
                <a:lnTo>
                  <a:pt x="469470" y="191656"/>
                </a:lnTo>
                <a:lnTo>
                  <a:pt x="456460" y="147757"/>
                </a:lnTo>
                <a:lnTo>
                  <a:pt x="434777" y="106551"/>
                </a:lnTo>
                <a:lnTo>
                  <a:pt x="404420" y="69388"/>
                </a:lnTo>
                <a:lnTo>
                  <a:pt x="367256" y="39030"/>
                </a:lnTo>
                <a:lnTo>
                  <a:pt x="326051" y="17347"/>
                </a:lnTo>
                <a:lnTo>
                  <a:pt x="282151" y="4336"/>
                </a:lnTo>
                <a:lnTo>
                  <a:pt x="236903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7" name="Google Shape;247;p6"/>
          <p:cNvSpPr txBox="1"/>
          <p:nvPr/>
        </p:nvSpPr>
        <p:spPr>
          <a:xfrm>
            <a:off x="5494611" y="6472944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1414109" y="4049614"/>
            <a:ext cx="474345" cy="474345"/>
          </a:xfrm>
          <a:custGeom>
            <a:rect b="b" l="l" r="r" t="t"/>
            <a:pathLst>
              <a:path extrusionOk="0" h="474345" w="474344">
                <a:moveTo>
                  <a:pt x="236904" y="0"/>
                </a:moveTo>
                <a:lnTo>
                  <a:pt x="191656" y="4336"/>
                </a:lnTo>
                <a:lnTo>
                  <a:pt x="147757" y="17346"/>
                </a:lnTo>
                <a:lnTo>
                  <a:pt x="106551" y="39030"/>
                </a:lnTo>
                <a:lnTo>
                  <a:pt x="69388" y="69387"/>
                </a:lnTo>
                <a:lnTo>
                  <a:pt x="39030" y="106551"/>
                </a:lnTo>
                <a:lnTo>
                  <a:pt x="17347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1"/>
                </a:lnTo>
                <a:lnTo>
                  <a:pt x="17347" y="326051"/>
                </a:lnTo>
                <a:lnTo>
                  <a:pt x="39030" y="367256"/>
                </a:lnTo>
                <a:lnTo>
                  <a:pt x="69388" y="404420"/>
                </a:lnTo>
                <a:lnTo>
                  <a:pt x="106551" y="434777"/>
                </a:lnTo>
                <a:lnTo>
                  <a:pt x="147757" y="456460"/>
                </a:lnTo>
                <a:lnTo>
                  <a:pt x="191656" y="469470"/>
                </a:lnTo>
                <a:lnTo>
                  <a:pt x="236904" y="473807"/>
                </a:lnTo>
                <a:lnTo>
                  <a:pt x="282151" y="469470"/>
                </a:lnTo>
                <a:lnTo>
                  <a:pt x="326050" y="456460"/>
                </a:lnTo>
                <a:lnTo>
                  <a:pt x="367256" y="434777"/>
                </a:lnTo>
                <a:lnTo>
                  <a:pt x="404419" y="404420"/>
                </a:lnTo>
                <a:lnTo>
                  <a:pt x="434776" y="367256"/>
                </a:lnTo>
                <a:lnTo>
                  <a:pt x="456460" y="326051"/>
                </a:lnTo>
                <a:lnTo>
                  <a:pt x="469470" y="282151"/>
                </a:lnTo>
                <a:lnTo>
                  <a:pt x="473807" y="236903"/>
                </a:lnTo>
                <a:lnTo>
                  <a:pt x="469470" y="191656"/>
                </a:lnTo>
                <a:lnTo>
                  <a:pt x="456460" y="147756"/>
                </a:lnTo>
                <a:lnTo>
                  <a:pt x="434776" y="106551"/>
                </a:lnTo>
                <a:lnTo>
                  <a:pt x="404419" y="69387"/>
                </a:lnTo>
                <a:lnTo>
                  <a:pt x="367256" y="39030"/>
                </a:lnTo>
                <a:lnTo>
                  <a:pt x="326050" y="17346"/>
                </a:lnTo>
                <a:lnTo>
                  <a:pt x="282151" y="4336"/>
                </a:lnTo>
                <a:lnTo>
                  <a:pt x="236904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9" name="Google Shape;249;p6"/>
          <p:cNvSpPr txBox="1"/>
          <p:nvPr/>
        </p:nvSpPr>
        <p:spPr>
          <a:xfrm>
            <a:off x="1557212" y="4093150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14363100" y="3399526"/>
            <a:ext cx="474345" cy="474345"/>
          </a:xfrm>
          <a:custGeom>
            <a:rect b="b" l="l" r="r" t="t"/>
            <a:pathLst>
              <a:path extrusionOk="0" h="474345" w="474344">
                <a:moveTo>
                  <a:pt x="236901" y="0"/>
                </a:moveTo>
                <a:lnTo>
                  <a:pt x="191653" y="4336"/>
                </a:lnTo>
                <a:lnTo>
                  <a:pt x="147753" y="17347"/>
                </a:lnTo>
                <a:lnTo>
                  <a:pt x="106547" y="39030"/>
                </a:lnTo>
                <a:lnTo>
                  <a:pt x="69382" y="69388"/>
                </a:lnTo>
                <a:lnTo>
                  <a:pt x="39027" y="106551"/>
                </a:lnTo>
                <a:lnTo>
                  <a:pt x="17345" y="147757"/>
                </a:lnTo>
                <a:lnTo>
                  <a:pt x="4336" y="191656"/>
                </a:lnTo>
                <a:lnTo>
                  <a:pt x="0" y="236904"/>
                </a:lnTo>
                <a:lnTo>
                  <a:pt x="4336" y="282151"/>
                </a:lnTo>
                <a:lnTo>
                  <a:pt x="17345" y="326050"/>
                </a:lnTo>
                <a:lnTo>
                  <a:pt x="39027" y="367256"/>
                </a:lnTo>
                <a:lnTo>
                  <a:pt x="69382" y="404419"/>
                </a:lnTo>
                <a:lnTo>
                  <a:pt x="106547" y="434776"/>
                </a:lnTo>
                <a:lnTo>
                  <a:pt x="147753" y="456460"/>
                </a:lnTo>
                <a:lnTo>
                  <a:pt x="191653" y="469470"/>
                </a:lnTo>
                <a:lnTo>
                  <a:pt x="236901" y="473807"/>
                </a:lnTo>
                <a:lnTo>
                  <a:pt x="282148" y="469470"/>
                </a:lnTo>
                <a:lnTo>
                  <a:pt x="326048" y="456460"/>
                </a:lnTo>
                <a:lnTo>
                  <a:pt x="367254" y="434776"/>
                </a:lnTo>
                <a:lnTo>
                  <a:pt x="404419" y="404419"/>
                </a:lnTo>
                <a:lnTo>
                  <a:pt x="434777" y="367256"/>
                </a:lnTo>
                <a:lnTo>
                  <a:pt x="456462" y="326050"/>
                </a:lnTo>
                <a:lnTo>
                  <a:pt x="469473" y="282151"/>
                </a:lnTo>
                <a:lnTo>
                  <a:pt x="473810" y="236904"/>
                </a:lnTo>
                <a:lnTo>
                  <a:pt x="469473" y="191656"/>
                </a:lnTo>
                <a:lnTo>
                  <a:pt x="456462" y="147757"/>
                </a:lnTo>
                <a:lnTo>
                  <a:pt x="434777" y="106551"/>
                </a:lnTo>
                <a:lnTo>
                  <a:pt x="404419" y="69388"/>
                </a:lnTo>
                <a:lnTo>
                  <a:pt x="367254" y="39030"/>
                </a:lnTo>
                <a:lnTo>
                  <a:pt x="326048" y="17347"/>
                </a:lnTo>
                <a:lnTo>
                  <a:pt x="282148" y="4336"/>
                </a:lnTo>
                <a:lnTo>
                  <a:pt x="236901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1" name="Google Shape;251;p6"/>
          <p:cNvSpPr txBox="1"/>
          <p:nvPr/>
        </p:nvSpPr>
        <p:spPr>
          <a:xfrm>
            <a:off x="14506198" y="3443061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17860816" y="4286518"/>
            <a:ext cx="474345" cy="474345"/>
          </a:xfrm>
          <a:custGeom>
            <a:rect b="b" l="l" r="r" t="t"/>
            <a:pathLst>
              <a:path extrusionOk="0" h="474345" w="474344">
                <a:moveTo>
                  <a:pt x="236903" y="0"/>
                </a:moveTo>
                <a:lnTo>
                  <a:pt x="191656" y="4336"/>
                </a:lnTo>
                <a:lnTo>
                  <a:pt x="147756" y="17346"/>
                </a:lnTo>
                <a:lnTo>
                  <a:pt x="106552" y="39030"/>
                </a:lnTo>
                <a:lnTo>
                  <a:pt x="69390" y="69387"/>
                </a:lnTo>
                <a:lnTo>
                  <a:pt x="39032" y="106551"/>
                </a:lnTo>
                <a:lnTo>
                  <a:pt x="17347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1"/>
                </a:lnTo>
                <a:lnTo>
                  <a:pt x="17347" y="326051"/>
                </a:lnTo>
                <a:lnTo>
                  <a:pt x="39032" y="367256"/>
                </a:lnTo>
                <a:lnTo>
                  <a:pt x="69390" y="404420"/>
                </a:lnTo>
                <a:lnTo>
                  <a:pt x="106552" y="434777"/>
                </a:lnTo>
                <a:lnTo>
                  <a:pt x="147756" y="456460"/>
                </a:lnTo>
                <a:lnTo>
                  <a:pt x="191656" y="469470"/>
                </a:lnTo>
                <a:lnTo>
                  <a:pt x="236903" y="473807"/>
                </a:lnTo>
                <a:lnTo>
                  <a:pt x="282150" y="469470"/>
                </a:lnTo>
                <a:lnTo>
                  <a:pt x="326050" y="456460"/>
                </a:lnTo>
                <a:lnTo>
                  <a:pt x="367255" y="434777"/>
                </a:lnTo>
                <a:lnTo>
                  <a:pt x="404417" y="404420"/>
                </a:lnTo>
                <a:lnTo>
                  <a:pt x="434775" y="367256"/>
                </a:lnTo>
                <a:lnTo>
                  <a:pt x="456459" y="326051"/>
                </a:lnTo>
                <a:lnTo>
                  <a:pt x="469470" y="282151"/>
                </a:lnTo>
                <a:lnTo>
                  <a:pt x="473807" y="236903"/>
                </a:lnTo>
                <a:lnTo>
                  <a:pt x="469470" y="191656"/>
                </a:lnTo>
                <a:lnTo>
                  <a:pt x="456459" y="147756"/>
                </a:lnTo>
                <a:lnTo>
                  <a:pt x="434775" y="106551"/>
                </a:lnTo>
                <a:lnTo>
                  <a:pt x="404417" y="69387"/>
                </a:lnTo>
                <a:lnTo>
                  <a:pt x="367255" y="39030"/>
                </a:lnTo>
                <a:lnTo>
                  <a:pt x="326050" y="17346"/>
                </a:lnTo>
                <a:lnTo>
                  <a:pt x="282150" y="4336"/>
                </a:lnTo>
                <a:lnTo>
                  <a:pt x="236903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3" name="Google Shape;253;p6"/>
          <p:cNvSpPr txBox="1"/>
          <p:nvPr/>
        </p:nvSpPr>
        <p:spPr>
          <a:xfrm>
            <a:off x="18003924" y="4330053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96314" y="286504"/>
            <a:ext cx="2385637" cy="78820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6"/>
          <p:cNvSpPr/>
          <p:nvPr/>
        </p:nvSpPr>
        <p:spPr>
          <a:xfrm>
            <a:off x="2621848" y="6429409"/>
            <a:ext cx="474345" cy="474345"/>
          </a:xfrm>
          <a:custGeom>
            <a:rect b="b" l="l" r="r" t="t"/>
            <a:pathLst>
              <a:path extrusionOk="0" h="474345" w="474344">
                <a:moveTo>
                  <a:pt x="236904" y="0"/>
                </a:moveTo>
                <a:lnTo>
                  <a:pt x="191656" y="4336"/>
                </a:lnTo>
                <a:lnTo>
                  <a:pt x="147757" y="17347"/>
                </a:lnTo>
                <a:lnTo>
                  <a:pt x="106551" y="39030"/>
                </a:lnTo>
                <a:lnTo>
                  <a:pt x="69388" y="69388"/>
                </a:lnTo>
                <a:lnTo>
                  <a:pt x="39030" y="106551"/>
                </a:lnTo>
                <a:lnTo>
                  <a:pt x="17347" y="147757"/>
                </a:lnTo>
                <a:lnTo>
                  <a:pt x="4336" y="191656"/>
                </a:lnTo>
                <a:lnTo>
                  <a:pt x="0" y="236904"/>
                </a:lnTo>
                <a:lnTo>
                  <a:pt x="4336" y="282151"/>
                </a:lnTo>
                <a:lnTo>
                  <a:pt x="17347" y="326050"/>
                </a:lnTo>
                <a:lnTo>
                  <a:pt x="39030" y="367256"/>
                </a:lnTo>
                <a:lnTo>
                  <a:pt x="69388" y="404419"/>
                </a:lnTo>
                <a:lnTo>
                  <a:pt x="106551" y="434776"/>
                </a:lnTo>
                <a:lnTo>
                  <a:pt x="147757" y="456460"/>
                </a:lnTo>
                <a:lnTo>
                  <a:pt x="191656" y="469470"/>
                </a:lnTo>
                <a:lnTo>
                  <a:pt x="236904" y="473807"/>
                </a:lnTo>
                <a:lnTo>
                  <a:pt x="282151" y="469470"/>
                </a:lnTo>
                <a:lnTo>
                  <a:pt x="326050" y="456460"/>
                </a:lnTo>
                <a:lnTo>
                  <a:pt x="367256" y="434776"/>
                </a:lnTo>
                <a:lnTo>
                  <a:pt x="404419" y="404419"/>
                </a:lnTo>
                <a:lnTo>
                  <a:pt x="434777" y="367256"/>
                </a:lnTo>
                <a:lnTo>
                  <a:pt x="456461" y="326050"/>
                </a:lnTo>
                <a:lnTo>
                  <a:pt x="469471" y="282151"/>
                </a:lnTo>
                <a:lnTo>
                  <a:pt x="473808" y="236904"/>
                </a:lnTo>
                <a:lnTo>
                  <a:pt x="469471" y="191656"/>
                </a:lnTo>
                <a:lnTo>
                  <a:pt x="456461" y="147757"/>
                </a:lnTo>
                <a:lnTo>
                  <a:pt x="434777" y="106551"/>
                </a:lnTo>
                <a:lnTo>
                  <a:pt x="404419" y="69388"/>
                </a:lnTo>
                <a:lnTo>
                  <a:pt x="367256" y="39030"/>
                </a:lnTo>
                <a:lnTo>
                  <a:pt x="326050" y="17347"/>
                </a:lnTo>
                <a:lnTo>
                  <a:pt x="282151" y="4336"/>
                </a:lnTo>
                <a:lnTo>
                  <a:pt x="236904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6" name="Google Shape;256;p6"/>
          <p:cNvSpPr txBox="1"/>
          <p:nvPr/>
        </p:nvSpPr>
        <p:spPr>
          <a:xfrm>
            <a:off x="2764951" y="6472944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8829899" y="3141680"/>
            <a:ext cx="474345" cy="474345"/>
          </a:xfrm>
          <a:custGeom>
            <a:rect b="b" l="l" r="r" t="t"/>
            <a:pathLst>
              <a:path extrusionOk="0" h="474345" w="474345">
                <a:moveTo>
                  <a:pt x="236903" y="0"/>
                </a:moveTo>
                <a:lnTo>
                  <a:pt x="191656" y="4336"/>
                </a:lnTo>
                <a:lnTo>
                  <a:pt x="147756" y="17347"/>
                </a:lnTo>
                <a:lnTo>
                  <a:pt x="106551" y="39030"/>
                </a:lnTo>
                <a:lnTo>
                  <a:pt x="69387" y="69388"/>
                </a:lnTo>
                <a:lnTo>
                  <a:pt x="39030" y="106551"/>
                </a:lnTo>
                <a:lnTo>
                  <a:pt x="17346" y="147757"/>
                </a:lnTo>
                <a:lnTo>
                  <a:pt x="4336" y="191656"/>
                </a:lnTo>
                <a:lnTo>
                  <a:pt x="0" y="236904"/>
                </a:lnTo>
                <a:lnTo>
                  <a:pt x="4336" y="282151"/>
                </a:lnTo>
                <a:lnTo>
                  <a:pt x="17346" y="326050"/>
                </a:lnTo>
                <a:lnTo>
                  <a:pt x="39030" y="367256"/>
                </a:lnTo>
                <a:lnTo>
                  <a:pt x="69387" y="404419"/>
                </a:lnTo>
                <a:lnTo>
                  <a:pt x="106551" y="434776"/>
                </a:lnTo>
                <a:lnTo>
                  <a:pt x="147756" y="456460"/>
                </a:lnTo>
                <a:lnTo>
                  <a:pt x="191656" y="469470"/>
                </a:lnTo>
                <a:lnTo>
                  <a:pt x="236903" y="473807"/>
                </a:lnTo>
                <a:lnTo>
                  <a:pt x="282151" y="469470"/>
                </a:lnTo>
                <a:lnTo>
                  <a:pt x="326051" y="456460"/>
                </a:lnTo>
                <a:lnTo>
                  <a:pt x="367256" y="434776"/>
                </a:lnTo>
                <a:lnTo>
                  <a:pt x="404420" y="404419"/>
                </a:lnTo>
                <a:lnTo>
                  <a:pt x="434777" y="367256"/>
                </a:lnTo>
                <a:lnTo>
                  <a:pt x="456460" y="326050"/>
                </a:lnTo>
                <a:lnTo>
                  <a:pt x="469470" y="282151"/>
                </a:lnTo>
                <a:lnTo>
                  <a:pt x="473807" y="236904"/>
                </a:lnTo>
                <a:lnTo>
                  <a:pt x="469470" y="191656"/>
                </a:lnTo>
                <a:lnTo>
                  <a:pt x="456460" y="147757"/>
                </a:lnTo>
                <a:lnTo>
                  <a:pt x="434777" y="106551"/>
                </a:lnTo>
                <a:lnTo>
                  <a:pt x="404420" y="69388"/>
                </a:lnTo>
                <a:lnTo>
                  <a:pt x="367256" y="39030"/>
                </a:lnTo>
                <a:lnTo>
                  <a:pt x="326051" y="17347"/>
                </a:lnTo>
                <a:lnTo>
                  <a:pt x="282151" y="4336"/>
                </a:lnTo>
                <a:lnTo>
                  <a:pt x="236903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8" name="Google Shape;258;p6"/>
          <p:cNvSpPr txBox="1"/>
          <p:nvPr/>
        </p:nvSpPr>
        <p:spPr>
          <a:xfrm>
            <a:off x="8973001" y="3185215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9" name="Google Shape;259;p6"/>
          <p:cNvGrpSpPr/>
          <p:nvPr/>
        </p:nvGrpSpPr>
        <p:grpSpPr>
          <a:xfrm>
            <a:off x="4885517" y="8980095"/>
            <a:ext cx="10333064" cy="2053625"/>
            <a:chOff x="4885517" y="8980095"/>
            <a:chExt cx="10333064" cy="2053625"/>
          </a:xfrm>
        </p:grpSpPr>
        <p:pic>
          <p:nvPicPr>
            <p:cNvPr id="260" name="Google Shape;260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885517" y="8980095"/>
              <a:ext cx="10333064" cy="2053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6"/>
            <p:cNvSpPr/>
            <p:nvPr/>
          </p:nvSpPr>
          <p:spPr>
            <a:xfrm>
              <a:off x="14514121" y="9788829"/>
              <a:ext cx="260350" cy="260350"/>
            </a:xfrm>
            <a:custGeom>
              <a:rect b="b" l="l" r="r" t="t"/>
              <a:pathLst>
                <a:path extrusionOk="0" h="260350" w="260350">
                  <a:moveTo>
                    <a:pt x="129977" y="0"/>
                  </a:moveTo>
                  <a:lnTo>
                    <a:pt x="81064" y="9517"/>
                  </a:lnTo>
                  <a:lnTo>
                    <a:pt x="38064" y="38070"/>
                  </a:lnTo>
                  <a:lnTo>
                    <a:pt x="9516" y="81069"/>
                  </a:lnTo>
                  <a:lnTo>
                    <a:pt x="0" y="129981"/>
                  </a:lnTo>
                  <a:lnTo>
                    <a:pt x="9516" y="178893"/>
                  </a:lnTo>
                  <a:lnTo>
                    <a:pt x="38064" y="221891"/>
                  </a:lnTo>
                  <a:lnTo>
                    <a:pt x="81064" y="250444"/>
                  </a:lnTo>
                  <a:lnTo>
                    <a:pt x="129977" y="259961"/>
                  </a:lnTo>
                  <a:lnTo>
                    <a:pt x="178891" y="250444"/>
                  </a:lnTo>
                  <a:lnTo>
                    <a:pt x="221891" y="221891"/>
                  </a:lnTo>
                  <a:lnTo>
                    <a:pt x="250445" y="178893"/>
                  </a:lnTo>
                  <a:lnTo>
                    <a:pt x="259963" y="129981"/>
                  </a:lnTo>
                  <a:lnTo>
                    <a:pt x="250445" y="81069"/>
                  </a:lnTo>
                  <a:lnTo>
                    <a:pt x="221891" y="38070"/>
                  </a:lnTo>
                  <a:lnTo>
                    <a:pt x="178891" y="9517"/>
                  </a:lnTo>
                  <a:lnTo>
                    <a:pt x="129977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62" name="Google Shape;262;p6"/>
          <p:cNvSpPr txBox="1"/>
          <p:nvPr/>
        </p:nvSpPr>
        <p:spPr>
          <a:xfrm>
            <a:off x="14586342" y="9811984"/>
            <a:ext cx="115570" cy="213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2653260" y="2138231"/>
            <a:ext cx="1137285" cy="411480"/>
          </a:xfrm>
          <a:custGeom>
            <a:rect b="b" l="l" r="r" t="t"/>
            <a:pathLst>
              <a:path extrusionOk="0" h="411480" w="1137285">
                <a:moveTo>
                  <a:pt x="0" y="0"/>
                </a:moveTo>
                <a:lnTo>
                  <a:pt x="1137166" y="0"/>
                </a:lnTo>
                <a:lnTo>
                  <a:pt x="1137166" y="410982"/>
                </a:lnTo>
                <a:lnTo>
                  <a:pt x="0" y="410982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62825">
            <a:solidFill>
              <a:srgbClr val="F1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4" name="Google Shape;264;p6"/>
          <p:cNvSpPr/>
          <p:nvPr/>
        </p:nvSpPr>
        <p:spPr>
          <a:xfrm>
            <a:off x="8789233" y="2138231"/>
            <a:ext cx="1137285" cy="411480"/>
          </a:xfrm>
          <a:custGeom>
            <a:rect b="b" l="l" r="r" t="t"/>
            <a:pathLst>
              <a:path extrusionOk="0" h="411480" w="1137284">
                <a:moveTo>
                  <a:pt x="0" y="0"/>
                </a:moveTo>
                <a:lnTo>
                  <a:pt x="1137166" y="0"/>
                </a:lnTo>
                <a:lnTo>
                  <a:pt x="1137166" y="410982"/>
                </a:lnTo>
                <a:lnTo>
                  <a:pt x="0" y="410982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62825">
            <a:solidFill>
              <a:srgbClr val="F1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5" name="Google Shape;265;p6"/>
          <p:cNvSpPr/>
          <p:nvPr/>
        </p:nvSpPr>
        <p:spPr>
          <a:xfrm>
            <a:off x="15699951" y="2138231"/>
            <a:ext cx="942975" cy="411480"/>
          </a:xfrm>
          <a:custGeom>
            <a:rect b="b" l="l" r="r" t="t"/>
            <a:pathLst>
              <a:path extrusionOk="0" h="411480" w="942975">
                <a:moveTo>
                  <a:pt x="0" y="0"/>
                </a:moveTo>
                <a:lnTo>
                  <a:pt x="942962" y="0"/>
                </a:lnTo>
                <a:lnTo>
                  <a:pt x="942962" y="410982"/>
                </a:lnTo>
                <a:lnTo>
                  <a:pt x="0" y="410982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62825">
            <a:solidFill>
              <a:srgbClr val="F1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 txBox="1"/>
          <p:nvPr/>
        </p:nvSpPr>
        <p:spPr>
          <a:xfrm>
            <a:off x="10052050" y="2517449"/>
            <a:ext cx="9626629" cy="6245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marR="5080" rtl="0" algn="l">
              <a:lnSpc>
                <a:spcPct val="103529"/>
              </a:lnSpc>
              <a:spcBef>
                <a:spcPts val="175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FORKIFY APP: BUILDING A MODERN APPLICATION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rtl="0" algn="l">
              <a:lnSpc>
                <a:spcPct val="111764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EVENT HANDLERS IN MVC: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PUBLISHER-SUBSCRIBER PATTERN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8"/>
          <p:cNvSpPr txBox="1"/>
          <p:nvPr>
            <p:ph type="title"/>
          </p:nvPr>
        </p:nvSpPr>
        <p:spPr>
          <a:xfrm>
            <a:off x="603309" y="259543"/>
            <a:ext cx="16451048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EVENT HANDLING IN MVC: PUBLISHER-SUBSCRIBER	PATTERN</a:t>
            </a:r>
            <a:endParaRPr/>
          </a:p>
        </p:txBody>
      </p:sp>
      <p:pic>
        <p:nvPicPr>
          <p:cNvPr id="280" name="Google Shape;28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96314" y="286504"/>
            <a:ext cx="2385637" cy="788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1908" y="3732880"/>
            <a:ext cx="2550617" cy="9476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p8"/>
          <p:cNvGrpSpPr/>
          <p:nvPr/>
        </p:nvGrpSpPr>
        <p:grpSpPr>
          <a:xfrm>
            <a:off x="1958517" y="8614920"/>
            <a:ext cx="16187419" cy="2100580"/>
            <a:chOff x="1958517" y="8614920"/>
            <a:chExt cx="16187419" cy="2100580"/>
          </a:xfrm>
        </p:grpSpPr>
        <p:sp>
          <p:nvSpPr>
            <p:cNvPr id="283" name="Google Shape;283;p8"/>
            <p:cNvSpPr/>
            <p:nvPr/>
          </p:nvSpPr>
          <p:spPr>
            <a:xfrm>
              <a:off x="1958517" y="8614920"/>
              <a:ext cx="16187419" cy="2100580"/>
            </a:xfrm>
            <a:custGeom>
              <a:rect b="b" l="l" r="r" t="t"/>
              <a:pathLst>
                <a:path extrusionOk="0" h="2100579" w="16187419">
                  <a:moveTo>
                    <a:pt x="16187067" y="0"/>
                  </a:moveTo>
                  <a:lnTo>
                    <a:pt x="0" y="0"/>
                  </a:lnTo>
                  <a:lnTo>
                    <a:pt x="0" y="2100211"/>
                  </a:lnTo>
                  <a:lnTo>
                    <a:pt x="16187067" y="2100211"/>
                  </a:lnTo>
                  <a:lnTo>
                    <a:pt x="16187067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84" name="Google Shape;284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89103" y="9153458"/>
              <a:ext cx="303655" cy="303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89103" y="9864431"/>
              <a:ext cx="303655" cy="3036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" name="Google Shape;286;p8"/>
          <p:cNvGrpSpPr/>
          <p:nvPr/>
        </p:nvGrpSpPr>
        <p:grpSpPr>
          <a:xfrm>
            <a:off x="3705547" y="2356398"/>
            <a:ext cx="13530739" cy="4190363"/>
            <a:chOff x="3705547" y="2356398"/>
            <a:chExt cx="13530739" cy="4190363"/>
          </a:xfrm>
        </p:grpSpPr>
        <p:pic>
          <p:nvPicPr>
            <p:cNvPr id="287" name="Google Shape;287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705547" y="2356398"/>
              <a:ext cx="13530739" cy="41903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" name="Google Shape;288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054197" y="3316820"/>
              <a:ext cx="4196724" cy="6684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" name="Google Shape;289;p8"/>
            <p:cNvSpPr/>
            <p:nvPr/>
          </p:nvSpPr>
          <p:spPr>
            <a:xfrm>
              <a:off x="6020434" y="5895113"/>
              <a:ext cx="474345" cy="474345"/>
            </a:xfrm>
            <a:custGeom>
              <a:rect b="b" l="l" r="r" t="t"/>
              <a:pathLst>
                <a:path extrusionOk="0" h="474345" w="474345">
                  <a:moveTo>
                    <a:pt x="236903" y="0"/>
                  </a:moveTo>
                  <a:lnTo>
                    <a:pt x="191656" y="4336"/>
                  </a:lnTo>
                  <a:lnTo>
                    <a:pt x="147756" y="17346"/>
                  </a:lnTo>
                  <a:lnTo>
                    <a:pt x="106551" y="39030"/>
                  </a:lnTo>
                  <a:lnTo>
                    <a:pt x="69387" y="69387"/>
                  </a:lnTo>
                  <a:lnTo>
                    <a:pt x="39030" y="106551"/>
                  </a:lnTo>
                  <a:lnTo>
                    <a:pt x="17346" y="147756"/>
                  </a:lnTo>
                  <a:lnTo>
                    <a:pt x="4336" y="191656"/>
                  </a:lnTo>
                  <a:lnTo>
                    <a:pt x="0" y="236903"/>
                  </a:lnTo>
                  <a:lnTo>
                    <a:pt x="4336" y="282151"/>
                  </a:lnTo>
                  <a:lnTo>
                    <a:pt x="17346" y="326051"/>
                  </a:lnTo>
                  <a:lnTo>
                    <a:pt x="39030" y="367256"/>
                  </a:lnTo>
                  <a:lnTo>
                    <a:pt x="69387" y="404420"/>
                  </a:lnTo>
                  <a:lnTo>
                    <a:pt x="106551" y="434777"/>
                  </a:lnTo>
                  <a:lnTo>
                    <a:pt x="147756" y="456460"/>
                  </a:lnTo>
                  <a:lnTo>
                    <a:pt x="191656" y="469470"/>
                  </a:lnTo>
                  <a:lnTo>
                    <a:pt x="236903" y="473807"/>
                  </a:lnTo>
                  <a:lnTo>
                    <a:pt x="282151" y="469470"/>
                  </a:lnTo>
                  <a:lnTo>
                    <a:pt x="326051" y="456460"/>
                  </a:lnTo>
                  <a:lnTo>
                    <a:pt x="367256" y="434777"/>
                  </a:lnTo>
                  <a:lnTo>
                    <a:pt x="404420" y="404420"/>
                  </a:lnTo>
                  <a:lnTo>
                    <a:pt x="434777" y="367256"/>
                  </a:lnTo>
                  <a:lnTo>
                    <a:pt x="456460" y="326051"/>
                  </a:lnTo>
                  <a:lnTo>
                    <a:pt x="469470" y="282151"/>
                  </a:lnTo>
                  <a:lnTo>
                    <a:pt x="473807" y="236903"/>
                  </a:lnTo>
                  <a:lnTo>
                    <a:pt x="469470" y="191656"/>
                  </a:lnTo>
                  <a:lnTo>
                    <a:pt x="456460" y="147756"/>
                  </a:lnTo>
                  <a:lnTo>
                    <a:pt x="434777" y="106551"/>
                  </a:lnTo>
                  <a:lnTo>
                    <a:pt x="404420" y="69387"/>
                  </a:lnTo>
                  <a:lnTo>
                    <a:pt x="367256" y="39030"/>
                  </a:lnTo>
                  <a:lnTo>
                    <a:pt x="326051" y="17346"/>
                  </a:lnTo>
                  <a:lnTo>
                    <a:pt x="282151" y="4336"/>
                  </a:lnTo>
                  <a:lnTo>
                    <a:pt x="236903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90" name="Google Shape;290;p8"/>
          <p:cNvSpPr txBox="1"/>
          <p:nvPr/>
        </p:nvSpPr>
        <p:spPr>
          <a:xfrm>
            <a:off x="1958517" y="8614920"/>
            <a:ext cx="16187419" cy="2100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100">
            <a:spAutoFit/>
          </a:bodyPr>
          <a:lstStyle/>
          <a:p>
            <a:pPr indent="0" lvl="0" marL="1353820" marR="838200" rtl="0" algn="l">
              <a:lnSpc>
                <a:spcPct val="19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Events should be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handled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controller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(otherwise we would have application logic in the view) Events should be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listened for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view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(otherwise we would need DOM elements in the controller)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6163536" y="5938648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6945942" y="4214652"/>
            <a:ext cx="474345" cy="474345"/>
          </a:xfrm>
          <a:custGeom>
            <a:rect b="b" l="l" r="r" t="t"/>
            <a:pathLst>
              <a:path extrusionOk="0" h="474345" w="474345">
                <a:moveTo>
                  <a:pt x="236903" y="0"/>
                </a:moveTo>
                <a:lnTo>
                  <a:pt x="191656" y="4336"/>
                </a:lnTo>
                <a:lnTo>
                  <a:pt x="147756" y="17346"/>
                </a:lnTo>
                <a:lnTo>
                  <a:pt x="106551" y="39030"/>
                </a:lnTo>
                <a:lnTo>
                  <a:pt x="69387" y="69387"/>
                </a:lnTo>
                <a:lnTo>
                  <a:pt x="39030" y="106551"/>
                </a:lnTo>
                <a:lnTo>
                  <a:pt x="17346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1"/>
                </a:lnTo>
                <a:lnTo>
                  <a:pt x="17346" y="326051"/>
                </a:lnTo>
                <a:lnTo>
                  <a:pt x="39030" y="367256"/>
                </a:lnTo>
                <a:lnTo>
                  <a:pt x="69387" y="404420"/>
                </a:lnTo>
                <a:lnTo>
                  <a:pt x="106551" y="434777"/>
                </a:lnTo>
                <a:lnTo>
                  <a:pt x="147756" y="456460"/>
                </a:lnTo>
                <a:lnTo>
                  <a:pt x="191656" y="469470"/>
                </a:lnTo>
                <a:lnTo>
                  <a:pt x="236903" y="473807"/>
                </a:lnTo>
                <a:lnTo>
                  <a:pt x="282151" y="469470"/>
                </a:lnTo>
                <a:lnTo>
                  <a:pt x="326051" y="456460"/>
                </a:lnTo>
                <a:lnTo>
                  <a:pt x="367256" y="434777"/>
                </a:lnTo>
                <a:lnTo>
                  <a:pt x="404420" y="404420"/>
                </a:lnTo>
                <a:lnTo>
                  <a:pt x="434777" y="367256"/>
                </a:lnTo>
                <a:lnTo>
                  <a:pt x="456460" y="326051"/>
                </a:lnTo>
                <a:lnTo>
                  <a:pt x="469470" y="282151"/>
                </a:lnTo>
                <a:lnTo>
                  <a:pt x="473807" y="236903"/>
                </a:lnTo>
                <a:lnTo>
                  <a:pt x="469470" y="191656"/>
                </a:lnTo>
                <a:lnTo>
                  <a:pt x="456460" y="147756"/>
                </a:lnTo>
                <a:lnTo>
                  <a:pt x="434777" y="106551"/>
                </a:lnTo>
                <a:lnTo>
                  <a:pt x="404420" y="69387"/>
                </a:lnTo>
                <a:lnTo>
                  <a:pt x="367256" y="39030"/>
                </a:lnTo>
                <a:lnTo>
                  <a:pt x="326051" y="17346"/>
                </a:lnTo>
                <a:lnTo>
                  <a:pt x="282151" y="4336"/>
                </a:lnTo>
                <a:lnTo>
                  <a:pt x="236903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3" name="Google Shape;293;p8"/>
          <p:cNvSpPr txBox="1"/>
          <p:nvPr/>
        </p:nvSpPr>
        <p:spPr>
          <a:xfrm>
            <a:off x="7089046" y="4258188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10317748" y="3811243"/>
            <a:ext cx="474345" cy="474345"/>
          </a:xfrm>
          <a:custGeom>
            <a:rect b="b" l="l" r="r" t="t"/>
            <a:pathLst>
              <a:path extrusionOk="0" h="474345" w="474345">
                <a:moveTo>
                  <a:pt x="236903" y="0"/>
                </a:moveTo>
                <a:lnTo>
                  <a:pt x="191655" y="4336"/>
                </a:lnTo>
                <a:lnTo>
                  <a:pt x="147755" y="17346"/>
                </a:lnTo>
                <a:lnTo>
                  <a:pt x="106550" y="39030"/>
                </a:lnTo>
                <a:lnTo>
                  <a:pt x="69387" y="69387"/>
                </a:lnTo>
                <a:lnTo>
                  <a:pt x="39030" y="106551"/>
                </a:lnTo>
                <a:lnTo>
                  <a:pt x="17346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0"/>
                </a:lnTo>
                <a:lnTo>
                  <a:pt x="17346" y="326050"/>
                </a:lnTo>
                <a:lnTo>
                  <a:pt x="39030" y="367256"/>
                </a:lnTo>
                <a:lnTo>
                  <a:pt x="69387" y="404420"/>
                </a:lnTo>
                <a:lnTo>
                  <a:pt x="106550" y="434777"/>
                </a:lnTo>
                <a:lnTo>
                  <a:pt x="147755" y="456460"/>
                </a:lnTo>
                <a:lnTo>
                  <a:pt x="191655" y="469470"/>
                </a:lnTo>
                <a:lnTo>
                  <a:pt x="236903" y="473807"/>
                </a:lnTo>
                <a:lnTo>
                  <a:pt x="282150" y="469470"/>
                </a:lnTo>
                <a:lnTo>
                  <a:pt x="326050" y="456460"/>
                </a:lnTo>
                <a:lnTo>
                  <a:pt x="367255" y="434777"/>
                </a:lnTo>
                <a:lnTo>
                  <a:pt x="404417" y="404420"/>
                </a:lnTo>
                <a:lnTo>
                  <a:pt x="434775" y="367256"/>
                </a:lnTo>
                <a:lnTo>
                  <a:pt x="456459" y="326050"/>
                </a:lnTo>
                <a:lnTo>
                  <a:pt x="469470" y="282150"/>
                </a:lnTo>
                <a:lnTo>
                  <a:pt x="473807" y="236903"/>
                </a:lnTo>
                <a:lnTo>
                  <a:pt x="469470" y="191656"/>
                </a:lnTo>
                <a:lnTo>
                  <a:pt x="456459" y="147756"/>
                </a:lnTo>
                <a:lnTo>
                  <a:pt x="434775" y="106551"/>
                </a:lnTo>
                <a:lnTo>
                  <a:pt x="404417" y="69387"/>
                </a:lnTo>
                <a:lnTo>
                  <a:pt x="367255" y="39030"/>
                </a:lnTo>
                <a:lnTo>
                  <a:pt x="326050" y="17346"/>
                </a:lnTo>
                <a:lnTo>
                  <a:pt x="282150" y="4336"/>
                </a:lnTo>
                <a:lnTo>
                  <a:pt x="236903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5" name="Google Shape;295;p8"/>
          <p:cNvSpPr txBox="1"/>
          <p:nvPr/>
        </p:nvSpPr>
        <p:spPr>
          <a:xfrm>
            <a:off x="10460855" y="3854777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17378243" y="3811243"/>
            <a:ext cx="474345" cy="474345"/>
          </a:xfrm>
          <a:custGeom>
            <a:rect b="b" l="l" r="r" t="t"/>
            <a:pathLst>
              <a:path extrusionOk="0" h="474345" w="474344">
                <a:moveTo>
                  <a:pt x="236901" y="0"/>
                </a:moveTo>
                <a:lnTo>
                  <a:pt x="191653" y="4336"/>
                </a:lnTo>
                <a:lnTo>
                  <a:pt x="147753" y="17346"/>
                </a:lnTo>
                <a:lnTo>
                  <a:pt x="106547" y="39030"/>
                </a:lnTo>
                <a:lnTo>
                  <a:pt x="69382" y="69387"/>
                </a:lnTo>
                <a:lnTo>
                  <a:pt x="39027" y="106551"/>
                </a:lnTo>
                <a:lnTo>
                  <a:pt x="17345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0"/>
                </a:lnTo>
                <a:lnTo>
                  <a:pt x="17345" y="326050"/>
                </a:lnTo>
                <a:lnTo>
                  <a:pt x="39027" y="367256"/>
                </a:lnTo>
                <a:lnTo>
                  <a:pt x="69382" y="404420"/>
                </a:lnTo>
                <a:lnTo>
                  <a:pt x="106547" y="434777"/>
                </a:lnTo>
                <a:lnTo>
                  <a:pt x="147753" y="456460"/>
                </a:lnTo>
                <a:lnTo>
                  <a:pt x="191653" y="469470"/>
                </a:lnTo>
                <a:lnTo>
                  <a:pt x="236901" y="473807"/>
                </a:lnTo>
                <a:lnTo>
                  <a:pt x="282148" y="469470"/>
                </a:lnTo>
                <a:lnTo>
                  <a:pt x="326048" y="456460"/>
                </a:lnTo>
                <a:lnTo>
                  <a:pt x="367254" y="434777"/>
                </a:lnTo>
                <a:lnTo>
                  <a:pt x="404419" y="404420"/>
                </a:lnTo>
                <a:lnTo>
                  <a:pt x="434777" y="367256"/>
                </a:lnTo>
                <a:lnTo>
                  <a:pt x="456462" y="326050"/>
                </a:lnTo>
                <a:lnTo>
                  <a:pt x="469473" y="282150"/>
                </a:lnTo>
                <a:lnTo>
                  <a:pt x="473810" y="236903"/>
                </a:lnTo>
                <a:lnTo>
                  <a:pt x="469473" y="191656"/>
                </a:lnTo>
                <a:lnTo>
                  <a:pt x="456462" y="147756"/>
                </a:lnTo>
                <a:lnTo>
                  <a:pt x="434777" y="106551"/>
                </a:lnTo>
                <a:lnTo>
                  <a:pt x="404419" y="69387"/>
                </a:lnTo>
                <a:lnTo>
                  <a:pt x="367254" y="39030"/>
                </a:lnTo>
                <a:lnTo>
                  <a:pt x="326048" y="17346"/>
                </a:lnTo>
                <a:lnTo>
                  <a:pt x="282148" y="4336"/>
                </a:lnTo>
                <a:lnTo>
                  <a:pt x="236901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7" name="Google Shape;297;p8"/>
          <p:cNvSpPr txBox="1"/>
          <p:nvPr/>
        </p:nvSpPr>
        <p:spPr>
          <a:xfrm>
            <a:off x="17521341" y="3854777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13917063" y="4279974"/>
            <a:ext cx="474345" cy="474345"/>
          </a:xfrm>
          <a:custGeom>
            <a:rect b="b" l="l" r="r" t="t"/>
            <a:pathLst>
              <a:path extrusionOk="0" h="474345" w="474344">
                <a:moveTo>
                  <a:pt x="236903" y="0"/>
                </a:moveTo>
                <a:lnTo>
                  <a:pt x="191656" y="4336"/>
                </a:lnTo>
                <a:lnTo>
                  <a:pt x="147756" y="17346"/>
                </a:lnTo>
                <a:lnTo>
                  <a:pt x="106552" y="39030"/>
                </a:lnTo>
                <a:lnTo>
                  <a:pt x="69390" y="69387"/>
                </a:lnTo>
                <a:lnTo>
                  <a:pt x="39032" y="106551"/>
                </a:lnTo>
                <a:lnTo>
                  <a:pt x="17347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1"/>
                </a:lnTo>
                <a:lnTo>
                  <a:pt x="17347" y="326051"/>
                </a:lnTo>
                <a:lnTo>
                  <a:pt x="39032" y="367256"/>
                </a:lnTo>
                <a:lnTo>
                  <a:pt x="69390" y="404420"/>
                </a:lnTo>
                <a:lnTo>
                  <a:pt x="106552" y="434777"/>
                </a:lnTo>
                <a:lnTo>
                  <a:pt x="147756" y="456460"/>
                </a:lnTo>
                <a:lnTo>
                  <a:pt x="191656" y="469470"/>
                </a:lnTo>
                <a:lnTo>
                  <a:pt x="236903" y="473807"/>
                </a:lnTo>
                <a:lnTo>
                  <a:pt x="282150" y="469470"/>
                </a:lnTo>
                <a:lnTo>
                  <a:pt x="326050" y="456460"/>
                </a:lnTo>
                <a:lnTo>
                  <a:pt x="367255" y="434777"/>
                </a:lnTo>
                <a:lnTo>
                  <a:pt x="404417" y="404420"/>
                </a:lnTo>
                <a:lnTo>
                  <a:pt x="434775" y="367256"/>
                </a:lnTo>
                <a:lnTo>
                  <a:pt x="456459" y="326051"/>
                </a:lnTo>
                <a:lnTo>
                  <a:pt x="469470" y="282151"/>
                </a:lnTo>
                <a:lnTo>
                  <a:pt x="473807" y="236903"/>
                </a:lnTo>
                <a:lnTo>
                  <a:pt x="469470" y="191656"/>
                </a:lnTo>
                <a:lnTo>
                  <a:pt x="456459" y="147756"/>
                </a:lnTo>
                <a:lnTo>
                  <a:pt x="434775" y="106551"/>
                </a:lnTo>
                <a:lnTo>
                  <a:pt x="404417" y="69387"/>
                </a:lnTo>
                <a:lnTo>
                  <a:pt x="367255" y="39030"/>
                </a:lnTo>
                <a:lnTo>
                  <a:pt x="326050" y="17346"/>
                </a:lnTo>
                <a:lnTo>
                  <a:pt x="282150" y="4336"/>
                </a:lnTo>
                <a:lnTo>
                  <a:pt x="236903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9" name="Google Shape;299;p8"/>
          <p:cNvSpPr txBox="1"/>
          <p:nvPr/>
        </p:nvSpPr>
        <p:spPr>
          <a:xfrm>
            <a:off x="14060169" y="4323509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78648" y="6670078"/>
            <a:ext cx="272243" cy="272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78648" y="7283248"/>
            <a:ext cx="272243" cy="2722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2" name="Google Shape;302;p8"/>
          <p:cNvGrpSpPr/>
          <p:nvPr/>
        </p:nvGrpSpPr>
        <p:grpSpPr>
          <a:xfrm>
            <a:off x="869427" y="2561060"/>
            <a:ext cx="14539031" cy="5490468"/>
            <a:chOff x="869427" y="2561060"/>
            <a:chExt cx="14539031" cy="5490468"/>
          </a:xfrm>
        </p:grpSpPr>
        <p:sp>
          <p:nvSpPr>
            <p:cNvPr id="303" name="Google Shape;303;p8"/>
            <p:cNvSpPr/>
            <p:nvPr/>
          </p:nvSpPr>
          <p:spPr>
            <a:xfrm>
              <a:off x="8201914" y="3259500"/>
              <a:ext cx="2120265" cy="530225"/>
            </a:xfrm>
            <a:custGeom>
              <a:rect b="b" l="l" r="r" t="t"/>
              <a:pathLst>
                <a:path extrusionOk="0" h="530225" w="2120265">
                  <a:moveTo>
                    <a:pt x="0" y="164584"/>
                  </a:moveTo>
                  <a:lnTo>
                    <a:pt x="76303" y="136696"/>
                  </a:lnTo>
                  <a:lnTo>
                    <a:pt x="127955" y="119609"/>
                  </a:lnTo>
                  <a:lnTo>
                    <a:pt x="179286" y="103660"/>
                  </a:lnTo>
                  <a:lnTo>
                    <a:pt x="230296" y="88851"/>
                  </a:lnTo>
                  <a:lnTo>
                    <a:pt x="280984" y="75181"/>
                  </a:lnTo>
                  <a:lnTo>
                    <a:pt x="331350" y="62650"/>
                  </a:lnTo>
                  <a:lnTo>
                    <a:pt x="381395" y="51258"/>
                  </a:lnTo>
                  <a:lnTo>
                    <a:pt x="431119" y="41006"/>
                  </a:lnTo>
                  <a:lnTo>
                    <a:pt x="480521" y="31893"/>
                  </a:lnTo>
                  <a:lnTo>
                    <a:pt x="529602" y="23919"/>
                  </a:lnTo>
                  <a:lnTo>
                    <a:pt x="578362" y="17084"/>
                  </a:lnTo>
                  <a:lnTo>
                    <a:pt x="626800" y="11389"/>
                  </a:lnTo>
                  <a:lnTo>
                    <a:pt x="674917" y="6833"/>
                  </a:lnTo>
                  <a:lnTo>
                    <a:pt x="722712" y="3416"/>
                  </a:lnTo>
                  <a:lnTo>
                    <a:pt x="770186" y="1138"/>
                  </a:lnTo>
                  <a:lnTo>
                    <a:pt x="817338" y="0"/>
                  </a:lnTo>
                  <a:lnTo>
                    <a:pt x="864169" y="0"/>
                  </a:lnTo>
                  <a:lnTo>
                    <a:pt x="910679" y="1140"/>
                  </a:lnTo>
                  <a:lnTo>
                    <a:pt x="956867" y="3419"/>
                  </a:lnTo>
                  <a:lnTo>
                    <a:pt x="1002734" y="6838"/>
                  </a:lnTo>
                  <a:lnTo>
                    <a:pt x="1048279" y="11395"/>
                  </a:lnTo>
                  <a:lnTo>
                    <a:pt x="1093503" y="17092"/>
                  </a:lnTo>
                  <a:lnTo>
                    <a:pt x="1138406" y="23928"/>
                  </a:lnTo>
                  <a:lnTo>
                    <a:pt x="1182987" y="31903"/>
                  </a:lnTo>
                  <a:lnTo>
                    <a:pt x="1227247" y="41017"/>
                  </a:lnTo>
                  <a:lnTo>
                    <a:pt x="1271186" y="51271"/>
                  </a:lnTo>
                  <a:lnTo>
                    <a:pt x="1314803" y="62664"/>
                  </a:lnTo>
                  <a:lnTo>
                    <a:pt x="1358099" y="75196"/>
                  </a:lnTo>
                  <a:lnTo>
                    <a:pt x="1401073" y="88867"/>
                  </a:lnTo>
                  <a:lnTo>
                    <a:pt x="1443726" y="103678"/>
                  </a:lnTo>
                  <a:lnTo>
                    <a:pt x="1486058" y="119627"/>
                  </a:lnTo>
                  <a:lnTo>
                    <a:pt x="1528068" y="136716"/>
                  </a:lnTo>
                  <a:lnTo>
                    <a:pt x="1569757" y="154944"/>
                  </a:lnTo>
                  <a:lnTo>
                    <a:pt x="1611125" y="174311"/>
                  </a:lnTo>
                  <a:lnTo>
                    <a:pt x="1652171" y="194818"/>
                  </a:lnTo>
                  <a:lnTo>
                    <a:pt x="1692896" y="216464"/>
                  </a:lnTo>
                  <a:lnTo>
                    <a:pt x="1733299" y="239248"/>
                  </a:lnTo>
                  <a:lnTo>
                    <a:pt x="1773382" y="263172"/>
                  </a:lnTo>
                  <a:lnTo>
                    <a:pt x="1813143" y="288236"/>
                  </a:lnTo>
                  <a:lnTo>
                    <a:pt x="1852582" y="314438"/>
                  </a:lnTo>
                  <a:lnTo>
                    <a:pt x="1891700" y="341780"/>
                  </a:lnTo>
                  <a:lnTo>
                    <a:pt x="1930497" y="370261"/>
                  </a:lnTo>
                  <a:lnTo>
                    <a:pt x="1968973" y="399881"/>
                  </a:lnTo>
                  <a:lnTo>
                    <a:pt x="2007127" y="430640"/>
                  </a:lnTo>
                  <a:lnTo>
                    <a:pt x="2044960" y="462538"/>
                  </a:lnTo>
                  <a:lnTo>
                    <a:pt x="2082472" y="495576"/>
                  </a:lnTo>
                  <a:lnTo>
                    <a:pt x="2119662" y="529752"/>
                  </a:lnTo>
                </a:path>
              </a:pathLst>
            </a:custGeom>
            <a:noFill/>
            <a:ln cap="flat" cmpd="sng" w="523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8027716" y="3315160"/>
              <a:ext cx="238125" cy="198755"/>
            </a:xfrm>
            <a:custGeom>
              <a:rect b="b" l="l" r="r" t="t"/>
              <a:pathLst>
                <a:path extrusionOk="0" h="198754" w="238125">
                  <a:moveTo>
                    <a:pt x="159113" y="0"/>
                  </a:moveTo>
                  <a:lnTo>
                    <a:pt x="0" y="178094"/>
                  </a:lnTo>
                  <a:lnTo>
                    <a:pt x="237943" y="198527"/>
                  </a:lnTo>
                  <a:lnTo>
                    <a:pt x="159113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8723976" y="2984574"/>
              <a:ext cx="951865" cy="603250"/>
            </a:xfrm>
            <a:custGeom>
              <a:rect b="b" l="l" r="r" t="t"/>
              <a:pathLst>
                <a:path extrusionOk="0" h="603250" w="951865">
                  <a:moveTo>
                    <a:pt x="951539" y="602876"/>
                  </a:moveTo>
                  <a:lnTo>
                    <a:pt x="0" y="0"/>
                  </a:lnTo>
                </a:path>
              </a:pathLst>
            </a:custGeom>
            <a:noFill/>
            <a:ln cap="flat" cmpd="sng" w="6282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8691689" y="2984574"/>
              <a:ext cx="951865" cy="603250"/>
            </a:xfrm>
            <a:custGeom>
              <a:rect b="b" l="l" r="r" t="t"/>
              <a:pathLst>
                <a:path extrusionOk="0" h="603250" w="951865">
                  <a:moveTo>
                    <a:pt x="0" y="602876"/>
                  </a:moveTo>
                  <a:lnTo>
                    <a:pt x="951539" y="0"/>
                  </a:lnTo>
                </a:path>
              </a:pathLst>
            </a:custGeom>
            <a:noFill/>
            <a:ln cap="flat" cmpd="sng" w="6282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13824133" y="2561060"/>
              <a:ext cx="1584325" cy="911860"/>
            </a:xfrm>
            <a:custGeom>
              <a:rect b="b" l="l" r="r" t="t"/>
              <a:pathLst>
                <a:path extrusionOk="0" h="911860" w="1584325">
                  <a:moveTo>
                    <a:pt x="0" y="911294"/>
                  </a:moveTo>
                  <a:lnTo>
                    <a:pt x="35525" y="851325"/>
                  </a:lnTo>
                  <a:lnTo>
                    <a:pt x="61841" y="810744"/>
                  </a:lnTo>
                  <a:lnTo>
                    <a:pt x="88937" y="771146"/>
                  </a:lnTo>
                  <a:lnTo>
                    <a:pt x="116814" y="732531"/>
                  </a:lnTo>
                  <a:lnTo>
                    <a:pt x="145472" y="694898"/>
                  </a:lnTo>
                  <a:lnTo>
                    <a:pt x="174910" y="658247"/>
                  </a:lnTo>
                  <a:lnTo>
                    <a:pt x="205128" y="622580"/>
                  </a:lnTo>
                  <a:lnTo>
                    <a:pt x="236126" y="587894"/>
                  </a:lnTo>
                  <a:lnTo>
                    <a:pt x="267906" y="554192"/>
                  </a:lnTo>
                  <a:lnTo>
                    <a:pt x="300465" y="521472"/>
                  </a:lnTo>
                  <a:lnTo>
                    <a:pt x="333805" y="489735"/>
                  </a:lnTo>
                  <a:lnTo>
                    <a:pt x="367926" y="458980"/>
                  </a:lnTo>
                  <a:lnTo>
                    <a:pt x="402827" y="429207"/>
                  </a:lnTo>
                  <a:lnTo>
                    <a:pt x="438508" y="400418"/>
                  </a:lnTo>
                  <a:lnTo>
                    <a:pt x="474970" y="372611"/>
                  </a:lnTo>
                  <a:lnTo>
                    <a:pt x="512212" y="345786"/>
                  </a:lnTo>
                  <a:lnTo>
                    <a:pt x="550235" y="319944"/>
                  </a:lnTo>
                  <a:lnTo>
                    <a:pt x="589038" y="295085"/>
                  </a:lnTo>
                  <a:lnTo>
                    <a:pt x="628622" y="271208"/>
                  </a:lnTo>
                  <a:lnTo>
                    <a:pt x="668986" y="248313"/>
                  </a:lnTo>
                  <a:lnTo>
                    <a:pt x="710131" y="226402"/>
                  </a:lnTo>
                  <a:lnTo>
                    <a:pt x="752056" y="205472"/>
                  </a:lnTo>
                  <a:lnTo>
                    <a:pt x="794761" y="185526"/>
                  </a:lnTo>
                  <a:lnTo>
                    <a:pt x="838247" y="166562"/>
                  </a:lnTo>
                  <a:lnTo>
                    <a:pt x="882514" y="148580"/>
                  </a:lnTo>
                  <a:lnTo>
                    <a:pt x="927561" y="131581"/>
                  </a:lnTo>
                  <a:lnTo>
                    <a:pt x="973388" y="115564"/>
                  </a:lnTo>
                  <a:lnTo>
                    <a:pt x="1019996" y="100530"/>
                  </a:lnTo>
                  <a:lnTo>
                    <a:pt x="1067385" y="86478"/>
                  </a:lnTo>
                  <a:lnTo>
                    <a:pt x="1115554" y="73409"/>
                  </a:lnTo>
                  <a:lnTo>
                    <a:pt x="1164503" y="61323"/>
                  </a:lnTo>
                  <a:lnTo>
                    <a:pt x="1214233" y="50219"/>
                  </a:lnTo>
                  <a:lnTo>
                    <a:pt x="1264744" y="40097"/>
                  </a:lnTo>
                  <a:lnTo>
                    <a:pt x="1316035" y="30958"/>
                  </a:lnTo>
                  <a:lnTo>
                    <a:pt x="1368106" y="22801"/>
                  </a:lnTo>
                  <a:lnTo>
                    <a:pt x="1420958" y="15627"/>
                  </a:lnTo>
                  <a:lnTo>
                    <a:pt x="1474590" y="9435"/>
                  </a:lnTo>
                  <a:lnTo>
                    <a:pt x="1529003" y="4226"/>
                  </a:lnTo>
                  <a:lnTo>
                    <a:pt x="1584197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13750209" y="3411992"/>
              <a:ext cx="161290" cy="196850"/>
            </a:xfrm>
            <a:custGeom>
              <a:rect b="b" l="l" r="r" t="t"/>
              <a:pathLst>
                <a:path extrusionOk="0" h="196850" w="161290">
                  <a:moveTo>
                    <a:pt x="6607" y="0"/>
                  </a:moveTo>
                  <a:lnTo>
                    <a:pt x="0" y="196562"/>
                  </a:lnTo>
                  <a:lnTo>
                    <a:pt x="161209" y="83913"/>
                  </a:lnTo>
                  <a:lnTo>
                    <a:pt x="6607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2443581" y="2910757"/>
              <a:ext cx="1400175" cy="693420"/>
            </a:xfrm>
            <a:custGeom>
              <a:rect b="b" l="l" r="r" t="t"/>
              <a:pathLst>
                <a:path extrusionOk="0" h="693420" w="1400175">
                  <a:moveTo>
                    <a:pt x="1399854" y="693324"/>
                  </a:moveTo>
                  <a:lnTo>
                    <a:pt x="1311711" y="690688"/>
                  </a:lnTo>
                  <a:lnTo>
                    <a:pt x="1246123" y="687134"/>
                  </a:lnTo>
                  <a:lnTo>
                    <a:pt x="1182151" y="682495"/>
                  </a:lnTo>
                  <a:lnTo>
                    <a:pt x="1119793" y="676769"/>
                  </a:lnTo>
                  <a:lnTo>
                    <a:pt x="1059050" y="669957"/>
                  </a:lnTo>
                  <a:lnTo>
                    <a:pt x="999922" y="662059"/>
                  </a:lnTo>
                  <a:lnTo>
                    <a:pt x="942409" y="653075"/>
                  </a:lnTo>
                  <a:lnTo>
                    <a:pt x="886511" y="643005"/>
                  </a:lnTo>
                  <a:lnTo>
                    <a:pt x="832228" y="631849"/>
                  </a:lnTo>
                  <a:lnTo>
                    <a:pt x="779560" y="619607"/>
                  </a:lnTo>
                  <a:lnTo>
                    <a:pt x="728507" y="606279"/>
                  </a:lnTo>
                  <a:lnTo>
                    <a:pt x="679068" y="591866"/>
                  </a:lnTo>
                  <a:lnTo>
                    <a:pt x="631245" y="576366"/>
                  </a:lnTo>
                  <a:lnTo>
                    <a:pt x="585036" y="559780"/>
                  </a:lnTo>
                  <a:lnTo>
                    <a:pt x="540443" y="542108"/>
                  </a:lnTo>
                  <a:lnTo>
                    <a:pt x="497464" y="523350"/>
                  </a:lnTo>
                  <a:lnTo>
                    <a:pt x="456100" y="503506"/>
                  </a:lnTo>
                  <a:lnTo>
                    <a:pt x="416352" y="482576"/>
                  </a:lnTo>
                  <a:lnTo>
                    <a:pt x="378218" y="460560"/>
                  </a:lnTo>
                  <a:lnTo>
                    <a:pt x="341699" y="437458"/>
                  </a:lnTo>
                  <a:lnTo>
                    <a:pt x="306795" y="413270"/>
                  </a:lnTo>
                  <a:lnTo>
                    <a:pt x="273505" y="387996"/>
                  </a:lnTo>
                  <a:lnTo>
                    <a:pt x="241831" y="361636"/>
                  </a:lnTo>
                  <a:lnTo>
                    <a:pt x="211772" y="334190"/>
                  </a:lnTo>
                  <a:lnTo>
                    <a:pt x="183328" y="305658"/>
                  </a:lnTo>
                  <a:lnTo>
                    <a:pt x="156498" y="276040"/>
                  </a:lnTo>
                  <a:lnTo>
                    <a:pt x="131284" y="245336"/>
                  </a:lnTo>
                  <a:lnTo>
                    <a:pt x="107684" y="213546"/>
                  </a:lnTo>
                  <a:lnTo>
                    <a:pt x="85699" y="180670"/>
                  </a:lnTo>
                  <a:lnTo>
                    <a:pt x="65329" y="146708"/>
                  </a:lnTo>
                  <a:lnTo>
                    <a:pt x="46575" y="111660"/>
                  </a:lnTo>
                  <a:lnTo>
                    <a:pt x="29435" y="75526"/>
                  </a:lnTo>
                  <a:lnTo>
                    <a:pt x="13910" y="38306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3821790" y="3515960"/>
              <a:ext cx="177165" cy="176530"/>
            </a:xfrm>
            <a:custGeom>
              <a:rect b="b" l="l" r="r" t="t"/>
              <a:pathLst>
                <a:path extrusionOk="0" h="176529" w="177164">
                  <a:moveTo>
                    <a:pt x="1409" y="0"/>
                  </a:moveTo>
                  <a:lnTo>
                    <a:pt x="0" y="175905"/>
                  </a:lnTo>
                  <a:lnTo>
                    <a:pt x="176610" y="89361"/>
                  </a:lnTo>
                  <a:lnTo>
                    <a:pt x="1409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9067720" y="4799379"/>
              <a:ext cx="1454150" cy="995044"/>
            </a:xfrm>
            <a:custGeom>
              <a:rect b="b" l="l" r="r" t="t"/>
              <a:pathLst>
                <a:path extrusionOk="0" h="995045" w="1454150">
                  <a:moveTo>
                    <a:pt x="0" y="0"/>
                  </a:moveTo>
                  <a:lnTo>
                    <a:pt x="5665" y="62211"/>
                  </a:lnTo>
                  <a:lnTo>
                    <a:pt x="12253" y="102612"/>
                  </a:lnTo>
                  <a:lnTo>
                    <a:pt x="20359" y="142137"/>
                  </a:lnTo>
                  <a:lnTo>
                    <a:pt x="29985" y="180785"/>
                  </a:lnTo>
                  <a:lnTo>
                    <a:pt x="41129" y="218557"/>
                  </a:lnTo>
                  <a:lnTo>
                    <a:pt x="53792" y="255453"/>
                  </a:lnTo>
                  <a:lnTo>
                    <a:pt x="67973" y="291472"/>
                  </a:lnTo>
                  <a:lnTo>
                    <a:pt x="83674" y="326615"/>
                  </a:lnTo>
                  <a:lnTo>
                    <a:pt x="100893" y="360881"/>
                  </a:lnTo>
                  <a:lnTo>
                    <a:pt x="119631" y="394270"/>
                  </a:lnTo>
                  <a:lnTo>
                    <a:pt x="139888" y="426783"/>
                  </a:lnTo>
                  <a:lnTo>
                    <a:pt x="161664" y="458420"/>
                  </a:lnTo>
                  <a:lnTo>
                    <a:pt x="184958" y="489180"/>
                  </a:lnTo>
                  <a:lnTo>
                    <a:pt x="209771" y="519064"/>
                  </a:lnTo>
                  <a:lnTo>
                    <a:pt x="236103" y="548071"/>
                  </a:lnTo>
                  <a:lnTo>
                    <a:pt x="263954" y="576202"/>
                  </a:lnTo>
                  <a:lnTo>
                    <a:pt x="293323" y="603456"/>
                  </a:lnTo>
                  <a:lnTo>
                    <a:pt x="324212" y="629833"/>
                  </a:lnTo>
                  <a:lnTo>
                    <a:pt x="356619" y="655335"/>
                  </a:lnTo>
                  <a:lnTo>
                    <a:pt x="390545" y="679960"/>
                  </a:lnTo>
                  <a:lnTo>
                    <a:pt x="425989" y="703708"/>
                  </a:lnTo>
                  <a:lnTo>
                    <a:pt x="462953" y="726580"/>
                  </a:lnTo>
                  <a:lnTo>
                    <a:pt x="501435" y="748575"/>
                  </a:lnTo>
                  <a:lnTo>
                    <a:pt x="541436" y="769694"/>
                  </a:lnTo>
                  <a:lnTo>
                    <a:pt x="582956" y="789936"/>
                  </a:lnTo>
                  <a:lnTo>
                    <a:pt x="625994" y="809302"/>
                  </a:lnTo>
                  <a:lnTo>
                    <a:pt x="670552" y="827791"/>
                  </a:lnTo>
                  <a:lnTo>
                    <a:pt x="716628" y="845404"/>
                  </a:lnTo>
                  <a:lnTo>
                    <a:pt x="764223" y="862141"/>
                  </a:lnTo>
                  <a:lnTo>
                    <a:pt x="813336" y="878001"/>
                  </a:lnTo>
                  <a:lnTo>
                    <a:pt x="863969" y="892984"/>
                  </a:lnTo>
                  <a:lnTo>
                    <a:pt x="916120" y="907091"/>
                  </a:lnTo>
                  <a:lnTo>
                    <a:pt x="969790" y="920322"/>
                  </a:lnTo>
                  <a:lnTo>
                    <a:pt x="1024979" y="932676"/>
                  </a:lnTo>
                  <a:lnTo>
                    <a:pt x="1081687" y="944153"/>
                  </a:lnTo>
                  <a:lnTo>
                    <a:pt x="1139913" y="954754"/>
                  </a:lnTo>
                  <a:lnTo>
                    <a:pt x="1199658" y="964479"/>
                  </a:lnTo>
                  <a:lnTo>
                    <a:pt x="1260922" y="973327"/>
                  </a:lnTo>
                  <a:lnTo>
                    <a:pt x="1323705" y="981298"/>
                  </a:lnTo>
                  <a:lnTo>
                    <a:pt x="1388006" y="988394"/>
                  </a:lnTo>
                  <a:lnTo>
                    <a:pt x="1453827" y="994612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8980396" y="4644473"/>
              <a:ext cx="175895" cy="178435"/>
            </a:xfrm>
            <a:custGeom>
              <a:rect b="b" l="l" r="r" t="t"/>
              <a:pathLst>
                <a:path extrusionOk="0" h="178435" w="175895">
                  <a:moveTo>
                    <a:pt x="82910" y="0"/>
                  </a:moveTo>
                  <a:lnTo>
                    <a:pt x="0" y="178344"/>
                  </a:lnTo>
                  <a:lnTo>
                    <a:pt x="175839" y="173335"/>
                  </a:lnTo>
                  <a:lnTo>
                    <a:pt x="8291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8"/>
            <p:cNvSpPr/>
            <p:nvPr/>
          </p:nvSpPr>
          <p:spPr>
            <a:xfrm>
              <a:off x="869427" y="5307058"/>
              <a:ext cx="2456180" cy="2744470"/>
            </a:xfrm>
            <a:custGeom>
              <a:rect b="b" l="l" r="r" t="t"/>
              <a:pathLst>
                <a:path extrusionOk="0" h="2744470" w="2456179">
                  <a:moveTo>
                    <a:pt x="2455605" y="0"/>
                  </a:moveTo>
                  <a:lnTo>
                    <a:pt x="0" y="0"/>
                  </a:lnTo>
                  <a:lnTo>
                    <a:pt x="0" y="2744124"/>
                  </a:lnTo>
                  <a:lnTo>
                    <a:pt x="2455605" y="2744124"/>
                  </a:lnTo>
                  <a:lnTo>
                    <a:pt x="2455605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1905112" y="5800827"/>
              <a:ext cx="542925" cy="635"/>
            </a:xfrm>
            <a:custGeom>
              <a:rect b="b" l="l" r="r" t="t"/>
              <a:pathLst>
                <a:path extrusionOk="0" h="635" w="542925">
                  <a:moveTo>
                    <a:pt x="542612" y="0"/>
                  </a:moveTo>
                  <a:lnTo>
                    <a:pt x="521670" y="8"/>
                  </a:lnTo>
                  <a:lnTo>
                    <a:pt x="0" y="210"/>
                  </a:lnTo>
                </a:path>
              </a:pathLst>
            </a:custGeom>
            <a:noFill/>
            <a:ln cap="flat" cmpd="sng" w="4187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2426749" y="5712879"/>
              <a:ext cx="176530" cy="176530"/>
            </a:xfrm>
            <a:custGeom>
              <a:rect b="b" l="l" r="r" t="t"/>
              <a:pathLst>
                <a:path extrusionOk="0" h="176529" w="176530">
                  <a:moveTo>
                    <a:pt x="0" y="0"/>
                  </a:moveTo>
                  <a:lnTo>
                    <a:pt x="68" y="175910"/>
                  </a:lnTo>
                  <a:lnTo>
                    <a:pt x="175944" y="878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2093588" y="7557355"/>
              <a:ext cx="354330" cy="635"/>
            </a:xfrm>
            <a:custGeom>
              <a:rect b="b" l="l" r="r" t="t"/>
              <a:pathLst>
                <a:path extrusionOk="0" h="634" w="354330">
                  <a:moveTo>
                    <a:pt x="354136" y="0"/>
                  </a:moveTo>
                  <a:lnTo>
                    <a:pt x="333194" y="11"/>
                  </a:lnTo>
                  <a:lnTo>
                    <a:pt x="0" y="188"/>
                  </a:lnTo>
                </a:path>
              </a:pathLst>
            </a:custGeom>
            <a:noFill/>
            <a:ln cap="flat" cmpd="sng" w="4187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" name="Google Shape;317;p8"/>
            <p:cNvSpPr/>
            <p:nvPr/>
          </p:nvSpPr>
          <p:spPr>
            <a:xfrm>
              <a:off x="2426736" y="7469411"/>
              <a:ext cx="176530" cy="176530"/>
            </a:xfrm>
            <a:custGeom>
              <a:rect b="b" l="l" r="r" t="t"/>
              <a:pathLst>
                <a:path extrusionOk="0" h="176529" w="176530">
                  <a:moveTo>
                    <a:pt x="0" y="0"/>
                  </a:moveTo>
                  <a:lnTo>
                    <a:pt x="93" y="175910"/>
                  </a:lnTo>
                  <a:lnTo>
                    <a:pt x="175956" y="87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1785446" y="6593350"/>
              <a:ext cx="803910" cy="593090"/>
            </a:xfrm>
            <a:custGeom>
              <a:rect b="b" l="l" r="r" t="t"/>
              <a:pathLst>
                <a:path extrusionOk="0" h="593090" w="803910">
                  <a:moveTo>
                    <a:pt x="0" y="592473"/>
                  </a:moveTo>
                  <a:lnTo>
                    <a:pt x="27047" y="527941"/>
                  </a:lnTo>
                  <a:lnTo>
                    <a:pt x="49146" y="484989"/>
                  </a:lnTo>
                  <a:lnTo>
                    <a:pt x="73007" y="443779"/>
                  </a:lnTo>
                  <a:lnTo>
                    <a:pt x="98630" y="404312"/>
                  </a:lnTo>
                  <a:lnTo>
                    <a:pt x="126016" y="366588"/>
                  </a:lnTo>
                  <a:lnTo>
                    <a:pt x="155165" y="330607"/>
                  </a:lnTo>
                  <a:lnTo>
                    <a:pt x="186077" y="296368"/>
                  </a:lnTo>
                  <a:lnTo>
                    <a:pt x="218751" y="263872"/>
                  </a:lnTo>
                  <a:lnTo>
                    <a:pt x="253187" y="233119"/>
                  </a:lnTo>
                  <a:lnTo>
                    <a:pt x="289387" y="204108"/>
                  </a:lnTo>
                  <a:lnTo>
                    <a:pt x="327349" y="176840"/>
                  </a:lnTo>
                  <a:lnTo>
                    <a:pt x="367073" y="151315"/>
                  </a:lnTo>
                  <a:lnTo>
                    <a:pt x="408561" y="127532"/>
                  </a:lnTo>
                  <a:lnTo>
                    <a:pt x="451811" y="105492"/>
                  </a:lnTo>
                  <a:lnTo>
                    <a:pt x="496823" y="85194"/>
                  </a:lnTo>
                  <a:lnTo>
                    <a:pt x="543598" y="66639"/>
                  </a:lnTo>
                  <a:lnTo>
                    <a:pt x="592136" y="49826"/>
                  </a:lnTo>
                  <a:lnTo>
                    <a:pt x="642437" y="34756"/>
                  </a:lnTo>
                  <a:lnTo>
                    <a:pt x="694500" y="21428"/>
                  </a:lnTo>
                  <a:lnTo>
                    <a:pt x="748327" y="9843"/>
                  </a:lnTo>
                  <a:lnTo>
                    <a:pt x="803915" y="0"/>
                  </a:lnTo>
                </a:path>
              </a:pathLst>
            </a:custGeom>
            <a:noFill/>
            <a:ln cap="flat" cmpd="sng" w="41875">
              <a:solidFill>
                <a:srgbClr val="444444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1708842" y="7137798"/>
              <a:ext cx="167005" cy="194945"/>
            </a:xfrm>
            <a:custGeom>
              <a:rect b="b" l="l" r="r" t="t"/>
              <a:pathLst>
                <a:path extrusionOk="0" h="194945" w="167005">
                  <a:moveTo>
                    <a:pt x="0" y="0"/>
                  </a:moveTo>
                  <a:lnTo>
                    <a:pt x="26937" y="194821"/>
                  </a:lnTo>
                  <a:lnTo>
                    <a:pt x="166631" y="56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2021651" y="7053203"/>
              <a:ext cx="577850" cy="164465"/>
            </a:xfrm>
            <a:custGeom>
              <a:rect b="b" l="l" r="r" t="t"/>
              <a:pathLst>
                <a:path extrusionOk="0" h="164465" w="577850">
                  <a:moveTo>
                    <a:pt x="0" y="164288"/>
                  </a:moveTo>
                  <a:lnTo>
                    <a:pt x="60303" y="115803"/>
                  </a:lnTo>
                  <a:lnTo>
                    <a:pt x="105759" y="86141"/>
                  </a:lnTo>
                  <a:lnTo>
                    <a:pt x="151524" y="60852"/>
                  </a:lnTo>
                  <a:lnTo>
                    <a:pt x="197600" y="39936"/>
                  </a:lnTo>
                  <a:lnTo>
                    <a:pt x="243985" y="23393"/>
                  </a:lnTo>
                  <a:lnTo>
                    <a:pt x="290679" y="11222"/>
                  </a:lnTo>
                  <a:lnTo>
                    <a:pt x="337684" y="3425"/>
                  </a:lnTo>
                  <a:lnTo>
                    <a:pt x="384998" y="0"/>
                  </a:lnTo>
                  <a:lnTo>
                    <a:pt x="432622" y="947"/>
                  </a:lnTo>
                  <a:lnTo>
                    <a:pt x="480556" y="6268"/>
                  </a:lnTo>
                  <a:lnTo>
                    <a:pt x="528800" y="15961"/>
                  </a:lnTo>
                  <a:lnTo>
                    <a:pt x="577353" y="30027"/>
                  </a:lnTo>
                </a:path>
              </a:pathLst>
            </a:custGeom>
            <a:noFill/>
            <a:ln cap="flat" cmpd="sng" w="41875">
              <a:solidFill>
                <a:srgbClr val="444444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1909486" y="7139380"/>
              <a:ext cx="188595" cy="185420"/>
            </a:xfrm>
            <a:custGeom>
              <a:rect b="b" l="l" r="r" t="t"/>
              <a:pathLst>
                <a:path extrusionOk="0" h="185420" w="188594">
                  <a:moveTo>
                    <a:pt x="66631" y="0"/>
                  </a:moveTo>
                  <a:lnTo>
                    <a:pt x="0" y="185042"/>
                  </a:lnTo>
                  <a:lnTo>
                    <a:pt x="188014" y="127322"/>
                  </a:lnTo>
                  <a:lnTo>
                    <a:pt x="66631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2" name="Google Shape;322;p8"/>
          <p:cNvSpPr txBox="1"/>
          <p:nvPr/>
        </p:nvSpPr>
        <p:spPr>
          <a:xfrm>
            <a:off x="7989492" y="6627763"/>
            <a:ext cx="10333355" cy="138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controlRecipes </a:t>
            </a: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will be passed into </a:t>
            </a:r>
            <a:r>
              <a:rPr b="1" lang="en-US" sz="22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addHandlerRender </a:t>
            </a: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when program starts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19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addHandlerRender </a:t>
            </a: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listens for events (</a:t>
            </a:r>
            <a:r>
              <a:rPr lang="en-US" sz="22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addEventListener</a:t>
            </a: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), and uses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controlRecipes </a:t>
            </a:r>
            <a:r>
              <a:rPr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 callback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 txBox="1"/>
          <p:nvPr/>
        </p:nvSpPr>
        <p:spPr>
          <a:xfrm>
            <a:off x="15602980" y="2206946"/>
            <a:ext cx="2792095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Code that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knows when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to react: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PUBLISHER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"/>
          <p:cNvSpPr txBox="1"/>
          <p:nvPr/>
        </p:nvSpPr>
        <p:spPr>
          <a:xfrm>
            <a:off x="868107" y="2090021"/>
            <a:ext cx="2442845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Code that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wants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to react: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SUBSCRIBER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 txBox="1"/>
          <p:nvPr/>
        </p:nvSpPr>
        <p:spPr>
          <a:xfrm>
            <a:off x="10735077" y="5410532"/>
            <a:ext cx="4458335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Subscribe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to publisher by passing in the subscriber function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1273967" y="5499933"/>
            <a:ext cx="1649095" cy="2237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825">
            <a:spAutoFit/>
          </a:bodyPr>
          <a:lstStyle/>
          <a:p>
            <a:pPr indent="0" lvl="0" marL="0" marR="304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A()	B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5400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None/>
            </a:pPr>
            <a:r>
              <a:rPr b="1" baseline="-25000" lang="en-US" sz="61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≠	</a:t>
            </a:r>
            <a:r>
              <a:rPr b="1" lang="en-US" sz="23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30480" rtl="0" algn="r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30480" rtl="0" algn="r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A(X)	X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9"/>
          <p:cNvSpPr txBox="1"/>
          <p:nvPr/>
        </p:nvSpPr>
        <p:spPr>
          <a:xfrm>
            <a:off x="10052050" y="2517449"/>
            <a:ext cx="9372600" cy="6260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marR="5080" rtl="0" algn="l">
              <a:lnSpc>
                <a:spcPct val="103529"/>
              </a:lnSpc>
              <a:spcBef>
                <a:spcPts val="175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FORKIFY APP: BUILDING A MODERN APPLICATION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marR="2491740" rtl="0" algn="l">
              <a:lnSpc>
                <a:spcPct val="103529"/>
              </a:lnSpc>
              <a:spcBef>
                <a:spcPts val="180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WRAPPING UP: FINAL CONSIDERATIONS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0"/>
          <p:cNvSpPr txBox="1"/>
          <p:nvPr>
            <p:ph type="title"/>
          </p:nvPr>
        </p:nvSpPr>
        <p:spPr>
          <a:xfrm>
            <a:off x="603308" y="293573"/>
            <a:ext cx="16593005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IMPROVEMENT	AND FEATURE	IDEAS:	CHALLENGES</a:t>
            </a:r>
            <a:endParaRPr/>
          </a:p>
        </p:txBody>
      </p:sp>
      <p:pic>
        <p:nvPicPr>
          <p:cNvPr id="341" name="Google Shape;34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2895" y="2662822"/>
            <a:ext cx="282713" cy="28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2895" y="3414632"/>
            <a:ext cx="282713" cy="28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2895" y="4166441"/>
            <a:ext cx="282713" cy="28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2895" y="4918251"/>
            <a:ext cx="282713" cy="2827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5" name="Google Shape;345;p10"/>
          <p:cNvGrpSpPr/>
          <p:nvPr/>
        </p:nvGrpSpPr>
        <p:grpSpPr>
          <a:xfrm>
            <a:off x="14471650" y="286504"/>
            <a:ext cx="5110301" cy="788206"/>
            <a:chOff x="14471650" y="286504"/>
            <a:chExt cx="5110301" cy="788206"/>
          </a:xfrm>
        </p:grpSpPr>
        <p:pic>
          <p:nvPicPr>
            <p:cNvPr id="346" name="Google Shape;346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471650" y="366411"/>
              <a:ext cx="628253" cy="628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196314" y="286504"/>
              <a:ext cx="2385637" cy="78820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8" name="Google Shape;348;p10"/>
          <p:cNvSpPr txBox="1"/>
          <p:nvPr>
            <p:ph idx="1" type="body"/>
          </p:nvPr>
        </p:nvSpPr>
        <p:spPr>
          <a:xfrm>
            <a:off x="1909196" y="2611460"/>
            <a:ext cx="10471785" cy="3148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Display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number of pages </a:t>
            </a:r>
            <a:r>
              <a:rPr lang="en-US"/>
              <a:t>between the pagination buttons;</a:t>
            </a:r>
            <a:endParaRPr/>
          </a:p>
          <a:p>
            <a:pPr indent="0" lvl="0" marL="12700" marR="1177925" rtl="0" algn="l">
              <a:lnSpc>
                <a:spcPct val="246666"/>
              </a:lnSpc>
              <a:spcBef>
                <a:spcPts val="695"/>
              </a:spcBef>
              <a:spcAft>
                <a:spcPts val="0"/>
              </a:spcAft>
              <a:buNone/>
            </a:pPr>
            <a:r>
              <a:rPr lang="en-US"/>
              <a:t>Ability to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sort </a:t>
            </a:r>
            <a:r>
              <a:rPr lang="en-US"/>
              <a:t>search results by duration or number of ingredients; Perform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ingredient validation </a:t>
            </a:r>
            <a:r>
              <a:rPr lang="en-US"/>
              <a:t>in view, before submitting the form;</a:t>
            </a:r>
            <a:endParaRPr/>
          </a:p>
          <a:p>
            <a:pPr indent="0" lvl="0" marL="12700" marR="5080" rtl="0" algn="l">
              <a:lnSpc>
                <a:spcPct val="131200"/>
              </a:lnSpc>
              <a:spcBef>
                <a:spcPts val="137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Improve recipe ingredient input</a:t>
            </a:r>
            <a:r>
              <a:rPr lang="en-US"/>
              <a:t>: separate in multiple fields and allow more than 6 ingredients;</a:t>
            </a:r>
            <a:endParaRPr/>
          </a:p>
        </p:txBody>
      </p:sp>
      <p:pic>
        <p:nvPicPr>
          <p:cNvPr id="349" name="Google Shape;34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2895" y="7037558"/>
            <a:ext cx="282713" cy="28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2895" y="7789367"/>
            <a:ext cx="282713" cy="28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2895" y="9031215"/>
            <a:ext cx="282713" cy="282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0"/>
          <p:cNvSpPr txBox="1"/>
          <p:nvPr/>
        </p:nvSpPr>
        <p:spPr>
          <a:xfrm>
            <a:off x="1909196" y="6986196"/>
            <a:ext cx="10436225" cy="288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Shopping list feature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: button on recipe to add ingredients to a list;</a:t>
            </a:r>
            <a:endParaRPr sz="24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31200"/>
              </a:lnSpc>
              <a:spcBef>
                <a:spcPts val="2065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Weekly meal planning feature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: assign recipes to the next 7 days and show on a weekly calendar;</a:t>
            </a:r>
            <a:endParaRPr sz="24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838200" rtl="0" algn="l">
              <a:lnSpc>
                <a:spcPct val="131200"/>
              </a:lnSpc>
              <a:spcBef>
                <a:spcPts val="206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Get nutrition data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on each ingredient from spoonacular API (</a:t>
            </a:r>
            <a:r>
              <a:rPr lang="en-US" sz="2450" u="sng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https://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50" u="sng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spoonacular.com/food-api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) and calculate total calories of recipe.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3" name="Google Shape;353;p10"/>
          <p:cNvGrpSpPr/>
          <p:nvPr/>
        </p:nvGrpSpPr>
        <p:grpSpPr>
          <a:xfrm>
            <a:off x="12676755" y="4508389"/>
            <a:ext cx="7130760" cy="4248842"/>
            <a:chOff x="12676755" y="4508389"/>
            <a:chExt cx="7130760" cy="4248842"/>
          </a:xfrm>
        </p:grpSpPr>
        <p:pic>
          <p:nvPicPr>
            <p:cNvPr id="354" name="Google Shape;354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676755" y="4508389"/>
              <a:ext cx="7130760" cy="42488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3305008" y="4822516"/>
              <a:ext cx="5874254" cy="299233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AFBF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1" name="Google Shape;361;p11"/>
          <p:cNvSpPr txBox="1"/>
          <p:nvPr/>
        </p:nvSpPr>
        <p:spPr>
          <a:xfrm>
            <a:off x="5324310" y="3074127"/>
            <a:ext cx="9246235" cy="5051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50">
                <a:solidFill>
                  <a:srgbClr val="38464D"/>
                </a:solidFill>
                <a:latin typeface="Tahoma"/>
                <a:ea typeface="Tahoma"/>
                <a:cs typeface="Tahoma"/>
                <a:sym typeface="Tahoma"/>
              </a:rPr>
              <a:t>END</a:t>
            </a:r>
            <a:endParaRPr sz="3295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2023-08-06T03:05:30Z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2023-08-06T00:00:00Z</vt:filetime>
  </property>
  <property fmtid="{D5CDD505-2E9C-101B-9397-08002B2CF9AE}" pid="3" name="Creator">
    <vt:lpwstr>Keynote</vt:lpwstr>
  </property>
  <property fmtid="{D5CDD505-2E9C-101B-9397-08002B2CF9AE}" pid="4" name="LastSaved">
    <vt:filetime>2023-08-06T00:00:00Z</vt:filetime>
  </property>
  <property fmtid="{D5CDD505-2E9C-101B-9397-08002B2CF9AE}" pid="5" name="Producer">
    <vt:lpwstr>macOS Version 11.0.1 (Build 20B29) Quartz PDFContext</vt:lpwstr>
  </property>
</Properties>
</file>