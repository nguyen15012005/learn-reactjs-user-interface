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4" r:id="rId5"/>
    <p:sldId id="265" r:id="rId6"/>
    <p:sldId id="266" r:id="rId7"/>
    <p:sldId id="267" r:id="rId8"/>
    <p:sldId id="270" r:id="rId9"/>
    <p:sldId id="271" r:id="rId10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624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7CDEFD-63DA-4E86-A04A-7A2FF72FA459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E979F9-5040-4FDE-A740-DB17FF542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61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979F9-5040-4FDE-A740-DB17FF542D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244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1" i="0">
                <a:solidFill>
                  <a:srgbClr val="FAFBF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1" i="0">
                <a:solidFill>
                  <a:srgbClr val="FAFBF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1" i="0">
                <a:solidFill>
                  <a:srgbClr val="FAFBF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1" i="0">
                <a:solidFill>
                  <a:srgbClr val="FAFBF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3309" y="293573"/>
            <a:ext cx="11055985" cy="779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1" i="0">
                <a:solidFill>
                  <a:srgbClr val="FAFBF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6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03947" y="0"/>
            <a:ext cx="11936618" cy="113085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19351" y="9716310"/>
            <a:ext cx="1159328" cy="115932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4079" y="3896837"/>
            <a:ext cx="6558797" cy="334797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1610349" y="3614410"/>
            <a:ext cx="7200265" cy="2800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50" spc="-75" dirty="0"/>
              <a:t>slides </a:t>
            </a:r>
            <a:r>
              <a:rPr sz="9050" spc="-25" dirty="0"/>
              <a:t>for</a:t>
            </a:r>
            <a:endParaRPr sz="9050"/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50" spc="-50" dirty="0"/>
              <a:t>theory</a:t>
            </a:r>
            <a:r>
              <a:rPr sz="9050" spc="-70" dirty="0"/>
              <a:t> </a:t>
            </a:r>
            <a:r>
              <a:rPr sz="9050" spc="-10" dirty="0"/>
              <a:t>lectures</a:t>
            </a:r>
            <a:endParaRPr sz="9050"/>
          </a:p>
        </p:txBody>
      </p:sp>
      <p:sp>
        <p:nvSpPr>
          <p:cNvPr id="10" name="object 10"/>
          <p:cNvSpPr txBox="1"/>
          <p:nvPr/>
        </p:nvSpPr>
        <p:spPr>
          <a:xfrm>
            <a:off x="11610349" y="7110726"/>
            <a:ext cx="5123815" cy="651781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 marR="5080">
              <a:lnSpc>
                <a:spcPts val="4120"/>
              </a:lnSpc>
              <a:spcBef>
                <a:spcPts val="925"/>
              </a:spcBef>
              <a:tabLst>
                <a:tab pos="2110740" algn="l"/>
              </a:tabLst>
            </a:pPr>
            <a:endParaRPr sz="4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361440"/>
            <a:chOff x="0" y="0"/>
            <a:chExt cx="20104100" cy="136144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99" cy="136121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6009" y="390040"/>
              <a:ext cx="628253" cy="628253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517650" y="253497"/>
            <a:ext cx="16154400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58925" algn="l"/>
                <a:tab pos="2278380" algn="l"/>
                <a:tab pos="4796790" algn="l"/>
                <a:tab pos="6700520" algn="l"/>
              </a:tabLst>
            </a:pPr>
            <a:r>
              <a:rPr sz="4950" b="1" dirty="0">
                <a:solidFill>
                  <a:srgbClr val="FAFBFB"/>
                </a:solidFill>
                <a:latin typeface="Calibri"/>
                <a:cs typeface="Calibri"/>
              </a:rPr>
              <a:t>TABLE</a:t>
            </a:r>
            <a:r>
              <a:rPr lang="en-US" sz="4950" b="1" dirty="0">
                <a:solidFill>
                  <a:srgbClr val="FAFBFB"/>
                </a:solidFill>
                <a:latin typeface="Calibri"/>
                <a:cs typeface="Calibri"/>
              </a:rPr>
              <a:t> </a:t>
            </a:r>
            <a:r>
              <a:rPr sz="4950" b="1" dirty="0">
                <a:solidFill>
                  <a:srgbClr val="FAFBFB"/>
                </a:solidFill>
                <a:latin typeface="Calibri"/>
                <a:cs typeface="Calibri"/>
              </a:rPr>
              <a:t>OF</a:t>
            </a:r>
            <a:r>
              <a:rPr lang="en-US" sz="4950" b="1" dirty="0">
                <a:solidFill>
                  <a:srgbClr val="FAFBFB"/>
                </a:solidFill>
                <a:latin typeface="Calibri"/>
                <a:cs typeface="Calibri"/>
              </a:rPr>
              <a:t> </a:t>
            </a:r>
            <a:r>
              <a:rPr sz="4950" b="1" dirty="0">
                <a:solidFill>
                  <a:srgbClr val="FAFBFB"/>
                </a:solidFill>
                <a:latin typeface="Calibri"/>
                <a:cs typeface="Calibri"/>
              </a:rPr>
              <a:t>CONTENTS</a:t>
            </a:r>
            <a:r>
              <a:rPr lang="en-US" sz="4950" b="1" dirty="0">
                <a:solidFill>
                  <a:srgbClr val="FAFBFB"/>
                </a:solidFill>
                <a:latin typeface="Calibri"/>
                <a:cs typeface="Calibri"/>
              </a:rPr>
              <a:t>: </a:t>
            </a:r>
            <a:r>
              <a:rPr sz="4950" b="1" dirty="0">
                <a:solidFill>
                  <a:srgbClr val="FAFBFB"/>
                </a:solidFill>
                <a:latin typeface="Calibri"/>
                <a:cs typeface="Calibri"/>
              </a:rPr>
              <a:t>THEORY</a:t>
            </a:r>
            <a:r>
              <a:rPr lang="en-US" sz="4950" b="1" dirty="0">
                <a:solidFill>
                  <a:srgbClr val="FAFBFB"/>
                </a:solidFill>
                <a:latin typeface="Calibri"/>
                <a:cs typeface="Calibri"/>
              </a:rPr>
              <a:t> </a:t>
            </a:r>
            <a:r>
              <a:rPr sz="4950" b="1" dirty="0">
                <a:solidFill>
                  <a:srgbClr val="FAFBFB"/>
                </a:solidFill>
                <a:latin typeface="Calibri"/>
                <a:cs typeface="Calibri"/>
              </a:rPr>
              <a:t>LECTURES</a:t>
            </a:r>
            <a:endParaRPr sz="4950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8622" y="2326184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69" h="382269">
                <a:moveTo>
                  <a:pt x="212066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3" y="27568"/>
                </a:lnTo>
                <a:lnTo>
                  <a:pt x="55136" y="55136"/>
                </a:lnTo>
                <a:lnTo>
                  <a:pt x="27568" y="89882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5"/>
                </a:lnTo>
                <a:lnTo>
                  <a:pt x="9189" y="253337"/>
                </a:lnTo>
                <a:lnTo>
                  <a:pt x="27568" y="292161"/>
                </a:lnTo>
                <a:lnTo>
                  <a:pt x="55136" y="326907"/>
                </a:lnTo>
                <a:lnTo>
                  <a:pt x="89883" y="354475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6" y="382044"/>
                </a:lnTo>
                <a:lnTo>
                  <a:pt x="253337" y="372855"/>
                </a:lnTo>
                <a:lnTo>
                  <a:pt x="292161" y="354475"/>
                </a:lnTo>
                <a:lnTo>
                  <a:pt x="326908" y="326907"/>
                </a:lnTo>
                <a:lnTo>
                  <a:pt x="354476" y="292161"/>
                </a:lnTo>
                <a:lnTo>
                  <a:pt x="372855" y="253337"/>
                </a:lnTo>
                <a:lnTo>
                  <a:pt x="382044" y="212065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6" y="89882"/>
                </a:lnTo>
                <a:lnTo>
                  <a:pt x="326908" y="55136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6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8622" y="2820934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69" h="382269">
                <a:moveTo>
                  <a:pt x="212066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3" y="27568"/>
                </a:lnTo>
                <a:lnTo>
                  <a:pt x="55136" y="55136"/>
                </a:lnTo>
                <a:lnTo>
                  <a:pt x="27568" y="89882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5"/>
                </a:lnTo>
                <a:lnTo>
                  <a:pt x="9189" y="253337"/>
                </a:lnTo>
                <a:lnTo>
                  <a:pt x="27568" y="292161"/>
                </a:lnTo>
                <a:lnTo>
                  <a:pt x="55136" y="326907"/>
                </a:lnTo>
                <a:lnTo>
                  <a:pt x="89883" y="354475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6" y="382044"/>
                </a:lnTo>
                <a:lnTo>
                  <a:pt x="253337" y="372855"/>
                </a:lnTo>
                <a:lnTo>
                  <a:pt x="292161" y="354475"/>
                </a:lnTo>
                <a:lnTo>
                  <a:pt x="326908" y="326907"/>
                </a:lnTo>
                <a:lnTo>
                  <a:pt x="354476" y="292161"/>
                </a:lnTo>
                <a:lnTo>
                  <a:pt x="372855" y="253337"/>
                </a:lnTo>
                <a:lnTo>
                  <a:pt x="382044" y="212065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6" y="89882"/>
                </a:lnTo>
                <a:lnTo>
                  <a:pt x="326908" y="55136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6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8622" y="3328708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69" h="382270">
                <a:moveTo>
                  <a:pt x="212066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3" y="27568"/>
                </a:lnTo>
                <a:lnTo>
                  <a:pt x="55136" y="55136"/>
                </a:lnTo>
                <a:lnTo>
                  <a:pt x="27568" y="89882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6"/>
                </a:lnTo>
                <a:lnTo>
                  <a:pt x="9189" y="253337"/>
                </a:lnTo>
                <a:lnTo>
                  <a:pt x="27568" y="292162"/>
                </a:lnTo>
                <a:lnTo>
                  <a:pt x="55136" y="326908"/>
                </a:lnTo>
                <a:lnTo>
                  <a:pt x="89883" y="354476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6" y="382044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8" y="326908"/>
                </a:lnTo>
                <a:lnTo>
                  <a:pt x="354476" y="292162"/>
                </a:lnTo>
                <a:lnTo>
                  <a:pt x="372855" y="253337"/>
                </a:lnTo>
                <a:lnTo>
                  <a:pt x="382044" y="212066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6" y="89882"/>
                </a:lnTo>
                <a:lnTo>
                  <a:pt x="326908" y="55136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6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78622" y="3834882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69" h="382270">
                <a:moveTo>
                  <a:pt x="212066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3" y="27568"/>
                </a:lnTo>
                <a:lnTo>
                  <a:pt x="55136" y="55137"/>
                </a:lnTo>
                <a:lnTo>
                  <a:pt x="27568" y="89883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5"/>
                </a:lnTo>
                <a:lnTo>
                  <a:pt x="9189" y="253337"/>
                </a:lnTo>
                <a:lnTo>
                  <a:pt x="27568" y="292161"/>
                </a:lnTo>
                <a:lnTo>
                  <a:pt x="55136" y="326908"/>
                </a:lnTo>
                <a:lnTo>
                  <a:pt x="89883" y="354476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6" y="382044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8" y="326908"/>
                </a:lnTo>
                <a:lnTo>
                  <a:pt x="354476" y="292161"/>
                </a:lnTo>
                <a:lnTo>
                  <a:pt x="372855" y="253337"/>
                </a:lnTo>
                <a:lnTo>
                  <a:pt x="382044" y="212065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6" y="89883"/>
                </a:lnTo>
                <a:lnTo>
                  <a:pt x="326908" y="55137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6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78622" y="4341056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69" h="382270">
                <a:moveTo>
                  <a:pt x="212066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3" y="27568"/>
                </a:lnTo>
                <a:lnTo>
                  <a:pt x="55136" y="55137"/>
                </a:lnTo>
                <a:lnTo>
                  <a:pt x="27568" y="89883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5"/>
                </a:lnTo>
                <a:lnTo>
                  <a:pt x="9189" y="253337"/>
                </a:lnTo>
                <a:lnTo>
                  <a:pt x="27568" y="292161"/>
                </a:lnTo>
                <a:lnTo>
                  <a:pt x="55136" y="326908"/>
                </a:lnTo>
                <a:lnTo>
                  <a:pt x="89883" y="354476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6" y="382044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8" y="326908"/>
                </a:lnTo>
                <a:lnTo>
                  <a:pt x="354476" y="292161"/>
                </a:lnTo>
                <a:lnTo>
                  <a:pt x="372855" y="253337"/>
                </a:lnTo>
                <a:lnTo>
                  <a:pt x="382044" y="212065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6" y="89883"/>
                </a:lnTo>
                <a:lnTo>
                  <a:pt x="326908" y="55137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6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78622" y="4835805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69" h="382270">
                <a:moveTo>
                  <a:pt x="212066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3" y="27568"/>
                </a:lnTo>
                <a:lnTo>
                  <a:pt x="55136" y="55137"/>
                </a:lnTo>
                <a:lnTo>
                  <a:pt x="27568" y="89883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5"/>
                </a:lnTo>
                <a:lnTo>
                  <a:pt x="9189" y="253337"/>
                </a:lnTo>
                <a:lnTo>
                  <a:pt x="27568" y="292161"/>
                </a:lnTo>
                <a:lnTo>
                  <a:pt x="55136" y="326908"/>
                </a:lnTo>
                <a:lnTo>
                  <a:pt x="89883" y="354476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6" y="382044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8" y="326908"/>
                </a:lnTo>
                <a:lnTo>
                  <a:pt x="354476" y="292161"/>
                </a:lnTo>
                <a:lnTo>
                  <a:pt x="372855" y="253337"/>
                </a:lnTo>
                <a:lnTo>
                  <a:pt x="382044" y="212065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6" y="89883"/>
                </a:lnTo>
                <a:lnTo>
                  <a:pt x="326908" y="55137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6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78622" y="5343580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69" h="382270">
                <a:moveTo>
                  <a:pt x="212066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3" y="27568"/>
                </a:lnTo>
                <a:lnTo>
                  <a:pt x="55136" y="55137"/>
                </a:lnTo>
                <a:lnTo>
                  <a:pt x="27568" y="89883"/>
                </a:lnTo>
                <a:lnTo>
                  <a:pt x="9189" y="128707"/>
                </a:lnTo>
                <a:lnTo>
                  <a:pt x="0" y="169979"/>
                </a:lnTo>
                <a:lnTo>
                  <a:pt x="0" y="212066"/>
                </a:lnTo>
                <a:lnTo>
                  <a:pt x="9189" y="253337"/>
                </a:lnTo>
                <a:lnTo>
                  <a:pt x="27568" y="292162"/>
                </a:lnTo>
                <a:lnTo>
                  <a:pt x="55136" y="326908"/>
                </a:lnTo>
                <a:lnTo>
                  <a:pt x="89883" y="354476"/>
                </a:lnTo>
                <a:lnTo>
                  <a:pt x="128707" y="372855"/>
                </a:lnTo>
                <a:lnTo>
                  <a:pt x="169978" y="382045"/>
                </a:lnTo>
                <a:lnTo>
                  <a:pt x="212066" y="382045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8" y="326908"/>
                </a:lnTo>
                <a:lnTo>
                  <a:pt x="354476" y="292162"/>
                </a:lnTo>
                <a:lnTo>
                  <a:pt x="372855" y="253337"/>
                </a:lnTo>
                <a:lnTo>
                  <a:pt x="382044" y="212066"/>
                </a:lnTo>
                <a:lnTo>
                  <a:pt x="382044" y="169979"/>
                </a:lnTo>
                <a:lnTo>
                  <a:pt x="372855" y="128707"/>
                </a:lnTo>
                <a:lnTo>
                  <a:pt x="354476" y="89883"/>
                </a:lnTo>
                <a:lnTo>
                  <a:pt x="326908" y="55137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6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78622" y="5854887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69" h="382270">
                <a:moveTo>
                  <a:pt x="212066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3" y="27568"/>
                </a:lnTo>
                <a:lnTo>
                  <a:pt x="55136" y="55136"/>
                </a:lnTo>
                <a:lnTo>
                  <a:pt x="27568" y="89882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5"/>
                </a:lnTo>
                <a:lnTo>
                  <a:pt x="9189" y="253337"/>
                </a:lnTo>
                <a:lnTo>
                  <a:pt x="27568" y="292161"/>
                </a:lnTo>
                <a:lnTo>
                  <a:pt x="55136" y="326907"/>
                </a:lnTo>
                <a:lnTo>
                  <a:pt x="89883" y="354475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6" y="382044"/>
                </a:lnTo>
                <a:lnTo>
                  <a:pt x="253337" y="372855"/>
                </a:lnTo>
                <a:lnTo>
                  <a:pt x="292161" y="354475"/>
                </a:lnTo>
                <a:lnTo>
                  <a:pt x="326908" y="326907"/>
                </a:lnTo>
                <a:lnTo>
                  <a:pt x="354476" y="292161"/>
                </a:lnTo>
                <a:lnTo>
                  <a:pt x="372855" y="253337"/>
                </a:lnTo>
                <a:lnTo>
                  <a:pt x="382044" y="212065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6" y="89882"/>
                </a:lnTo>
                <a:lnTo>
                  <a:pt x="326908" y="55136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6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78622" y="6361061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69" h="382270">
                <a:moveTo>
                  <a:pt x="212066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3" y="27568"/>
                </a:lnTo>
                <a:lnTo>
                  <a:pt x="55136" y="55136"/>
                </a:lnTo>
                <a:lnTo>
                  <a:pt x="27568" y="89882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6"/>
                </a:lnTo>
                <a:lnTo>
                  <a:pt x="9189" y="253337"/>
                </a:lnTo>
                <a:lnTo>
                  <a:pt x="27568" y="292162"/>
                </a:lnTo>
                <a:lnTo>
                  <a:pt x="55136" y="326908"/>
                </a:lnTo>
                <a:lnTo>
                  <a:pt x="89883" y="354476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6" y="382044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8" y="326908"/>
                </a:lnTo>
                <a:lnTo>
                  <a:pt x="354476" y="292162"/>
                </a:lnTo>
                <a:lnTo>
                  <a:pt x="372855" y="253337"/>
                </a:lnTo>
                <a:lnTo>
                  <a:pt x="382044" y="212066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6" y="89882"/>
                </a:lnTo>
                <a:lnTo>
                  <a:pt x="326908" y="55136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6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78622" y="6855810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69" h="382270">
                <a:moveTo>
                  <a:pt x="212066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3" y="27568"/>
                </a:lnTo>
                <a:lnTo>
                  <a:pt x="55136" y="55136"/>
                </a:lnTo>
                <a:lnTo>
                  <a:pt x="27568" y="89882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6"/>
                </a:lnTo>
                <a:lnTo>
                  <a:pt x="9189" y="253337"/>
                </a:lnTo>
                <a:lnTo>
                  <a:pt x="27568" y="292162"/>
                </a:lnTo>
                <a:lnTo>
                  <a:pt x="55136" y="326908"/>
                </a:lnTo>
                <a:lnTo>
                  <a:pt x="89883" y="354476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6" y="382044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8" y="326908"/>
                </a:lnTo>
                <a:lnTo>
                  <a:pt x="354476" y="292162"/>
                </a:lnTo>
                <a:lnTo>
                  <a:pt x="372855" y="253337"/>
                </a:lnTo>
                <a:lnTo>
                  <a:pt x="382044" y="212066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6" y="89882"/>
                </a:lnTo>
                <a:lnTo>
                  <a:pt x="326908" y="55136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6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78622" y="7363585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69" h="382270">
                <a:moveTo>
                  <a:pt x="212066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3" y="27568"/>
                </a:lnTo>
                <a:lnTo>
                  <a:pt x="55136" y="55136"/>
                </a:lnTo>
                <a:lnTo>
                  <a:pt x="27568" y="89882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6"/>
                </a:lnTo>
                <a:lnTo>
                  <a:pt x="9189" y="253337"/>
                </a:lnTo>
                <a:lnTo>
                  <a:pt x="27568" y="292162"/>
                </a:lnTo>
                <a:lnTo>
                  <a:pt x="55136" y="326908"/>
                </a:lnTo>
                <a:lnTo>
                  <a:pt x="89883" y="354476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6" y="382044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8" y="326908"/>
                </a:lnTo>
                <a:lnTo>
                  <a:pt x="354476" y="292162"/>
                </a:lnTo>
                <a:lnTo>
                  <a:pt x="372855" y="253337"/>
                </a:lnTo>
                <a:lnTo>
                  <a:pt x="382044" y="212066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6" y="89882"/>
                </a:lnTo>
                <a:lnTo>
                  <a:pt x="326908" y="55136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6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78622" y="7856733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69" h="382270">
                <a:moveTo>
                  <a:pt x="212066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3" y="27568"/>
                </a:lnTo>
                <a:lnTo>
                  <a:pt x="55136" y="55137"/>
                </a:lnTo>
                <a:lnTo>
                  <a:pt x="27568" y="89883"/>
                </a:lnTo>
                <a:lnTo>
                  <a:pt x="9189" y="128708"/>
                </a:lnTo>
                <a:lnTo>
                  <a:pt x="0" y="169979"/>
                </a:lnTo>
                <a:lnTo>
                  <a:pt x="0" y="212066"/>
                </a:lnTo>
                <a:lnTo>
                  <a:pt x="9189" y="253337"/>
                </a:lnTo>
                <a:lnTo>
                  <a:pt x="27568" y="292162"/>
                </a:lnTo>
                <a:lnTo>
                  <a:pt x="55136" y="326908"/>
                </a:lnTo>
                <a:lnTo>
                  <a:pt x="89883" y="354476"/>
                </a:lnTo>
                <a:lnTo>
                  <a:pt x="128707" y="372855"/>
                </a:lnTo>
                <a:lnTo>
                  <a:pt x="169978" y="382045"/>
                </a:lnTo>
                <a:lnTo>
                  <a:pt x="212066" y="382045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8" y="326908"/>
                </a:lnTo>
                <a:lnTo>
                  <a:pt x="354476" y="292162"/>
                </a:lnTo>
                <a:lnTo>
                  <a:pt x="372855" y="253337"/>
                </a:lnTo>
                <a:lnTo>
                  <a:pt x="382044" y="212066"/>
                </a:lnTo>
                <a:lnTo>
                  <a:pt x="382044" y="169979"/>
                </a:lnTo>
                <a:lnTo>
                  <a:pt x="372855" y="128708"/>
                </a:lnTo>
                <a:lnTo>
                  <a:pt x="354476" y="89883"/>
                </a:lnTo>
                <a:lnTo>
                  <a:pt x="326908" y="55137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6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78622" y="8362908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69" h="382270">
                <a:moveTo>
                  <a:pt x="212066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3" y="27568"/>
                </a:lnTo>
                <a:lnTo>
                  <a:pt x="55136" y="55136"/>
                </a:lnTo>
                <a:lnTo>
                  <a:pt x="27568" y="89882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6"/>
                </a:lnTo>
                <a:lnTo>
                  <a:pt x="9189" y="253337"/>
                </a:lnTo>
                <a:lnTo>
                  <a:pt x="27568" y="292162"/>
                </a:lnTo>
                <a:lnTo>
                  <a:pt x="55136" y="326908"/>
                </a:lnTo>
                <a:lnTo>
                  <a:pt x="89883" y="354476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6" y="382044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8" y="326908"/>
                </a:lnTo>
                <a:lnTo>
                  <a:pt x="354476" y="292162"/>
                </a:lnTo>
                <a:lnTo>
                  <a:pt x="372855" y="253337"/>
                </a:lnTo>
                <a:lnTo>
                  <a:pt x="382044" y="212066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6" y="89882"/>
                </a:lnTo>
                <a:lnTo>
                  <a:pt x="326908" y="55136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6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78622" y="8857657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69" h="382270">
                <a:moveTo>
                  <a:pt x="212066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3" y="27568"/>
                </a:lnTo>
                <a:lnTo>
                  <a:pt x="55136" y="55136"/>
                </a:lnTo>
                <a:lnTo>
                  <a:pt x="27568" y="89882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6"/>
                </a:lnTo>
                <a:lnTo>
                  <a:pt x="9189" y="253337"/>
                </a:lnTo>
                <a:lnTo>
                  <a:pt x="27568" y="292162"/>
                </a:lnTo>
                <a:lnTo>
                  <a:pt x="55136" y="326908"/>
                </a:lnTo>
                <a:lnTo>
                  <a:pt x="89883" y="354476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6" y="382044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8" y="326908"/>
                </a:lnTo>
                <a:lnTo>
                  <a:pt x="354476" y="292162"/>
                </a:lnTo>
                <a:lnTo>
                  <a:pt x="372855" y="253337"/>
                </a:lnTo>
                <a:lnTo>
                  <a:pt x="382044" y="212066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6" y="89882"/>
                </a:lnTo>
                <a:lnTo>
                  <a:pt x="326908" y="55136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6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78622" y="9365432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69" h="382270">
                <a:moveTo>
                  <a:pt x="212066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3" y="27568"/>
                </a:lnTo>
                <a:lnTo>
                  <a:pt x="55136" y="55136"/>
                </a:lnTo>
                <a:lnTo>
                  <a:pt x="27568" y="89882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6"/>
                </a:lnTo>
                <a:lnTo>
                  <a:pt x="9189" y="253337"/>
                </a:lnTo>
                <a:lnTo>
                  <a:pt x="27568" y="292162"/>
                </a:lnTo>
                <a:lnTo>
                  <a:pt x="55136" y="326908"/>
                </a:lnTo>
                <a:lnTo>
                  <a:pt x="89883" y="354476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6" y="382044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8" y="326908"/>
                </a:lnTo>
                <a:lnTo>
                  <a:pt x="354476" y="292162"/>
                </a:lnTo>
                <a:lnTo>
                  <a:pt x="372855" y="253337"/>
                </a:lnTo>
                <a:lnTo>
                  <a:pt x="382044" y="212066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6" y="89882"/>
                </a:lnTo>
                <a:lnTo>
                  <a:pt x="326908" y="55136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6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78622" y="9858581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69" h="382270">
                <a:moveTo>
                  <a:pt x="212066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3" y="27568"/>
                </a:lnTo>
                <a:lnTo>
                  <a:pt x="55136" y="55137"/>
                </a:lnTo>
                <a:lnTo>
                  <a:pt x="27568" y="89883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5"/>
                </a:lnTo>
                <a:lnTo>
                  <a:pt x="9189" y="253337"/>
                </a:lnTo>
                <a:lnTo>
                  <a:pt x="27568" y="292161"/>
                </a:lnTo>
                <a:lnTo>
                  <a:pt x="55136" y="326908"/>
                </a:lnTo>
                <a:lnTo>
                  <a:pt x="89883" y="354476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6" y="382044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8" y="326908"/>
                </a:lnTo>
                <a:lnTo>
                  <a:pt x="354476" y="292161"/>
                </a:lnTo>
                <a:lnTo>
                  <a:pt x="372855" y="253337"/>
                </a:lnTo>
                <a:lnTo>
                  <a:pt x="382044" y="212065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6" y="89883"/>
                </a:lnTo>
                <a:lnTo>
                  <a:pt x="326908" y="55137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6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78622" y="10366355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69" h="382270">
                <a:moveTo>
                  <a:pt x="212066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3" y="27568"/>
                </a:lnTo>
                <a:lnTo>
                  <a:pt x="55136" y="55136"/>
                </a:lnTo>
                <a:lnTo>
                  <a:pt x="27568" y="89883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5"/>
                </a:lnTo>
                <a:lnTo>
                  <a:pt x="9189" y="253337"/>
                </a:lnTo>
                <a:lnTo>
                  <a:pt x="27568" y="292161"/>
                </a:lnTo>
                <a:lnTo>
                  <a:pt x="55136" y="326908"/>
                </a:lnTo>
                <a:lnTo>
                  <a:pt x="89883" y="354476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6" y="382044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8" y="326908"/>
                </a:lnTo>
                <a:lnTo>
                  <a:pt x="354476" y="292161"/>
                </a:lnTo>
                <a:lnTo>
                  <a:pt x="372855" y="253337"/>
                </a:lnTo>
                <a:lnTo>
                  <a:pt x="382044" y="212065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6" y="89883"/>
                </a:lnTo>
                <a:lnTo>
                  <a:pt x="326908" y="55136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6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972196" y="1827705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70" h="382269">
                <a:moveTo>
                  <a:pt x="212065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2" y="27568"/>
                </a:lnTo>
                <a:lnTo>
                  <a:pt x="55136" y="55136"/>
                </a:lnTo>
                <a:lnTo>
                  <a:pt x="27568" y="89882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6"/>
                </a:lnTo>
                <a:lnTo>
                  <a:pt x="9189" y="253337"/>
                </a:lnTo>
                <a:lnTo>
                  <a:pt x="27568" y="292162"/>
                </a:lnTo>
                <a:lnTo>
                  <a:pt x="55136" y="326908"/>
                </a:lnTo>
                <a:lnTo>
                  <a:pt x="89882" y="354476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5" y="382044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7" y="326908"/>
                </a:lnTo>
                <a:lnTo>
                  <a:pt x="354475" y="292162"/>
                </a:lnTo>
                <a:lnTo>
                  <a:pt x="372855" y="253337"/>
                </a:lnTo>
                <a:lnTo>
                  <a:pt x="382044" y="212066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5" y="89882"/>
                </a:lnTo>
                <a:lnTo>
                  <a:pt x="326907" y="55136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5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972196" y="2333879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70" h="382269">
                <a:moveTo>
                  <a:pt x="212065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2" y="27568"/>
                </a:lnTo>
                <a:lnTo>
                  <a:pt x="55136" y="55136"/>
                </a:lnTo>
                <a:lnTo>
                  <a:pt x="27568" y="89882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6"/>
                </a:lnTo>
                <a:lnTo>
                  <a:pt x="9189" y="253337"/>
                </a:lnTo>
                <a:lnTo>
                  <a:pt x="27568" y="292162"/>
                </a:lnTo>
                <a:lnTo>
                  <a:pt x="55136" y="326908"/>
                </a:lnTo>
                <a:lnTo>
                  <a:pt x="89882" y="354476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5" y="382044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7" y="326908"/>
                </a:lnTo>
                <a:lnTo>
                  <a:pt x="354475" y="292162"/>
                </a:lnTo>
                <a:lnTo>
                  <a:pt x="372855" y="253337"/>
                </a:lnTo>
                <a:lnTo>
                  <a:pt x="382044" y="212066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5" y="89882"/>
                </a:lnTo>
                <a:lnTo>
                  <a:pt x="326907" y="55136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5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972196" y="2828629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70" h="382269">
                <a:moveTo>
                  <a:pt x="212065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2" y="27568"/>
                </a:lnTo>
                <a:lnTo>
                  <a:pt x="55136" y="55136"/>
                </a:lnTo>
                <a:lnTo>
                  <a:pt x="27568" y="89882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6"/>
                </a:lnTo>
                <a:lnTo>
                  <a:pt x="9189" y="253337"/>
                </a:lnTo>
                <a:lnTo>
                  <a:pt x="27568" y="292162"/>
                </a:lnTo>
                <a:lnTo>
                  <a:pt x="55136" y="326908"/>
                </a:lnTo>
                <a:lnTo>
                  <a:pt x="89882" y="354476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5" y="382044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7" y="326908"/>
                </a:lnTo>
                <a:lnTo>
                  <a:pt x="354475" y="292162"/>
                </a:lnTo>
                <a:lnTo>
                  <a:pt x="372855" y="253337"/>
                </a:lnTo>
                <a:lnTo>
                  <a:pt x="382044" y="212066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5" y="89882"/>
                </a:lnTo>
                <a:lnTo>
                  <a:pt x="326907" y="55136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5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972196" y="3336403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70" h="382270">
                <a:moveTo>
                  <a:pt x="212065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2" y="27568"/>
                </a:lnTo>
                <a:lnTo>
                  <a:pt x="55136" y="55137"/>
                </a:lnTo>
                <a:lnTo>
                  <a:pt x="27568" y="89883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5"/>
                </a:lnTo>
                <a:lnTo>
                  <a:pt x="9189" y="253337"/>
                </a:lnTo>
                <a:lnTo>
                  <a:pt x="27568" y="292161"/>
                </a:lnTo>
                <a:lnTo>
                  <a:pt x="55136" y="326908"/>
                </a:lnTo>
                <a:lnTo>
                  <a:pt x="89882" y="354476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5" y="382044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7" y="326908"/>
                </a:lnTo>
                <a:lnTo>
                  <a:pt x="354475" y="292161"/>
                </a:lnTo>
                <a:lnTo>
                  <a:pt x="372855" y="253337"/>
                </a:lnTo>
                <a:lnTo>
                  <a:pt x="382044" y="212065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5" y="89883"/>
                </a:lnTo>
                <a:lnTo>
                  <a:pt x="326907" y="55137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5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972196" y="3842577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70" h="382270">
                <a:moveTo>
                  <a:pt x="212065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2" y="27568"/>
                </a:lnTo>
                <a:lnTo>
                  <a:pt x="55136" y="55137"/>
                </a:lnTo>
                <a:lnTo>
                  <a:pt x="27568" y="89883"/>
                </a:lnTo>
                <a:lnTo>
                  <a:pt x="9189" y="128707"/>
                </a:lnTo>
                <a:lnTo>
                  <a:pt x="0" y="169979"/>
                </a:lnTo>
                <a:lnTo>
                  <a:pt x="0" y="212066"/>
                </a:lnTo>
                <a:lnTo>
                  <a:pt x="9189" y="253337"/>
                </a:lnTo>
                <a:lnTo>
                  <a:pt x="27568" y="292162"/>
                </a:lnTo>
                <a:lnTo>
                  <a:pt x="55136" y="326908"/>
                </a:lnTo>
                <a:lnTo>
                  <a:pt x="89882" y="354476"/>
                </a:lnTo>
                <a:lnTo>
                  <a:pt x="128707" y="372855"/>
                </a:lnTo>
                <a:lnTo>
                  <a:pt x="169978" y="382045"/>
                </a:lnTo>
                <a:lnTo>
                  <a:pt x="212065" y="382045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7" y="326908"/>
                </a:lnTo>
                <a:lnTo>
                  <a:pt x="354475" y="292162"/>
                </a:lnTo>
                <a:lnTo>
                  <a:pt x="372855" y="253337"/>
                </a:lnTo>
                <a:lnTo>
                  <a:pt x="382044" y="212066"/>
                </a:lnTo>
                <a:lnTo>
                  <a:pt x="382044" y="169979"/>
                </a:lnTo>
                <a:lnTo>
                  <a:pt x="372855" y="128707"/>
                </a:lnTo>
                <a:lnTo>
                  <a:pt x="354475" y="89883"/>
                </a:lnTo>
                <a:lnTo>
                  <a:pt x="326907" y="55137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5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972196" y="4348751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70" h="382270">
                <a:moveTo>
                  <a:pt x="212065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2" y="27568"/>
                </a:lnTo>
                <a:lnTo>
                  <a:pt x="55136" y="55137"/>
                </a:lnTo>
                <a:lnTo>
                  <a:pt x="27568" y="89883"/>
                </a:lnTo>
                <a:lnTo>
                  <a:pt x="9189" y="128707"/>
                </a:lnTo>
                <a:lnTo>
                  <a:pt x="0" y="169979"/>
                </a:lnTo>
                <a:lnTo>
                  <a:pt x="0" y="212066"/>
                </a:lnTo>
                <a:lnTo>
                  <a:pt x="9189" y="253337"/>
                </a:lnTo>
                <a:lnTo>
                  <a:pt x="27568" y="292162"/>
                </a:lnTo>
                <a:lnTo>
                  <a:pt x="55136" y="326908"/>
                </a:lnTo>
                <a:lnTo>
                  <a:pt x="89882" y="354476"/>
                </a:lnTo>
                <a:lnTo>
                  <a:pt x="128707" y="372855"/>
                </a:lnTo>
                <a:lnTo>
                  <a:pt x="169978" y="382045"/>
                </a:lnTo>
                <a:lnTo>
                  <a:pt x="212065" y="382045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7" y="326908"/>
                </a:lnTo>
                <a:lnTo>
                  <a:pt x="354475" y="292162"/>
                </a:lnTo>
                <a:lnTo>
                  <a:pt x="372855" y="253337"/>
                </a:lnTo>
                <a:lnTo>
                  <a:pt x="382044" y="212066"/>
                </a:lnTo>
                <a:lnTo>
                  <a:pt x="382044" y="169979"/>
                </a:lnTo>
                <a:lnTo>
                  <a:pt x="372855" y="128707"/>
                </a:lnTo>
                <a:lnTo>
                  <a:pt x="354475" y="89883"/>
                </a:lnTo>
                <a:lnTo>
                  <a:pt x="326907" y="55137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5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972196" y="4843500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70" h="382270">
                <a:moveTo>
                  <a:pt x="212065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2" y="27568"/>
                </a:lnTo>
                <a:lnTo>
                  <a:pt x="55136" y="55137"/>
                </a:lnTo>
                <a:lnTo>
                  <a:pt x="27568" y="89883"/>
                </a:lnTo>
                <a:lnTo>
                  <a:pt x="9189" y="128707"/>
                </a:lnTo>
                <a:lnTo>
                  <a:pt x="0" y="169979"/>
                </a:lnTo>
                <a:lnTo>
                  <a:pt x="0" y="212066"/>
                </a:lnTo>
                <a:lnTo>
                  <a:pt x="9189" y="253337"/>
                </a:lnTo>
                <a:lnTo>
                  <a:pt x="27568" y="292162"/>
                </a:lnTo>
                <a:lnTo>
                  <a:pt x="55136" y="326908"/>
                </a:lnTo>
                <a:lnTo>
                  <a:pt x="89882" y="354476"/>
                </a:lnTo>
                <a:lnTo>
                  <a:pt x="128707" y="372855"/>
                </a:lnTo>
                <a:lnTo>
                  <a:pt x="169978" y="382045"/>
                </a:lnTo>
                <a:lnTo>
                  <a:pt x="212065" y="382045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7" y="326908"/>
                </a:lnTo>
                <a:lnTo>
                  <a:pt x="354475" y="292162"/>
                </a:lnTo>
                <a:lnTo>
                  <a:pt x="372855" y="253337"/>
                </a:lnTo>
                <a:lnTo>
                  <a:pt x="382044" y="212066"/>
                </a:lnTo>
                <a:lnTo>
                  <a:pt x="382044" y="169979"/>
                </a:lnTo>
                <a:lnTo>
                  <a:pt x="372855" y="128707"/>
                </a:lnTo>
                <a:lnTo>
                  <a:pt x="354475" y="89883"/>
                </a:lnTo>
                <a:lnTo>
                  <a:pt x="326907" y="55137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5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972196" y="5351275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70" h="382270">
                <a:moveTo>
                  <a:pt x="212065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2" y="27568"/>
                </a:lnTo>
                <a:lnTo>
                  <a:pt x="55136" y="55136"/>
                </a:lnTo>
                <a:lnTo>
                  <a:pt x="27568" y="89882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5"/>
                </a:lnTo>
                <a:lnTo>
                  <a:pt x="9189" y="253337"/>
                </a:lnTo>
                <a:lnTo>
                  <a:pt x="27568" y="292161"/>
                </a:lnTo>
                <a:lnTo>
                  <a:pt x="55136" y="326907"/>
                </a:lnTo>
                <a:lnTo>
                  <a:pt x="89882" y="354475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5" y="382044"/>
                </a:lnTo>
                <a:lnTo>
                  <a:pt x="253337" y="372855"/>
                </a:lnTo>
                <a:lnTo>
                  <a:pt x="292161" y="354475"/>
                </a:lnTo>
                <a:lnTo>
                  <a:pt x="326907" y="326907"/>
                </a:lnTo>
                <a:lnTo>
                  <a:pt x="354475" y="292161"/>
                </a:lnTo>
                <a:lnTo>
                  <a:pt x="372855" y="253337"/>
                </a:lnTo>
                <a:lnTo>
                  <a:pt x="382044" y="212065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5" y="89882"/>
                </a:lnTo>
                <a:lnTo>
                  <a:pt x="326907" y="55136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5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972196" y="5862582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70" h="382270">
                <a:moveTo>
                  <a:pt x="212065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2" y="27568"/>
                </a:lnTo>
                <a:lnTo>
                  <a:pt x="55136" y="55136"/>
                </a:lnTo>
                <a:lnTo>
                  <a:pt x="27568" y="89882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6"/>
                </a:lnTo>
                <a:lnTo>
                  <a:pt x="9189" y="253337"/>
                </a:lnTo>
                <a:lnTo>
                  <a:pt x="27568" y="292162"/>
                </a:lnTo>
                <a:lnTo>
                  <a:pt x="55136" y="326908"/>
                </a:lnTo>
                <a:lnTo>
                  <a:pt x="89882" y="354476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5" y="382044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7" y="326908"/>
                </a:lnTo>
                <a:lnTo>
                  <a:pt x="354475" y="292162"/>
                </a:lnTo>
                <a:lnTo>
                  <a:pt x="372855" y="253337"/>
                </a:lnTo>
                <a:lnTo>
                  <a:pt x="382044" y="212066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5" y="89882"/>
                </a:lnTo>
                <a:lnTo>
                  <a:pt x="326907" y="55136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5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972196" y="6368757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70" h="382270">
                <a:moveTo>
                  <a:pt x="212065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2" y="27568"/>
                </a:lnTo>
                <a:lnTo>
                  <a:pt x="55136" y="55137"/>
                </a:lnTo>
                <a:lnTo>
                  <a:pt x="27568" y="89883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5"/>
                </a:lnTo>
                <a:lnTo>
                  <a:pt x="9189" y="253337"/>
                </a:lnTo>
                <a:lnTo>
                  <a:pt x="27568" y="292161"/>
                </a:lnTo>
                <a:lnTo>
                  <a:pt x="55136" y="326908"/>
                </a:lnTo>
                <a:lnTo>
                  <a:pt x="89882" y="354476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5" y="382044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7" y="326908"/>
                </a:lnTo>
                <a:lnTo>
                  <a:pt x="354475" y="292161"/>
                </a:lnTo>
                <a:lnTo>
                  <a:pt x="372855" y="253337"/>
                </a:lnTo>
                <a:lnTo>
                  <a:pt x="382044" y="212065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5" y="89883"/>
                </a:lnTo>
                <a:lnTo>
                  <a:pt x="326907" y="55137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5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972196" y="6863506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70" h="382270">
                <a:moveTo>
                  <a:pt x="212065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2" y="27568"/>
                </a:lnTo>
                <a:lnTo>
                  <a:pt x="55136" y="55137"/>
                </a:lnTo>
                <a:lnTo>
                  <a:pt x="27568" y="89883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5"/>
                </a:lnTo>
                <a:lnTo>
                  <a:pt x="9189" y="253337"/>
                </a:lnTo>
                <a:lnTo>
                  <a:pt x="27568" y="292161"/>
                </a:lnTo>
                <a:lnTo>
                  <a:pt x="55136" y="326908"/>
                </a:lnTo>
                <a:lnTo>
                  <a:pt x="89882" y="354476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5" y="382044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7" y="326908"/>
                </a:lnTo>
                <a:lnTo>
                  <a:pt x="354475" y="292161"/>
                </a:lnTo>
                <a:lnTo>
                  <a:pt x="372855" y="253337"/>
                </a:lnTo>
                <a:lnTo>
                  <a:pt x="382044" y="212065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5" y="89883"/>
                </a:lnTo>
                <a:lnTo>
                  <a:pt x="326907" y="55137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5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972196" y="7371280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70" h="382270">
                <a:moveTo>
                  <a:pt x="212065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2" y="27568"/>
                </a:lnTo>
                <a:lnTo>
                  <a:pt x="55136" y="55137"/>
                </a:lnTo>
                <a:lnTo>
                  <a:pt x="27568" y="89883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5"/>
                </a:lnTo>
                <a:lnTo>
                  <a:pt x="9189" y="253337"/>
                </a:lnTo>
                <a:lnTo>
                  <a:pt x="27568" y="292161"/>
                </a:lnTo>
                <a:lnTo>
                  <a:pt x="55136" y="326908"/>
                </a:lnTo>
                <a:lnTo>
                  <a:pt x="89882" y="354476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5" y="382044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7" y="326908"/>
                </a:lnTo>
                <a:lnTo>
                  <a:pt x="354475" y="292161"/>
                </a:lnTo>
                <a:lnTo>
                  <a:pt x="372855" y="253337"/>
                </a:lnTo>
                <a:lnTo>
                  <a:pt x="382044" y="212065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5" y="89883"/>
                </a:lnTo>
                <a:lnTo>
                  <a:pt x="326907" y="55137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5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972196" y="7864430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70" h="382270">
                <a:moveTo>
                  <a:pt x="212065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2" y="27568"/>
                </a:lnTo>
                <a:lnTo>
                  <a:pt x="55136" y="55136"/>
                </a:lnTo>
                <a:lnTo>
                  <a:pt x="27568" y="89882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6"/>
                </a:lnTo>
                <a:lnTo>
                  <a:pt x="9189" y="253337"/>
                </a:lnTo>
                <a:lnTo>
                  <a:pt x="27568" y="292162"/>
                </a:lnTo>
                <a:lnTo>
                  <a:pt x="55136" y="326908"/>
                </a:lnTo>
                <a:lnTo>
                  <a:pt x="89882" y="354476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5" y="382044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7" y="326908"/>
                </a:lnTo>
                <a:lnTo>
                  <a:pt x="354475" y="292162"/>
                </a:lnTo>
                <a:lnTo>
                  <a:pt x="372855" y="253337"/>
                </a:lnTo>
                <a:lnTo>
                  <a:pt x="382044" y="212066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5" y="89882"/>
                </a:lnTo>
                <a:lnTo>
                  <a:pt x="326907" y="55136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5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972196" y="8370603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70" h="382270">
                <a:moveTo>
                  <a:pt x="212065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2" y="27568"/>
                </a:lnTo>
                <a:lnTo>
                  <a:pt x="55136" y="55137"/>
                </a:lnTo>
                <a:lnTo>
                  <a:pt x="27568" y="89883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5"/>
                </a:lnTo>
                <a:lnTo>
                  <a:pt x="9189" y="253337"/>
                </a:lnTo>
                <a:lnTo>
                  <a:pt x="27568" y="292161"/>
                </a:lnTo>
                <a:lnTo>
                  <a:pt x="55136" y="326908"/>
                </a:lnTo>
                <a:lnTo>
                  <a:pt x="89882" y="354476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5" y="382044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7" y="326908"/>
                </a:lnTo>
                <a:lnTo>
                  <a:pt x="354475" y="292161"/>
                </a:lnTo>
                <a:lnTo>
                  <a:pt x="372855" y="253337"/>
                </a:lnTo>
                <a:lnTo>
                  <a:pt x="382044" y="212065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5" y="89883"/>
                </a:lnTo>
                <a:lnTo>
                  <a:pt x="326907" y="55137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5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972196" y="8865353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70" h="382270">
                <a:moveTo>
                  <a:pt x="212065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2" y="27568"/>
                </a:lnTo>
                <a:lnTo>
                  <a:pt x="55136" y="55137"/>
                </a:lnTo>
                <a:lnTo>
                  <a:pt x="27568" y="89883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5"/>
                </a:lnTo>
                <a:lnTo>
                  <a:pt x="9189" y="253337"/>
                </a:lnTo>
                <a:lnTo>
                  <a:pt x="27568" y="292161"/>
                </a:lnTo>
                <a:lnTo>
                  <a:pt x="55136" y="326908"/>
                </a:lnTo>
                <a:lnTo>
                  <a:pt x="89882" y="354476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5" y="382044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7" y="326908"/>
                </a:lnTo>
                <a:lnTo>
                  <a:pt x="354475" y="292161"/>
                </a:lnTo>
                <a:lnTo>
                  <a:pt x="372855" y="253337"/>
                </a:lnTo>
                <a:lnTo>
                  <a:pt x="382044" y="212065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5" y="89883"/>
                </a:lnTo>
                <a:lnTo>
                  <a:pt x="326907" y="55137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5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972196" y="9373127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70" h="382270">
                <a:moveTo>
                  <a:pt x="212065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2" y="27568"/>
                </a:lnTo>
                <a:lnTo>
                  <a:pt x="55136" y="55136"/>
                </a:lnTo>
                <a:lnTo>
                  <a:pt x="27568" y="89882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6"/>
                </a:lnTo>
                <a:lnTo>
                  <a:pt x="9189" y="253337"/>
                </a:lnTo>
                <a:lnTo>
                  <a:pt x="27568" y="292162"/>
                </a:lnTo>
                <a:lnTo>
                  <a:pt x="55136" y="326908"/>
                </a:lnTo>
                <a:lnTo>
                  <a:pt x="89882" y="354476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5" y="382044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7" y="326908"/>
                </a:lnTo>
                <a:lnTo>
                  <a:pt x="354475" y="292162"/>
                </a:lnTo>
                <a:lnTo>
                  <a:pt x="372855" y="253337"/>
                </a:lnTo>
                <a:lnTo>
                  <a:pt x="382044" y="212066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5" y="89882"/>
                </a:lnTo>
                <a:lnTo>
                  <a:pt x="326907" y="55136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5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972196" y="9866276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70" h="382270">
                <a:moveTo>
                  <a:pt x="212065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2" y="27568"/>
                </a:lnTo>
                <a:lnTo>
                  <a:pt x="55136" y="55137"/>
                </a:lnTo>
                <a:lnTo>
                  <a:pt x="27568" y="89883"/>
                </a:lnTo>
                <a:lnTo>
                  <a:pt x="9189" y="128707"/>
                </a:lnTo>
                <a:lnTo>
                  <a:pt x="0" y="169979"/>
                </a:lnTo>
                <a:lnTo>
                  <a:pt x="0" y="212066"/>
                </a:lnTo>
                <a:lnTo>
                  <a:pt x="9189" y="253337"/>
                </a:lnTo>
                <a:lnTo>
                  <a:pt x="27568" y="292162"/>
                </a:lnTo>
                <a:lnTo>
                  <a:pt x="55136" y="326908"/>
                </a:lnTo>
                <a:lnTo>
                  <a:pt x="89882" y="354476"/>
                </a:lnTo>
                <a:lnTo>
                  <a:pt x="128707" y="372855"/>
                </a:lnTo>
                <a:lnTo>
                  <a:pt x="169978" y="382045"/>
                </a:lnTo>
                <a:lnTo>
                  <a:pt x="212065" y="382045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7" y="326908"/>
                </a:lnTo>
                <a:lnTo>
                  <a:pt x="354475" y="292162"/>
                </a:lnTo>
                <a:lnTo>
                  <a:pt x="372855" y="253337"/>
                </a:lnTo>
                <a:lnTo>
                  <a:pt x="382044" y="212066"/>
                </a:lnTo>
                <a:lnTo>
                  <a:pt x="382044" y="169979"/>
                </a:lnTo>
                <a:lnTo>
                  <a:pt x="372855" y="128707"/>
                </a:lnTo>
                <a:lnTo>
                  <a:pt x="354475" y="89883"/>
                </a:lnTo>
                <a:lnTo>
                  <a:pt x="326907" y="55137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5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972196" y="10374051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70" h="382270">
                <a:moveTo>
                  <a:pt x="212065" y="0"/>
                </a:moveTo>
                <a:lnTo>
                  <a:pt x="169978" y="0"/>
                </a:lnTo>
                <a:lnTo>
                  <a:pt x="128707" y="9189"/>
                </a:lnTo>
                <a:lnTo>
                  <a:pt x="89882" y="27568"/>
                </a:lnTo>
                <a:lnTo>
                  <a:pt x="55136" y="55136"/>
                </a:lnTo>
                <a:lnTo>
                  <a:pt x="27568" y="89883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6"/>
                </a:lnTo>
                <a:lnTo>
                  <a:pt x="9189" y="253337"/>
                </a:lnTo>
                <a:lnTo>
                  <a:pt x="27568" y="292161"/>
                </a:lnTo>
                <a:lnTo>
                  <a:pt x="55136" y="326907"/>
                </a:lnTo>
                <a:lnTo>
                  <a:pt x="89882" y="354476"/>
                </a:lnTo>
                <a:lnTo>
                  <a:pt x="128707" y="372855"/>
                </a:lnTo>
                <a:lnTo>
                  <a:pt x="169978" y="382044"/>
                </a:lnTo>
                <a:lnTo>
                  <a:pt x="212065" y="382044"/>
                </a:lnTo>
                <a:lnTo>
                  <a:pt x="253337" y="372855"/>
                </a:lnTo>
                <a:lnTo>
                  <a:pt x="292161" y="354476"/>
                </a:lnTo>
                <a:lnTo>
                  <a:pt x="326907" y="326907"/>
                </a:lnTo>
                <a:lnTo>
                  <a:pt x="354475" y="292161"/>
                </a:lnTo>
                <a:lnTo>
                  <a:pt x="372855" y="253337"/>
                </a:lnTo>
                <a:lnTo>
                  <a:pt x="382044" y="212066"/>
                </a:lnTo>
                <a:lnTo>
                  <a:pt x="382044" y="169978"/>
                </a:lnTo>
                <a:lnTo>
                  <a:pt x="372855" y="128707"/>
                </a:lnTo>
                <a:lnTo>
                  <a:pt x="354475" y="89883"/>
                </a:lnTo>
                <a:lnTo>
                  <a:pt x="326907" y="55136"/>
                </a:lnTo>
                <a:lnTo>
                  <a:pt x="292161" y="27568"/>
                </a:lnTo>
                <a:lnTo>
                  <a:pt x="253337" y="9189"/>
                </a:lnTo>
                <a:lnTo>
                  <a:pt x="212065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3444830" y="1820009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69" h="382269">
                <a:moveTo>
                  <a:pt x="212064" y="0"/>
                </a:moveTo>
                <a:lnTo>
                  <a:pt x="169976" y="0"/>
                </a:lnTo>
                <a:lnTo>
                  <a:pt x="128705" y="9189"/>
                </a:lnTo>
                <a:lnTo>
                  <a:pt x="89880" y="27568"/>
                </a:lnTo>
                <a:lnTo>
                  <a:pt x="55134" y="55137"/>
                </a:lnTo>
                <a:lnTo>
                  <a:pt x="27567" y="89883"/>
                </a:lnTo>
                <a:lnTo>
                  <a:pt x="9189" y="128708"/>
                </a:lnTo>
                <a:lnTo>
                  <a:pt x="0" y="169979"/>
                </a:lnTo>
                <a:lnTo>
                  <a:pt x="0" y="212066"/>
                </a:lnTo>
                <a:lnTo>
                  <a:pt x="9189" y="253337"/>
                </a:lnTo>
                <a:lnTo>
                  <a:pt x="27567" y="292162"/>
                </a:lnTo>
                <a:lnTo>
                  <a:pt x="55134" y="326908"/>
                </a:lnTo>
                <a:lnTo>
                  <a:pt x="89880" y="354476"/>
                </a:lnTo>
                <a:lnTo>
                  <a:pt x="128705" y="372855"/>
                </a:lnTo>
                <a:lnTo>
                  <a:pt x="169976" y="382045"/>
                </a:lnTo>
                <a:lnTo>
                  <a:pt x="212064" y="382045"/>
                </a:lnTo>
                <a:lnTo>
                  <a:pt x="253336" y="372855"/>
                </a:lnTo>
                <a:lnTo>
                  <a:pt x="292161" y="354476"/>
                </a:lnTo>
                <a:lnTo>
                  <a:pt x="326906" y="326908"/>
                </a:lnTo>
                <a:lnTo>
                  <a:pt x="354474" y="292162"/>
                </a:lnTo>
                <a:lnTo>
                  <a:pt x="372852" y="253337"/>
                </a:lnTo>
                <a:lnTo>
                  <a:pt x="382041" y="212066"/>
                </a:lnTo>
                <a:lnTo>
                  <a:pt x="382041" y="169979"/>
                </a:lnTo>
                <a:lnTo>
                  <a:pt x="372852" y="128708"/>
                </a:lnTo>
                <a:lnTo>
                  <a:pt x="354474" y="89883"/>
                </a:lnTo>
                <a:lnTo>
                  <a:pt x="326906" y="55137"/>
                </a:lnTo>
                <a:lnTo>
                  <a:pt x="292161" y="27568"/>
                </a:lnTo>
                <a:lnTo>
                  <a:pt x="253336" y="9189"/>
                </a:lnTo>
                <a:lnTo>
                  <a:pt x="212064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3444830" y="2326184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69" h="382269">
                <a:moveTo>
                  <a:pt x="212064" y="0"/>
                </a:moveTo>
                <a:lnTo>
                  <a:pt x="169976" y="0"/>
                </a:lnTo>
                <a:lnTo>
                  <a:pt x="128705" y="9189"/>
                </a:lnTo>
                <a:lnTo>
                  <a:pt x="89880" y="27568"/>
                </a:lnTo>
                <a:lnTo>
                  <a:pt x="55134" y="55136"/>
                </a:lnTo>
                <a:lnTo>
                  <a:pt x="27567" y="89882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5"/>
                </a:lnTo>
                <a:lnTo>
                  <a:pt x="9189" y="253337"/>
                </a:lnTo>
                <a:lnTo>
                  <a:pt x="27567" y="292161"/>
                </a:lnTo>
                <a:lnTo>
                  <a:pt x="55134" y="326907"/>
                </a:lnTo>
                <a:lnTo>
                  <a:pt x="89880" y="354475"/>
                </a:lnTo>
                <a:lnTo>
                  <a:pt x="128705" y="372855"/>
                </a:lnTo>
                <a:lnTo>
                  <a:pt x="169976" y="382044"/>
                </a:lnTo>
                <a:lnTo>
                  <a:pt x="212064" y="382044"/>
                </a:lnTo>
                <a:lnTo>
                  <a:pt x="253336" y="372855"/>
                </a:lnTo>
                <a:lnTo>
                  <a:pt x="292161" y="354475"/>
                </a:lnTo>
                <a:lnTo>
                  <a:pt x="326906" y="326907"/>
                </a:lnTo>
                <a:lnTo>
                  <a:pt x="354474" y="292161"/>
                </a:lnTo>
                <a:lnTo>
                  <a:pt x="372852" y="253337"/>
                </a:lnTo>
                <a:lnTo>
                  <a:pt x="382041" y="212065"/>
                </a:lnTo>
                <a:lnTo>
                  <a:pt x="382041" y="169978"/>
                </a:lnTo>
                <a:lnTo>
                  <a:pt x="372852" y="128707"/>
                </a:lnTo>
                <a:lnTo>
                  <a:pt x="354474" y="89882"/>
                </a:lnTo>
                <a:lnTo>
                  <a:pt x="326906" y="55136"/>
                </a:lnTo>
                <a:lnTo>
                  <a:pt x="292161" y="27568"/>
                </a:lnTo>
                <a:lnTo>
                  <a:pt x="253336" y="9189"/>
                </a:lnTo>
                <a:lnTo>
                  <a:pt x="212064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3444830" y="2820934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69" h="382269">
                <a:moveTo>
                  <a:pt x="212064" y="0"/>
                </a:moveTo>
                <a:lnTo>
                  <a:pt x="169976" y="0"/>
                </a:lnTo>
                <a:lnTo>
                  <a:pt x="128705" y="9189"/>
                </a:lnTo>
                <a:lnTo>
                  <a:pt x="89880" y="27568"/>
                </a:lnTo>
                <a:lnTo>
                  <a:pt x="55134" y="55136"/>
                </a:lnTo>
                <a:lnTo>
                  <a:pt x="27567" y="89882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5"/>
                </a:lnTo>
                <a:lnTo>
                  <a:pt x="9189" y="253337"/>
                </a:lnTo>
                <a:lnTo>
                  <a:pt x="27567" y="292161"/>
                </a:lnTo>
                <a:lnTo>
                  <a:pt x="55134" y="326907"/>
                </a:lnTo>
                <a:lnTo>
                  <a:pt x="89880" y="354475"/>
                </a:lnTo>
                <a:lnTo>
                  <a:pt x="128705" y="372855"/>
                </a:lnTo>
                <a:lnTo>
                  <a:pt x="169976" y="382044"/>
                </a:lnTo>
                <a:lnTo>
                  <a:pt x="212064" y="382044"/>
                </a:lnTo>
                <a:lnTo>
                  <a:pt x="253336" y="372855"/>
                </a:lnTo>
                <a:lnTo>
                  <a:pt x="292161" y="354475"/>
                </a:lnTo>
                <a:lnTo>
                  <a:pt x="326906" y="326907"/>
                </a:lnTo>
                <a:lnTo>
                  <a:pt x="354474" y="292161"/>
                </a:lnTo>
                <a:lnTo>
                  <a:pt x="372852" y="253337"/>
                </a:lnTo>
                <a:lnTo>
                  <a:pt x="382041" y="212065"/>
                </a:lnTo>
                <a:lnTo>
                  <a:pt x="382041" y="169978"/>
                </a:lnTo>
                <a:lnTo>
                  <a:pt x="372852" y="128707"/>
                </a:lnTo>
                <a:lnTo>
                  <a:pt x="354474" y="89882"/>
                </a:lnTo>
                <a:lnTo>
                  <a:pt x="326906" y="55136"/>
                </a:lnTo>
                <a:lnTo>
                  <a:pt x="292161" y="27568"/>
                </a:lnTo>
                <a:lnTo>
                  <a:pt x="253336" y="9189"/>
                </a:lnTo>
                <a:lnTo>
                  <a:pt x="212064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3444830" y="3328708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69" h="382270">
                <a:moveTo>
                  <a:pt x="212064" y="0"/>
                </a:moveTo>
                <a:lnTo>
                  <a:pt x="169976" y="0"/>
                </a:lnTo>
                <a:lnTo>
                  <a:pt x="128705" y="9189"/>
                </a:lnTo>
                <a:lnTo>
                  <a:pt x="89880" y="27568"/>
                </a:lnTo>
                <a:lnTo>
                  <a:pt x="55134" y="55136"/>
                </a:lnTo>
                <a:lnTo>
                  <a:pt x="27567" y="89882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6"/>
                </a:lnTo>
                <a:lnTo>
                  <a:pt x="9189" y="253337"/>
                </a:lnTo>
                <a:lnTo>
                  <a:pt x="27567" y="292162"/>
                </a:lnTo>
                <a:lnTo>
                  <a:pt x="55134" y="326908"/>
                </a:lnTo>
                <a:lnTo>
                  <a:pt x="89880" y="354476"/>
                </a:lnTo>
                <a:lnTo>
                  <a:pt x="128705" y="372855"/>
                </a:lnTo>
                <a:lnTo>
                  <a:pt x="169976" y="382044"/>
                </a:lnTo>
                <a:lnTo>
                  <a:pt x="212064" y="382044"/>
                </a:lnTo>
                <a:lnTo>
                  <a:pt x="253336" y="372855"/>
                </a:lnTo>
                <a:lnTo>
                  <a:pt x="292161" y="354476"/>
                </a:lnTo>
                <a:lnTo>
                  <a:pt x="326906" y="326908"/>
                </a:lnTo>
                <a:lnTo>
                  <a:pt x="354474" y="292162"/>
                </a:lnTo>
                <a:lnTo>
                  <a:pt x="372852" y="253337"/>
                </a:lnTo>
                <a:lnTo>
                  <a:pt x="382041" y="212066"/>
                </a:lnTo>
                <a:lnTo>
                  <a:pt x="382041" y="169978"/>
                </a:lnTo>
                <a:lnTo>
                  <a:pt x="372852" y="128707"/>
                </a:lnTo>
                <a:lnTo>
                  <a:pt x="354474" y="89882"/>
                </a:lnTo>
                <a:lnTo>
                  <a:pt x="326906" y="55136"/>
                </a:lnTo>
                <a:lnTo>
                  <a:pt x="292161" y="27568"/>
                </a:lnTo>
                <a:lnTo>
                  <a:pt x="253336" y="9189"/>
                </a:lnTo>
                <a:lnTo>
                  <a:pt x="212064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3444830" y="3834882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69" h="382270">
                <a:moveTo>
                  <a:pt x="212064" y="0"/>
                </a:moveTo>
                <a:lnTo>
                  <a:pt x="169976" y="0"/>
                </a:lnTo>
                <a:lnTo>
                  <a:pt x="128705" y="9189"/>
                </a:lnTo>
                <a:lnTo>
                  <a:pt x="89880" y="27568"/>
                </a:lnTo>
                <a:lnTo>
                  <a:pt x="55134" y="55137"/>
                </a:lnTo>
                <a:lnTo>
                  <a:pt x="27567" y="89883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5"/>
                </a:lnTo>
                <a:lnTo>
                  <a:pt x="9189" y="253337"/>
                </a:lnTo>
                <a:lnTo>
                  <a:pt x="27567" y="292161"/>
                </a:lnTo>
                <a:lnTo>
                  <a:pt x="55134" y="326908"/>
                </a:lnTo>
                <a:lnTo>
                  <a:pt x="89880" y="354476"/>
                </a:lnTo>
                <a:lnTo>
                  <a:pt x="128705" y="372855"/>
                </a:lnTo>
                <a:lnTo>
                  <a:pt x="169976" y="382044"/>
                </a:lnTo>
                <a:lnTo>
                  <a:pt x="212064" y="382044"/>
                </a:lnTo>
                <a:lnTo>
                  <a:pt x="253336" y="372855"/>
                </a:lnTo>
                <a:lnTo>
                  <a:pt x="292161" y="354476"/>
                </a:lnTo>
                <a:lnTo>
                  <a:pt x="326906" y="326908"/>
                </a:lnTo>
                <a:lnTo>
                  <a:pt x="354474" y="292161"/>
                </a:lnTo>
                <a:lnTo>
                  <a:pt x="372852" y="253337"/>
                </a:lnTo>
                <a:lnTo>
                  <a:pt x="382041" y="212065"/>
                </a:lnTo>
                <a:lnTo>
                  <a:pt x="382041" y="169978"/>
                </a:lnTo>
                <a:lnTo>
                  <a:pt x="372852" y="128707"/>
                </a:lnTo>
                <a:lnTo>
                  <a:pt x="354474" y="89883"/>
                </a:lnTo>
                <a:lnTo>
                  <a:pt x="326906" y="55137"/>
                </a:lnTo>
                <a:lnTo>
                  <a:pt x="292161" y="27568"/>
                </a:lnTo>
                <a:lnTo>
                  <a:pt x="253336" y="9189"/>
                </a:lnTo>
                <a:lnTo>
                  <a:pt x="212064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3444830" y="4341056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69" h="382270">
                <a:moveTo>
                  <a:pt x="212064" y="0"/>
                </a:moveTo>
                <a:lnTo>
                  <a:pt x="169976" y="0"/>
                </a:lnTo>
                <a:lnTo>
                  <a:pt x="128705" y="9189"/>
                </a:lnTo>
                <a:lnTo>
                  <a:pt x="89880" y="27568"/>
                </a:lnTo>
                <a:lnTo>
                  <a:pt x="55134" y="55137"/>
                </a:lnTo>
                <a:lnTo>
                  <a:pt x="27567" y="89883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5"/>
                </a:lnTo>
                <a:lnTo>
                  <a:pt x="9189" y="253337"/>
                </a:lnTo>
                <a:lnTo>
                  <a:pt x="27567" y="292161"/>
                </a:lnTo>
                <a:lnTo>
                  <a:pt x="55134" y="326908"/>
                </a:lnTo>
                <a:lnTo>
                  <a:pt x="89880" y="354476"/>
                </a:lnTo>
                <a:lnTo>
                  <a:pt x="128705" y="372855"/>
                </a:lnTo>
                <a:lnTo>
                  <a:pt x="169976" y="382044"/>
                </a:lnTo>
                <a:lnTo>
                  <a:pt x="212064" y="382044"/>
                </a:lnTo>
                <a:lnTo>
                  <a:pt x="253336" y="372855"/>
                </a:lnTo>
                <a:lnTo>
                  <a:pt x="292161" y="354476"/>
                </a:lnTo>
                <a:lnTo>
                  <a:pt x="326906" y="326908"/>
                </a:lnTo>
                <a:lnTo>
                  <a:pt x="354474" y="292161"/>
                </a:lnTo>
                <a:lnTo>
                  <a:pt x="372852" y="253337"/>
                </a:lnTo>
                <a:lnTo>
                  <a:pt x="382041" y="212065"/>
                </a:lnTo>
                <a:lnTo>
                  <a:pt x="382041" y="169978"/>
                </a:lnTo>
                <a:lnTo>
                  <a:pt x="372852" y="128707"/>
                </a:lnTo>
                <a:lnTo>
                  <a:pt x="354474" y="89883"/>
                </a:lnTo>
                <a:lnTo>
                  <a:pt x="326906" y="55137"/>
                </a:lnTo>
                <a:lnTo>
                  <a:pt x="292161" y="27568"/>
                </a:lnTo>
                <a:lnTo>
                  <a:pt x="253336" y="9189"/>
                </a:lnTo>
                <a:lnTo>
                  <a:pt x="212064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3444830" y="4835805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69" h="382270">
                <a:moveTo>
                  <a:pt x="212064" y="0"/>
                </a:moveTo>
                <a:lnTo>
                  <a:pt x="169976" y="0"/>
                </a:lnTo>
                <a:lnTo>
                  <a:pt x="128705" y="9189"/>
                </a:lnTo>
                <a:lnTo>
                  <a:pt x="89880" y="27568"/>
                </a:lnTo>
                <a:lnTo>
                  <a:pt x="55134" y="55137"/>
                </a:lnTo>
                <a:lnTo>
                  <a:pt x="27567" y="89883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5"/>
                </a:lnTo>
                <a:lnTo>
                  <a:pt x="9189" y="253337"/>
                </a:lnTo>
                <a:lnTo>
                  <a:pt x="27567" y="292161"/>
                </a:lnTo>
                <a:lnTo>
                  <a:pt x="55134" y="326908"/>
                </a:lnTo>
                <a:lnTo>
                  <a:pt x="89880" y="354476"/>
                </a:lnTo>
                <a:lnTo>
                  <a:pt x="128705" y="372855"/>
                </a:lnTo>
                <a:lnTo>
                  <a:pt x="169976" y="382044"/>
                </a:lnTo>
                <a:lnTo>
                  <a:pt x="212064" y="382044"/>
                </a:lnTo>
                <a:lnTo>
                  <a:pt x="253336" y="372855"/>
                </a:lnTo>
                <a:lnTo>
                  <a:pt x="292161" y="354476"/>
                </a:lnTo>
                <a:lnTo>
                  <a:pt x="326906" y="326908"/>
                </a:lnTo>
                <a:lnTo>
                  <a:pt x="354474" y="292161"/>
                </a:lnTo>
                <a:lnTo>
                  <a:pt x="372852" y="253337"/>
                </a:lnTo>
                <a:lnTo>
                  <a:pt x="382041" y="212065"/>
                </a:lnTo>
                <a:lnTo>
                  <a:pt x="382041" y="169978"/>
                </a:lnTo>
                <a:lnTo>
                  <a:pt x="372852" y="128707"/>
                </a:lnTo>
                <a:lnTo>
                  <a:pt x="354474" y="89883"/>
                </a:lnTo>
                <a:lnTo>
                  <a:pt x="326906" y="55137"/>
                </a:lnTo>
                <a:lnTo>
                  <a:pt x="292161" y="27568"/>
                </a:lnTo>
                <a:lnTo>
                  <a:pt x="253336" y="9189"/>
                </a:lnTo>
                <a:lnTo>
                  <a:pt x="212064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3444830" y="5343580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69" h="382270">
                <a:moveTo>
                  <a:pt x="212064" y="0"/>
                </a:moveTo>
                <a:lnTo>
                  <a:pt x="169976" y="0"/>
                </a:lnTo>
                <a:lnTo>
                  <a:pt x="128705" y="9189"/>
                </a:lnTo>
                <a:lnTo>
                  <a:pt x="89880" y="27568"/>
                </a:lnTo>
                <a:lnTo>
                  <a:pt x="55134" y="55137"/>
                </a:lnTo>
                <a:lnTo>
                  <a:pt x="27567" y="89883"/>
                </a:lnTo>
                <a:lnTo>
                  <a:pt x="9189" y="128707"/>
                </a:lnTo>
                <a:lnTo>
                  <a:pt x="0" y="169979"/>
                </a:lnTo>
                <a:lnTo>
                  <a:pt x="0" y="212066"/>
                </a:lnTo>
                <a:lnTo>
                  <a:pt x="9189" y="253337"/>
                </a:lnTo>
                <a:lnTo>
                  <a:pt x="27567" y="292162"/>
                </a:lnTo>
                <a:lnTo>
                  <a:pt x="55134" y="326908"/>
                </a:lnTo>
                <a:lnTo>
                  <a:pt x="89880" y="354476"/>
                </a:lnTo>
                <a:lnTo>
                  <a:pt x="128705" y="372855"/>
                </a:lnTo>
                <a:lnTo>
                  <a:pt x="169976" y="382045"/>
                </a:lnTo>
                <a:lnTo>
                  <a:pt x="212064" y="382045"/>
                </a:lnTo>
                <a:lnTo>
                  <a:pt x="253336" y="372855"/>
                </a:lnTo>
                <a:lnTo>
                  <a:pt x="292161" y="354476"/>
                </a:lnTo>
                <a:lnTo>
                  <a:pt x="326906" y="326908"/>
                </a:lnTo>
                <a:lnTo>
                  <a:pt x="354474" y="292162"/>
                </a:lnTo>
                <a:lnTo>
                  <a:pt x="372852" y="253337"/>
                </a:lnTo>
                <a:lnTo>
                  <a:pt x="382041" y="212066"/>
                </a:lnTo>
                <a:lnTo>
                  <a:pt x="382041" y="169979"/>
                </a:lnTo>
                <a:lnTo>
                  <a:pt x="372852" y="128707"/>
                </a:lnTo>
                <a:lnTo>
                  <a:pt x="354474" y="89883"/>
                </a:lnTo>
                <a:lnTo>
                  <a:pt x="326906" y="55137"/>
                </a:lnTo>
                <a:lnTo>
                  <a:pt x="292161" y="27568"/>
                </a:lnTo>
                <a:lnTo>
                  <a:pt x="253336" y="9189"/>
                </a:lnTo>
                <a:lnTo>
                  <a:pt x="212064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3444830" y="5854887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69" h="382270">
                <a:moveTo>
                  <a:pt x="212064" y="0"/>
                </a:moveTo>
                <a:lnTo>
                  <a:pt x="169976" y="0"/>
                </a:lnTo>
                <a:lnTo>
                  <a:pt x="128705" y="9189"/>
                </a:lnTo>
                <a:lnTo>
                  <a:pt x="89880" y="27568"/>
                </a:lnTo>
                <a:lnTo>
                  <a:pt x="55134" y="55136"/>
                </a:lnTo>
                <a:lnTo>
                  <a:pt x="27567" y="89882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5"/>
                </a:lnTo>
                <a:lnTo>
                  <a:pt x="9189" y="253337"/>
                </a:lnTo>
                <a:lnTo>
                  <a:pt x="27567" y="292161"/>
                </a:lnTo>
                <a:lnTo>
                  <a:pt x="55134" y="326907"/>
                </a:lnTo>
                <a:lnTo>
                  <a:pt x="89880" y="354475"/>
                </a:lnTo>
                <a:lnTo>
                  <a:pt x="128705" y="372855"/>
                </a:lnTo>
                <a:lnTo>
                  <a:pt x="169976" y="382044"/>
                </a:lnTo>
                <a:lnTo>
                  <a:pt x="212064" y="382044"/>
                </a:lnTo>
                <a:lnTo>
                  <a:pt x="253336" y="372855"/>
                </a:lnTo>
                <a:lnTo>
                  <a:pt x="292161" y="354475"/>
                </a:lnTo>
                <a:lnTo>
                  <a:pt x="326906" y="326907"/>
                </a:lnTo>
                <a:lnTo>
                  <a:pt x="354474" y="292161"/>
                </a:lnTo>
                <a:lnTo>
                  <a:pt x="372852" y="253337"/>
                </a:lnTo>
                <a:lnTo>
                  <a:pt x="382041" y="212065"/>
                </a:lnTo>
                <a:lnTo>
                  <a:pt x="382041" y="169978"/>
                </a:lnTo>
                <a:lnTo>
                  <a:pt x="372852" y="128707"/>
                </a:lnTo>
                <a:lnTo>
                  <a:pt x="354474" y="89882"/>
                </a:lnTo>
                <a:lnTo>
                  <a:pt x="326906" y="55136"/>
                </a:lnTo>
                <a:lnTo>
                  <a:pt x="292161" y="27568"/>
                </a:lnTo>
                <a:lnTo>
                  <a:pt x="253336" y="9189"/>
                </a:lnTo>
                <a:lnTo>
                  <a:pt x="212064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3444830" y="6361061"/>
            <a:ext cx="382270" cy="382270"/>
          </a:xfrm>
          <a:custGeom>
            <a:avLst/>
            <a:gdLst/>
            <a:ahLst/>
            <a:cxnLst/>
            <a:rect l="l" t="t" r="r" b="b"/>
            <a:pathLst>
              <a:path w="382269" h="382270">
                <a:moveTo>
                  <a:pt x="212064" y="0"/>
                </a:moveTo>
                <a:lnTo>
                  <a:pt x="169976" y="0"/>
                </a:lnTo>
                <a:lnTo>
                  <a:pt x="128705" y="9189"/>
                </a:lnTo>
                <a:lnTo>
                  <a:pt x="89880" y="27568"/>
                </a:lnTo>
                <a:lnTo>
                  <a:pt x="55134" y="55136"/>
                </a:lnTo>
                <a:lnTo>
                  <a:pt x="27567" y="89882"/>
                </a:lnTo>
                <a:lnTo>
                  <a:pt x="9189" y="128707"/>
                </a:lnTo>
                <a:lnTo>
                  <a:pt x="0" y="169978"/>
                </a:lnTo>
                <a:lnTo>
                  <a:pt x="0" y="212066"/>
                </a:lnTo>
                <a:lnTo>
                  <a:pt x="9189" y="253337"/>
                </a:lnTo>
                <a:lnTo>
                  <a:pt x="27567" y="292162"/>
                </a:lnTo>
                <a:lnTo>
                  <a:pt x="55134" y="326908"/>
                </a:lnTo>
                <a:lnTo>
                  <a:pt x="89880" y="354476"/>
                </a:lnTo>
                <a:lnTo>
                  <a:pt x="128705" y="372855"/>
                </a:lnTo>
                <a:lnTo>
                  <a:pt x="169976" y="382044"/>
                </a:lnTo>
                <a:lnTo>
                  <a:pt x="212064" y="382044"/>
                </a:lnTo>
                <a:lnTo>
                  <a:pt x="253336" y="372855"/>
                </a:lnTo>
                <a:lnTo>
                  <a:pt x="292161" y="354476"/>
                </a:lnTo>
                <a:lnTo>
                  <a:pt x="326906" y="326908"/>
                </a:lnTo>
                <a:lnTo>
                  <a:pt x="354474" y="292162"/>
                </a:lnTo>
                <a:lnTo>
                  <a:pt x="372852" y="253337"/>
                </a:lnTo>
                <a:lnTo>
                  <a:pt x="382041" y="212066"/>
                </a:lnTo>
                <a:lnTo>
                  <a:pt x="382041" y="169978"/>
                </a:lnTo>
                <a:lnTo>
                  <a:pt x="372852" y="128707"/>
                </a:lnTo>
                <a:lnTo>
                  <a:pt x="354474" y="89882"/>
                </a:lnTo>
                <a:lnTo>
                  <a:pt x="326906" y="55136"/>
                </a:lnTo>
                <a:lnTo>
                  <a:pt x="292161" y="27568"/>
                </a:lnTo>
                <a:lnTo>
                  <a:pt x="253336" y="9189"/>
                </a:lnTo>
                <a:lnTo>
                  <a:pt x="212064" y="0"/>
                </a:lnTo>
                <a:close/>
              </a:path>
            </a:pathLst>
          </a:custGeom>
          <a:solidFill>
            <a:srgbClr val="F4DB1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3" name="object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210324"/>
              </p:ext>
            </p:extLst>
          </p:nvPr>
        </p:nvGraphicFramePr>
        <p:xfrm>
          <a:off x="516275" y="1822712"/>
          <a:ext cx="19255105" cy="8844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5602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000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91947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5181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92772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40449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483234" algn="l"/>
                        </a:tabLst>
                      </a:pP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19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Summary:</a:t>
                      </a:r>
                      <a:r>
                        <a:rPr sz="1800" spc="-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Which</a:t>
                      </a:r>
                      <a:r>
                        <a:rPr sz="1800" spc="-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sz="1800" spc="-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Structure</a:t>
                      </a:r>
                      <a:r>
                        <a:rPr sz="1800" spc="-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7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Use?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0795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37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How</a:t>
                      </a:r>
                      <a:r>
                        <a:rPr sz="1800" spc="-3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800" spc="-3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Web</a:t>
                      </a:r>
                      <a:r>
                        <a:rPr sz="180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Works:</a:t>
                      </a:r>
                      <a:r>
                        <a:rPr sz="180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Requests</a:t>
                      </a:r>
                      <a:r>
                        <a:rPr sz="1800" spc="-3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800" spc="-3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Responses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038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894"/>
                        </a:spcBef>
                        <a:tabLst>
                          <a:tab pos="483234" algn="l"/>
                        </a:tabLst>
                      </a:pPr>
                      <a:r>
                        <a:rPr sz="2175" spc="-75" baseline="3831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2175" baseline="3831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800" spc="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800" spc="4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Brief</a:t>
                      </a:r>
                      <a:r>
                        <a:rPr sz="1800" spc="4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Introduction</a:t>
                      </a:r>
                      <a:r>
                        <a:rPr sz="1800" spc="5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7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800" spc="4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JavaScript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113664" marB="0"/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20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47955" marB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First-Class</a:t>
                      </a:r>
                      <a:r>
                        <a:rPr sz="1800" spc="-3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800" spc="-3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Higher-</a:t>
                      </a:r>
                      <a:r>
                        <a:rPr sz="1800" spc="-3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Order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Functions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3664" marB="0"/>
                </a:tc>
                <a:tc>
                  <a:txBody>
                    <a:bodyPr/>
                    <a:lstStyle/>
                    <a:p>
                      <a:pPr marR="107950" algn="r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38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40335" marB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Promises</a:t>
                      </a:r>
                      <a:r>
                        <a:rPr sz="1800" spc="3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800" spc="3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800" spc="3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Fetch</a:t>
                      </a:r>
                      <a:r>
                        <a:rPr sz="1800" spc="3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API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3664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850"/>
                        </a:spcBef>
                        <a:tabLst>
                          <a:tab pos="483234" algn="l"/>
                        </a:tabLst>
                      </a:pPr>
                      <a:r>
                        <a:rPr sz="2175" spc="-75" baseline="3831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2175" baseline="3831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sz="1800" spc="-6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Types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7950" marB="0"/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21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42240" marB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Closures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7950" marB="0"/>
                </a:tc>
                <a:tc>
                  <a:txBody>
                    <a:bodyPr/>
                    <a:lstStyle/>
                    <a:p>
                      <a:pPr marR="107950" algn="r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39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Asynchronous</a:t>
                      </a:r>
                      <a:r>
                        <a:rPr sz="1800" spc="-1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Behind</a:t>
                      </a:r>
                      <a:r>
                        <a:rPr sz="1800" spc="-1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Scenes:</a:t>
                      </a:r>
                      <a:r>
                        <a:rPr sz="1800" spc="-1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The Event</a:t>
                      </a:r>
                      <a:r>
                        <a:rPr sz="1800" spc="-1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Loop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795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900"/>
                        </a:spcBef>
                        <a:tabLst>
                          <a:tab pos="483234" algn="l"/>
                        </a:tabLst>
                      </a:pPr>
                      <a:r>
                        <a:rPr sz="2175" spc="-75" baseline="3831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2175" baseline="3831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Boolean</a:t>
                      </a:r>
                      <a:r>
                        <a:rPr sz="1800" spc="-3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Logic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4300" marB="0"/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22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48590" marB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sz="1800" spc="4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Transformations:</a:t>
                      </a:r>
                      <a:r>
                        <a:rPr sz="1800" spc="4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map,</a:t>
                      </a:r>
                      <a:r>
                        <a:rPr sz="1800" spc="4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filter,</a:t>
                      </a:r>
                      <a:r>
                        <a:rPr sz="1800" spc="5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reduce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4300" marB="0"/>
                </a:tc>
                <a:tc>
                  <a:txBody>
                    <a:bodyPr/>
                    <a:lstStyle/>
                    <a:p>
                      <a:pPr marR="107950" algn="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40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40970" marB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An</a:t>
                      </a:r>
                      <a:r>
                        <a:rPr sz="1800" spc="1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Overview</a:t>
                      </a:r>
                      <a:r>
                        <a:rPr sz="1800" spc="1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7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800" spc="1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Modern</a:t>
                      </a:r>
                      <a:r>
                        <a:rPr sz="1800" spc="1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JavaScript</a:t>
                      </a:r>
                      <a:r>
                        <a:rPr sz="1800" spc="2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Development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4300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0609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880"/>
                        </a:spcBef>
                        <a:tabLst>
                          <a:tab pos="483234" algn="l"/>
                        </a:tabLst>
                      </a:pPr>
                      <a:r>
                        <a:rPr sz="2175" spc="-75" baseline="191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sz="2175" baseline="191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JavaScript</a:t>
                      </a:r>
                      <a:r>
                        <a:rPr sz="1800" spc="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Releases:</a:t>
                      </a:r>
                      <a:r>
                        <a:rPr sz="1800" spc="1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9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ES5,</a:t>
                      </a:r>
                      <a:r>
                        <a:rPr sz="1800" spc="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6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ES6+</a:t>
                      </a:r>
                      <a:r>
                        <a:rPr sz="1800" spc="1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800" spc="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ESNext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1760" marB="0"/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23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49860" marB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Summary: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Which</a:t>
                      </a:r>
                      <a:r>
                        <a:rPr sz="1800" spc="-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Array</a:t>
                      </a:r>
                      <a:r>
                        <a:rPr sz="1800" spc="-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Method</a:t>
                      </a:r>
                      <a:r>
                        <a:rPr sz="1800" spc="-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7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Use?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6205" marB="0"/>
                </a:tc>
                <a:tc>
                  <a:txBody>
                    <a:bodyPr/>
                    <a:lstStyle/>
                    <a:p>
                      <a:pPr marR="107950" algn="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41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41605" marB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An</a:t>
                      </a:r>
                      <a:r>
                        <a:rPr sz="1800" spc="-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Overview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7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Modules in</a:t>
                      </a:r>
                      <a:r>
                        <a:rPr sz="1800" spc="-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JavaScript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6205" marB="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875"/>
                        </a:spcBef>
                        <a:tabLst>
                          <a:tab pos="483234" algn="l"/>
                        </a:tabLst>
                      </a:pPr>
                      <a:r>
                        <a:rPr sz="2175" spc="-75" baseline="191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6</a:t>
                      </a:r>
                      <a:r>
                        <a:rPr sz="2175" baseline="191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Functions</a:t>
                      </a:r>
                      <a:r>
                        <a:rPr sz="1800" spc="4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Calling</a:t>
                      </a:r>
                      <a:r>
                        <a:rPr sz="1800" spc="4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Other</a:t>
                      </a:r>
                      <a:r>
                        <a:rPr sz="1800" spc="4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Functions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1125" marB="0"/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24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49225" marB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How</a:t>
                      </a:r>
                      <a:r>
                        <a:rPr sz="180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800" spc="-2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6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DOM</a:t>
                      </a:r>
                      <a:r>
                        <a:rPr sz="1800" spc="-2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Really</a:t>
                      </a:r>
                      <a:r>
                        <a:rPr sz="1800" spc="-2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Works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1125" marB="0"/>
                </a:tc>
                <a:tc>
                  <a:txBody>
                    <a:bodyPr/>
                    <a:lstStyle/>
                    <a:p>
                      <a:pPr marR="107950" algn="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42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41605" marB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Modern,</a:t>
                      </a:r>
                      <a:r>
                        <a:rPr sz="1800" spc="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Clean</a:t>
                      </a:r>
                      <a:r>
                        <a:rPr sz="1800" spc="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800" spc="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Declarative</a:t>
                      </a:r>
                      <a:r>
                        <a:rPr sz="1800" spc="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JavaScript</a:t>
                      </a:r>
                      <a:r>
                        <a:rPr sz="1800" spc="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Programming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1125" marB="0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880"/>
                        </a:spcBef>
                        <a:tabLst>
                          <a:tab pos="483234" algn="l"/>
                        </a:tabLst>
                      </a:pPr>
                      <a:r>
                        <a:rPr sz="2175" spc="-75" baseline="3831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7</a:t>
                      </a:r>
                      <a:r>
                        <a:rPr sz="2175" baseline="3831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Reviewing</a:t>
                      </a:r>
                      <a:r>
                        <a:rPr sz="1800" spc="-4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Functions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1760" marB="0"/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25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42875" marB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Event</a:t>
                      </a:r>
                      <a:r>
                        <a:rPr sz="1800" spc="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Propagation:</a:t>
                      </a:r>
                      <a:r>
                        <a:rPr sz="1800" spc="3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Bubbling</a:t>
                      </a:r>
                      <a:r>
                        <a:rPr sz="1800" spc="3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800" spc="3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Capturing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1760" marB="0"/>
                </a:tc>
                <a:tc>
                  <a:txBody>
                    <a:bodyPr/>
                    <a:lstStyle/>
                    <a:p>
                      <a:pPr marR="107950" algn="r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43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35255" marB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Forkify:</a:t>
                      </a:r>
                      <a:r>
                        <a:rPr sz="1800" spc="-1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Project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Overview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800" spc="-1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Planning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1760" marB="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9974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855"/>
                        </a:spcBef>
                        <a:tabLst>
                          <a:tab pos="483234" algn="l"/>
                        </a:tabLst>
                      </a:pPr>
                      <a:r>
                        <a:rPr sz="2175" spc="-75" baseline="191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8</a:t>
                      </a:r>
                      <a:r>
                        <a:rPr sz="2175" baseline="191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Learning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How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7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Code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8585" marB="0"/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26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51765" marB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Efficient</a:t>
                      </a:r>
                      <a:r>
                        <a:rPr sz="1800" spc="8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Script</a:t>
                      </a:r>
                      <a:r>
                        <a:rPr sz="1800" spc="9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Loading:</a:t>
                      </a:r>
                      <a:r>
                        <a:rPr sz="1800" spc="8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defer</a:t>
                      </a:r>
                      <a:r>
                        <a:rPr sz="1800" spc="9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800" spc="8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async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8585" marB="0"/>
                </a:tc>
                <a:tc>
                  <a:txBody>
                    <a:bodyPr/>
                    <a:lstStyle/>
                    <a:p>
                      <a:pPr marR="107950" algn="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44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44145" marB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800" spc="-8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4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MVC</a:t>
                      </a:r>
                      <a:r>
                        <a:rPr sz="1800" spc="-9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Architecture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8585" marB="0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930"/>
                        </a:spcBef>
                        <a:tabLst>
                          <a:tab pos="483234" algn="l"/>
                        </a:tabLst>
                      </a:pPr>
                      <a:r>
                        <a:rPr sz="1450" spc="-5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9</a:t>
                      </a:r>
                      <a:r>
                        <a:rPr sz="145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How</a:t>
                      </a:r>
                      <a:r>
                        <a:rPr sz="1800" spc="-3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7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80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Think</a:t>
                      </a:r>
                      <a:r>
                        <a:rPr sz="180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Like</a:t>
                      </a:r>
                      <a:r>
                        <a:rPr sz="180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80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Developer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8110" marB="0"/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27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62560" marB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What</a:t>
                      </a:r>
                      <a:r>
                        <a:rPr sz="1800" spc="-4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5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1800" spc="-4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Object-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Oriented</a:t>
                      </a:r>
                      <a:r>
                        <a:rPr sz="1800" spc="-4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Programming?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3664" marB="0"/>
                </a:tc>
                <a:tc>
                  <a:txBody>
                    <a:bodyPr/>
                    <a:lstStyle/>
                    <a:p>
                      <a:pPr marR="107950" algn="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45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54940" marB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Event</a:t>
                      </a:r>
                      <a:r>
                        <a:rPr sz="1800" spc="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Handlers</a:t>
                      </a:r>
                      <a:r>
                        <a:rPr sz="1800" spc="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800" spc="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4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MVC:</a:t>
                      </a:r>
                      <a:r>
                        <a:rPr sz="1800" spc="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Publisher-Subscriber</a:t>
                      </a:r>
                      <a:r>
                        <a:rPr sz="1800" spc="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Pattern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2395" marB="0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80"/>
                        </a:spcBef>
                        <a:tabLst>
                          <a:tab pos="483234" algn="l"/>
                        </a:tabLst>
                      </a:pPr>
                      <a:r>
                        <a:rPr sz="2175" spc="-37" baseline="191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2175" baseline="191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Debugging</a:t>
                      </a:r>
                      <a:r>
                        <a:rPr sz="1800" spc="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(Fixing</a:t>
                      </a:r>
                      <a:r>
                        <a:rPr sz="1800" spc="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Errors)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1760" marB="0"/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28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60655" marB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800" spc="-14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OOP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in</a:t>
                      </a:r>
                      <a:r>
                        <a:rPr sz="1800" spc="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JavaScript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1760" marB="0"/>
                </a:tc>
                <a:tc>
                  <a:txBody>
                    <a:bodyPr/>
                    <a:lstStyle/>
                    <a:p>
                      <a:pPr marR="107950" algn="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46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53035" marB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Forkify</a:t>
                      </a:r>
                      <a:r>
                        <a:rPr sz="1800" spc="7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Project:</a:t>
                      </a:r>
                      <a:r>
                        <a:rPr sz="1800" spc="8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Final</a:t>
                      </a:r>
                      <a:r>
                        <a:rPr sz="1800" spc="8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Considerations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1760" marB="0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991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85"/>
                        </a:spcBef>
                        <a:tabLst>
                          <a:tab pos="483234" algn="l"/>
                        </a:tabLst>
                      </a:pPr>
                      <a:r>
                        <a:rPr sz="2175" spc="-37" baseline="3831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11</a:t>
                      </a:r>
                      <a:r>
                        <a:rPr sz="2175" baseline="3831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What's</a:t>
                      </a:r>
                      <a:r>
                        <a:rPr sz="1800" spc="-3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800" spc="-3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6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DOM</a:t>
                      </a:r>
                      <a:r>
                        <a:rPr sz="1800" spc="-3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800" spc="-3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6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DOM</a:t>
                      </a:r>
                      <a:r>
                        <a:rPr sz="1800" spc="-3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Manipulation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2395" marB="0"/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29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52400" marB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Prototypal</a:t>
                      </a:r>
                      <a:r>
                        <a:rPr sz="1800" spc="9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Inheritance</a:t>
                      </a:r>
                      <a:r>
                        <a:rPr sz="1800" spc="9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800" spc="9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800" spc="9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Prototype</a:t>
                      </a:r>
                      <a:r>
                        <a:rPr sz="1800" spc="9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Chain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23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55"/>
                        </a:spcBef>
                        <a:tabLst>
                          <a:tab pos="483234" algn="l"/>
                        </a:tabLst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12</a:t>
                      </a:r>
                      <a:r>
                        <a:rPr sz="145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An</a:t>
                      </a:r>
                      <a:r>
                        <a:rPr sz="1800" spc="-6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high-level</a:t>
                      </a:r>
                      <a:r>
                        <a:rPr sz="1800" spc="-6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Overview</a:t>
                      </a:r>
                      <a:r>
                        <a:rPr sz="1800" spc="-6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7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800" spc="-5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JavaScript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8585" marB="0"/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60655" marB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Object.create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79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05"/>
                        </a:spcBef>
                        <a:tabLst>
                          <a:tab pos="483234" algn="l"/>
                        </a:tabLst>
                      </a:pPr>
                      <a:r>
                        <a:rPr sz="2175" spc="-37" baseline="3831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13</a:t>
                      </a:r>
                      <a:r>
                        <a:rPr sz="2175" baseline="3831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JavaScript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Engine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Runtime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4935" marB="0"/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31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55575" marB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Inheritance</a:t>
                      </a:r>
                      <a:r>
                        <a:rPr sz="1800" spc="8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Between</a:t>
                      </a:r>
                      <a:r>
                        <a:rPr sz="1800" spc="8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"Classes":</a:t>
                      </a:r>
                      <a:r>
                        <a:rPr sz="1800" spc="8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Constructor</a:t>
                      </a:r>
                      <a:r>
                        <a:rPr sz="1800" spc="8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Functions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176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90"/>
                        </a:spcBef>
                        <a:tabLst>
                          <a:tab pos="483234" algn="l"/>
                        </a:tabLst>
                      </a:pPr>
                      <a:r>
                        <a:rPr sz="2175" spc="-37" baseline="3831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14</a:t>
                      </a:r>
                      <a:r>
                        <a:rPr sz="2175" baseline="3831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Execution</a:t>
                      </a:r>
                      <a:r>
                        <a:rPr sz="1800" spc="-2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Contexts</a:t>
                      </a:r>
                      <a:r>
                        <a:rPr sz="1800" spc="-2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800" spc="-2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800" spc="-2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Call</a:t>
                      </a:r>
                      <a:r>
                        <a:rPr sz="1800" spc="-2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Stack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3030" marB="0"/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32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54940" marB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Inheritance</a:t>
                      </a:r>
                      <a:r>
                        <a:rPr sz="1800" spc="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Between</a:t>
                      </a:r>
                      <a:r>
                        <a:rPr sz="1800" spc="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"Classes":</a:t>
                      </a:r>
                      <a:r>
                        <a:rPr sz="1800" spc="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Object.create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30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5035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25"/>
                        </a:spcBef>
                        <a:tabLst>
                          <a:tab pos="483234" algn="l"/>
                        </a:tabLst>
                      </a:pPr>
                      <a:r>
                        <a:rPr sz="2175" spc="-37" baseline="5747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15</a:t>
                      </a:r>
                      <a:r>
                        <a:rPr sz="2175" baseline="5747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Scope</a:t>
                      </a:r>
                      <a:r>
                        <a:rPr sz="1800" spc="-7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800" spc="-7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800" spc="-7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Scope</a:t>
                      </a:r>
                      <a:r>
                        <a:rPr sz="1800" spc="-7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Chain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7475" marB="0"/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33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47955" marB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800" spc="-6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ES6</a:t>
                      </a:r>
                      <a:r>
                        <a:rPr sz="1800" spc="-6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Classes</a:t>
                      </a:r>
                      <a:r>
                        <a:rPr sz="1800" spc="-9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summary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92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5041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50"/>
                        </a:spcBef>
                        <a:tabLst>
                          <a:tab pos="483234" algn="l"/>
                        </a:tabLst>
                      </a:pPr>
                      <a:r>
                        <a:rPr sz="2175" spc="-37" baseline="191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16</a:t>
                      </a:r>
                      <a:r>
                        <a:rPr sz="2175" baseline="191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Variable</a:t>
                      </a:r>
                      <a:r>
                        <a:rPr sz="1800" spc="4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environment:</a:t>
                      </a:r>
                      <a:r>
                        <a:rPr sz="1800" spc="4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Hoisting</a:t>
                      </a:r>
                      <a:r>
                        <a:rPr sz="1800" spc="4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800" spc="4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800" spc="4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TDZ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7950" marB="0"/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34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51765" marB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920"/>
                        </a:spcBef>
                      </a:pP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Mapty</a:t>
                      </a:r>
                      <a:r>
                        <a:rPr sz="1800" spc="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Project:</a:t>
                      </a:r>
                      <a:r>
                        <a:rPr sz="1800" spc="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How</a:t>
                      </a:r>
                      <a:r>
                        <a:rPr sz="1800" spc="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7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800" spc="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Plan</a:t>
                      </a:r>
                      <a:r>
                        <a:rPr sz="1800" spc="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800" spc="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4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Web</a:t>
                      </a:r>
                      <a:r>
                        <a:rPr sz="1800" spc="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Project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68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5003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60"/>
                        </a:spcBef>
                        <a:tabLst>
                          <a:tab pos="483234" algn="l"/>
                        </a:tabLst>
                      </a:pPr>
                      <a:r>
                        <a:rPr sz="2175" spc="-37" baseline="5747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17</a:t>
                      </a:r>
                      <a:r>
                        <a:rPr sz="2175" baseline="5747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800" spc="-7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6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this</a:t>
                      </a:r>
                      <a:r>
                        <a:rPr sz="1800" spc="-7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Keyword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9220" marB="0"/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35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40970" marB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Mapty</a:t>
                      </a:r>
                      <a:r>
                        <a:rPr sz="1800" spc="9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Project:</a:t>
                      </a:r>
                      <a:r>
                        <a:rPr sz="1800" spc="9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Final</a:t>
                      </a:r>
                      <a:r>
                        <a:rPr sz="1800" spc="9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Considerations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92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90"/>
                        </a:spcBef>
                        <a:tabLst>
                          <a:tab pos="483234" algn="l"/>
                        </a:tabLst>
                      </a:pPr>
                      <a:r>
                        <a:rPr sz="2175" spc="-37" baseline="5747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18</a:t>
                      </a:r>
                      <a:r>
                        <a:rPr sz="2175" baseline="5747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Primitives</a:t>
                      </a:r>
                      <a:r>
                        <a:rPr sz="1800" spc="6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vs.</a:t>
                      </a:r>
                      <a:r>
                        <a:rPr sz="1800" spc="6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Objects</a:t>
                      </a:r>
                      <a:r>
                        <a:rPr sz="1800" spc="7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(Primitive</a:t>
                      </a:r>
                      <a:r>
                        <a:rPr sz="1800" spc="6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vs.</a:t>
                      </a:r>
                      <a:r>
                        <a:rPr sz="1800" spc="6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Reference</a:t>
                      </a:r>
                      <a:r>
                        <a:rPr sz="1800" spc="7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Types)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3030" marB="0"/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1450" spc="-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36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T="147955" marB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Asynchronous</a:t>
                      </a:r>
                      <a:r>
                        <a:rPr sz="1800" spc="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JavaScript,</a:t>
                      </a:r>
                      <a:r>
                        <a:rPr sz="1800" spc="3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AJAX</a:t>
                      </a:r>
                      <a:r>
                        <a:rPr sz="1800" spc="3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800" spc="25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solidFill>
                            <a:srgbClr val="444444"/>
                          </a:solidFill>
                          <a:latin typeface="Arial"/>
                          <a:cs typeface="Arial"/>
                        </a:rPr>
                        <a:t>APIs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30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5660" y="4054475"/>
            <a:ext cx="18432780" cy="20746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05985" marR="5080" indent="-4693920" algn="ctr">
              <a:lnSpc>
                <a:spcPct val="109800"/>
              </a:lnSpc>
              <a:spcBef>
                <a:spcPts val="105"/>
              </a:spcBef>
            </a:pPr>
            <a:r>
              <a:rPr sz="13200" b="0" spc="-160" dirty="0">
                <a:solidFill>
                  <a:srgbClr val="444444"/>
                </a:solidFill>
                <a:latin typeface="Arial"/>
                <a:cs typeface="Arial"/>
              </a:rPr>
              <a:t>WE</a:t>
            </a:r>
            <a:r>
              <a:rPr sz="13200" b="0" spc="-325" dirty="0">
                <a:solidFill>
                  <a:srgbClr val="444444"/>
                </a:solidFill>
                <a:latin typeface="Arial"/>
                <a:cs typeface="Arial"/>
              </a:rPr>
              <a:t>L</a:t>
            </a:r>
            <a:r>
              <a:rPr sz="13200" b="0" spc="-160" dirty="0">
                <a:solidFill>
                  <a:srgbClr val="444444"/>
                </a:solidFill>
                <a:latin typeface="Arial"/>
                <a:cs typeface="Arial"/>
              </a:rPr>
              <a:t>COME</a:t>
            </a:r>
            <a:endParaRPr sz="1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637"/>
            <a:ext cx="20104099" cy="136121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3309" y="293573"/>
            <a:ext cx="16306741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44295" algn="l"/>
                <a:tab pos="2792730" algn="l"/>
                <a:tab pos="6553834" algn="l"/>
                <a:tab pos="8288655" algn="l"/>
                <a:tab pos="9206230" algn="l"/>
              </a:tabLst>
            </a:pPr>
            <a:r>
              <a:rPr dirty="0"/>
              <a:t>SOME</a:t>
            </a:r>
            <a:r>
              <a:rPr lang="en-US" dirty="0"/>
              <a:t> </a:t>
            </a:r>
            <a:r>
              <a:rPr dirty="0"/>
              <a:t>QUICK</a:t>
            </a:r>
            <a:r>
              <a:rPr lang="en-US" dirty="0"/>
              <a:t> </a:t>
            </a:r>
            <a:r>
              <a:rPr dirty="0"/>
              <a:t>CONSIDERATIONS	</a:t>
            </a:r>
            <a:r>
              <a:rPr lang="en-US" dirty="0"/>
              <a:t> </a:t>
            </a:r>
            <a:r>
              <a:rPr dirty="0"/>
              <a:t>BEFORE</a:t>
            </a:r>
            <a:r>
              <a:rPr lang="en-US" dirty="0"/>
              <a:t> </a:t>
            </a:r>
            <a:r>
              <a:rPr dirty="0"/>
              <a:t>WE</a:t>
            </a:r>
            <a:r>
              <a:rPr lang="en-US" dirty="0"/>
              <a:t> </a:t>
            </a:r>
            <a:r>
              <a:rPr dirty="0"/>
              <a:t>START...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85106" y="445466"/>
            <a:ext cx="628253" cy="62825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0893" y="2810604"/>
            <a:ext cx="439777" cy="43977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336446" y="2855882"/>
            <a:ext cx="15998190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solidFill>
                  <a:srgbClr val="444444"/>
                </a:solidFill>
                <a:latin typeface="Arial"/>
                <a:cs typeface="Arial"/>
              </a:rPr>
              <a:t>If</a:t>
            </a:r>
            <a:r>
              <a:rPr sz="2300" b="1" spc="-2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120" dirty="0">
                <a:solidFill>
                  <a:srgbClr val="444444"/>
                </a:solidFill>
                <a:latin typeface="Arial"/>
                <a:cs typeface="Arial"/>
              </a:rPr>
              <a:t>you</a:t>
            </a:r>
            <a:r>
              <a:rPr sz="2300" b="1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55" dirty="0">
                <a:solidFill>
                  <a:srgbClr val="444444"/>
                </a:solidFill>
                <a:latin typeface="Arial"/>
                <a:cs typeface="Arial"/>
              </a:rPr>
              <a:t>want</a:t>
            </a:r>
            <a:r>
              <a:rPr sz="2300" b="1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30" dirty="0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sz="2300" b="1" spc="-2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100" dirty="0">
                <a:solidFill>
                  <a:srgbClr val="444444"/>
                </a:solidFill>
                <a:latin typeface="Arial"/>
                <a:cs typeface="Arial"/>
              </a:rPr>
              <a:t>course</a:t>
            </a:r>
            <a:r>
              <a:rPr sz="2300" b="1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40" dirty="0">
                <a:solidFill>
                  <a:srgbClr val="444444"/>
                </a:solidFill>
                <a:latin typeface="Arial"/>
                <a:cs typeface="Arial"/>
              </a:rPr>
              <a:t>material</a:t>
            </a:r>
            <a:r>
              <a:rPr sz="2300" b="1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444444"/>
                </a:solidFill>
                <a:latin typeface="Arial"/>
                <a:cs typeface="Arial"/>
              </a:rPr>
              <a:t>to</a:t>
            </a:r>
            <a:r>
              <a:rPr sz="2300" b="1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45" dirty="0">
                <a:solidFill>
                  <a:srgbClr val="444444"/>
                </a:solidFill>
                <a:latin typeface="Arial"/>
                <a:cs typeface="Arial"/>
              </a:rPr>
              <a:t>stick,</a:t>
            </a:r>
            <a:r>
              <a:rPr sz="2300" b="1" spc="-2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25" dirty="0">
                <a:solidFill>
                  <a:srgbClr val="444444"/>
                </a:solidFill>
                <a:latin typeface="Arial"/>
                <a:cs typeface="Arial"/>
              </a:rPr>
              <a:t>take</a:t>
            </a:r>
            <a:r>
              <a:rPr sz="2300" b="1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45" dirty="0">
                <a:solidFill>
                  <a:srgbClr val="444444"/>
                </a:solidFill>
                <a:latin typeface="Arial"/>
                <a:cs typeface="Arial"/>
              </a:rPr>
              <a:t>notes.</a:t>
            </a:r>
            <a:r>
              <a:rPr sz="2300" b="1" spc="-2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Notes</a:t>
            </a:r>
            <a:r>
              <a:rPr sz="2300" spc="-2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on</a:t>
            </a:r>
            <a:r>
              <a:rPr sz="2300" spc="-2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code</a:t>
            </a:r>
            <a:r>
              <a:rPr sz="2300" spc="-2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syntax,</a:t>
            </a:r>
            <a:r>
              <a:rPr sz="2300" spc="-2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notes</a:t>
            </a:r>
            <a:r>
              <a:rPr sz="2300" spc="-2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on</a:t>
            </a:r>
            <a:r>
              <a:rPr sz="2300" spc="-2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theory</a:t>
            </a:r>
            <a:r>
              <a:rPr sz="2300" spc="-2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concepts,</a:t>
            </a:r>
            <a:r>
              <a:rPr sz="2300" spc="-2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notes</a:t>
            </a:r>
            <a:r>
              <a:rPr sz="2300" spc="-2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on</a:t>
            </a:r>
            <a:r>
              <a:rPr sz="2300" spc="-2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44444"/>
                </a:solidFill>
                <a:latin typeface="Arial"/>
                <a:cs typeface="Arial"/>
              </a:rPr>
              <a:t>everything!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596363" y="6181990"/>
            <a:ext cx="3293745" cy="737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100"/>
              </a:spcBef>
            </a:pPr>
            <a:r>
              <a:rPr sz="2150" dirty="0">
                <a:solidFill>
                  <a:srgbClr val="F2425D"/>
                </a:solidFill>
                <a:latin typeface="Arial"/>
                <a:cs typeface="Arial"/>
              </a:rPr>
              <a:t>Totally</a:t>
            </a:r>
            <a:r>
              <a:rPr sz="2150" spc="10" dirty="0">
                <a:solidFill>
                  <a:srgbClr val="F2425D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F2425D"/>
                </a:solidFill>
                <a:latin typeface="Arial"/>
                <a:cs typeface="Arial"/>
              </a:rPr>
              <a:t>non-coding...</a:t>
            </a:r>
            <a:r>
              <a:rPr sz="2150" spc="10" dirty="0">
                <a:solidFill>
                  <a:srgbClr val="F2425D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F2425D"/>
                </a:solidFill>
                <a:latin typeface="Arial"/>
                <a:cs typeface="Arial"/>
              </a:rPr>
              <a:t>Try</a:t>
            </a:r>
            <a:r>
              <a:rPr sz="2150" spc="5" dirty="0">
                <a:solidFill>
                  <a:srgbClr val="F2425D"/>
                </a:solidFill>
                <a:latin typeface="Arial"/>
                <a:cs typeface="Arial"/>
              </a:rPr>
              <a:t> </a:t>
            </a:r>
            <a:r>
              <a:rPr sz="2150" spc="50" dirty="0">
                <a:solidFill>
                  <a:srgbClr val="F2425D"/>
                </a:solidFill>
                <a:latin typeface="Arial"/>
                <a:cs typeface="Arial"/>
              </a:rPr>
              <a:t>to </a:t>
            </a:r>
            <a:r>
              <a:rPr sz="2150" dirty="0">
                <a:solidFill>
                  <a:srgbClr val="F2425D"/>
                </a:solidFill>
                <a:latin typeface="Arial"/>
                <a:cs typeface="Arial"/>
              </a:rPr>
              <a:t>understand</a:t>
            </a:r>
            <a:r>
              <a:rPr sz="2150" spc="10" dirty="0">
                <a:solidFill>
                  <a:srgbClr val="F2425D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F2425D"/>
                </a:solidFill>
                <a:latin typeface="Arial"/>
                <a:cs typeface="Arial"/>
              </a:rPr>
              <a:t>a</a:t>
            </a:r>
            <a:r>
              <a:rPr sz="2150" spc="15" dirty="0">
                <a:solidFill>
                  <a:srgbClr val="F2425D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F2425D"/>
                </a:solidFill>
                <a:latin typeface="Arial"/>
                <a:cs typeface="Arial"/>
              </a:rPr>
              <a:t>single</a:t>
            </a:r>
            <a:r>
              <a:rPr sz="2150" spc="20" dirty="0">
                <a:solidFill>
                  <a:srgbClr val="F2425D"/>
                </a:solidFill>
                <a:latin typeface="Arial"/>
                <a:cs typeface="Arial"/>
              </a:rPr>
              <a:t> </a:t>
            </a:r>
            <a:r>
              <a:rPr sz="2150" spc="-20" dirty="0">
                <a:solidFill>
                  <a:srgbClr val="F2425D"/>
                </a:solidFill>
                <a:latin typeface="Arial"/>
                <a:cs typeface="Arial"/>
              </a:rPr>
              <a:t>word</a:t>
            </a:r>
            <a:endParaRPr sz="21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760799" y="6611432"/>
            <a:ext cx="272243" cy="272243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3030649" y="6531748"/>
            <a:ext cx="1317625" cy="497205"/>
            <a:chOff x="13030649" y="6531748"/>
            <a:chExt cx="1317625" cy="497205"/>
          </a:xfrm>
        </p:grpSpPr>
        <p:sp>
          <p:nvSpPr>
            <p:cNvPr id="10" name="object 10"/>
            <p:cNvSpPr/>
            <p:nvPr/>
          </p:nvSpPr>
          <p:spPr>
            <a:xfrm>
              <a:off x="13132942" y="6552690"/>
              <a:ext cx="1194435" cy="360045"/>
            </a:xfrm>
            <a:custGeom>
              <a:avLst/>
              <a:gdLst/>
              <a:ahLst/>
              <a:cxnLst/>
              <a:rect l="l" t="t" r="r" b="b"/>
              <a:pathLst>
                <a:path w="1194434" h="360045">
                  <a:moveTo>
                    <a:pt x="1194232" y="15352"/>
                  </a:moveTo>
                  <a:lnTo>
                    <a:pt x="1136477" y="9290"/>
                  </a:lnTo>
                  <a:lnTo>
                    <a:pt x="1079711" y="4723"/>
                  </a:lnTo>
                  <a:lnTo>
                    <a:pt x="1023933" y="1653"/>
                  </a:lnTo>
                  <a:lnTo>
                    <a:pt x="969144" y="78"/>
                  </a:lnTo>
                  <a:lnTo>
                    <a:pt x="915342" y="0"/>
                  </a:lnTo>
                  <a:lnTo>
                    <a:pt x="862530" y="1417"/>
                  </a:lnTo>
                  <a:lnTo>
                    <a:pt x="810705" y="4330"/>
                  </a:lnTo>
                  <a:lnTo>
                    <a:pt x="759869" y="8740"/>
                  </a:lnTo>
                  <a:lnTo>
                    <a:pt x="710021" y="14645"/>
                  </a:lnTo>
                  <a:lnTo>
                    <a:pt x="661162" y="22046"/>
                  </a:lnTo>
                  <a:lnTo>
                    <a:pt x="613291" y="30944"/>
                  </a:lnTo>
                  <a:lnTo>
                    <a:pt x="566408" y="41337"/>
                  </a:lnTo>
                  <a:lnTo>
                    <a:pt x="520514" y="53226"/>
                  </a:lnTo>
                  <a:lnTo>
                    <a:pt x="475608" y="66612"/>
                  </a:lnTo>
                  <a:lnTo>
                    <a:pt x="431690" y="81493"/>
                  </a:lnTo>
                  <a:lnTo>
                    <a:pt x="388761" y="97870"/>
                  </a:lnTo>
                  <a:lnTo>
                    <a:pt x="346820" y="115743"/>
                  </a:lnTo>
                  <a:lnTo>
                    <a:pt x="305867" y="135113"/>
                  </a:lnTo>
                  <a:lnTo>
                    <a:pt x="265903" y="155978"/>
                  </a:lnTo>
                  <a:lnTo>
                    <a:pt x="226927" y="178339"/>
                  </a:lnTo>
                  <a:lnTo>
                    <a:pt x="188939" y="202196"/>
                  </a:lnTo>
                  <a:lnTo>
                    <a:pt x="151940" y="227549"/>
                  </a:lnTo>
                  <a:lnTo>
                    <a:pt x="115929" y="254399"/>
                  </a:lnTo>
                  <a:lnTo>
                    <a:pt x="80907" y="282744"/>
                  </a:lnTo>
                  <a:lnTo>
                    <a:pt x="46873" y="312585"/>
                  </a:lnTo>
                  <a:lnTo>
                    <a:pt x="13827" y="343922"/>
                  </a:lnTo>
                  <a:lnTo>
                    <a:pt x="0" y="359658"/>
                  </a:lnTo>
                </a:path>
              </a:pathLst>
            </a:custGeom>
            <a:ln w="41883">
              <a:solidFill>
                <a:srgbClr val="F242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030649" y="6838560"/>
              <a:ext cx="182245" cy="190500"/>
            </a:xfrm>
            <a:custGeom>
              <a:avLst/>
              <a:gdLst/>
              <a:ahLst/>
              <a:cxnLst/>
              <a:rect l="l" t="t" r="r" b="b"/>
              <a:pathLst>
                <a:path w="182244" h="190500">
                  <a:moveTo>
                    <a:pt x="50050" y="0"/>
                  </a:moveTo>
                  <a:lnTo>
                    <a:pt x="0" y="190200"/>
                  </a:lnTo>
                  <a:lnTo>
                    <a:pt x="182193" y="116115"/>
                  </a:lnTo>
                  <a:lnTo>
                    <a:pt x="50050" y="0"/>
                  </a:lnTo>
                  <a:close/>
                </a:path>
              </a:pathLst>
            </a:custGeom>
            <a:solidFill>
              <a:srgbClr val="F242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76152" y="4780931"/>
            <a:ext cx="7111221" cy="49948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99" cy="136121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0893" y="2810604"/>
            <a:ext cx="439777" cy="43977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336446" y="2704054"/>
            <a:ext cx="15639415" cy="10331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700"/>
              </a:lnSpc>
              <a:spcBef>
                <a:spcPts val="95"/>
              </a:spcBef>
            </a:pPr>
            <a:r>
              <a:rPr sz="2300" b="1" dirty="0">
                <a:solidFill>
                  <a:srgbClr val="444444"/>
                </a:solidFill>
                <a:latin typeface="Arial"/>
                <a:cs typeface="Arial"/>
              </a:rPr>
              <a:t>If</a:t>
            </a:r>
            <a:r>
              <a:rPr sz="2300" b="1" spc="-6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40" dirty="0">
                <a:solidFill>
                  <a:srgbClr val="444444"/>
                </a:solidFill>
                <a:latin typeface="Arial"/>
                <a:cs typeface="Arial"/>
              </a:rPr>
              <a:t>this</a:t>
            </a:r>
            <a:r>
              <a:rPr sz="2300" b="1" spc="-6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30" dirty="0">
                <a:solidFill>
                  <a:srgbClr val="444444"/>
                </a:solidFill>
                <a:latin typeface="Arial"/>
                <a:cs typeface="Arial"/>
              </a:rPr>
              <a:t>is</a:t>
            </a:r>
            <a:r>
              <a:rPr sz="2300" b="1" spc="-5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114" dirty="0">
                <a:solidFill>
                  <a:srgbClr val="444444"/>
                </a:solidFill>
                <a:latin typeface="Arial"/>
                <a:cs typeface="Arial"/>
              </a:rPr>
              <a:t>your</a:t>
            </a:r>
            <a:r>
              <a:rPr sz="2300" b="1" spc="-6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444444"/>
                </a:solidFill>
                <a:latin typeface="Arial"/>
                <a:cs typeface="Arial"/>
              </a:rPr>
              <a:t>first</a:t>
            </a:r>
            <a:r>
              <a:rPr sz="2300" b="1" spc="-6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444444"/>
                </a:solidFill>
                <a:latin typeface="Arial"/>
                <a:cs typeface="Arial"/>
              </a:rPr>
              <a:t>time</a:t>
            </a:r>
            <a:r>
              <a:rPr sz="2300" b="1" spc="-5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90" dirty="0">
                <a:solidFill>
                  <a:srgbClr val="444444"/>
                </a:solidFill>
                <a:latin typeface="Arial"/>
                <a:cs typeface="Arial"/>
              </a:rPr>
              <a:t>ever</a:t>
            </a:r>
            <a:r>
              <a:rPr sz="2300" b="1" spc="-6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85" dirty="0">
                <a:solidFill>
                  <a:srgbClr val="444444"/>
                </a:solidFill>
                <a:latin typeface="Arial"/>
                <a:cs typeface="Arial"/>
              </a:rPr>
              <a:t>programming,</a:t>
            </a:r>
            <a:r>
              <a:rPr sz="2300" b="1" spc="-5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70" dirty="0">
                <a:solidFill>
                  <a:srgbClr val="444444"/>
                </a:solidFill>
                <a:latin typeface="Arial"/>
                <a:cs typeface="Arial"/>
              </a:rPr>
              <a:t>please</a:t>
            </a:r>
            <a:r>
              <a:rPr sz="2300" b="1" spc="-6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114" dirty="0">
                <a:solidFill>
                  <a:srgbClr val="444444"/>
                </a:solidFill>
                <a:latin typeface="Arial"/>
                <a:cs typeface="Arial"/>
              </a:rPr>
              <a:t>don’t</a:t>
            </a:r>
            <a:r>
              <a:rPr sz="2300" b="1" spc="-6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30" dirty="0">
                <a:solidFill>
                  <a:srgbClr val="444444"/>
                </a:solidFill>
                <a:latin typeface="Arial"/>
                <a:cs typeface="Arial"/>
              </a:rPr>
              <a:t>get</a:t>
            </a:r>
            <a:r>
              <a:rPr sz="2300" b="1" spc="-5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75" dirty="0">
                <a:solidFill>
                  <a:srgbClr val="444444"/>
                </a:solidFill>
                <a:latin typeface="Arial"/>
                <a:cs typeface="Arial"/>
              </a:rPr>
              <a:t>overwhelmed.</a:t>
            </a:r>
            <a:r>
              <a:rPr sz="2300" b="1" spc="-6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It’s</a:t>
            </a:r>
            <a:r>
              <a:rPr sz="2300" spc="-6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spc="-85" dirty="0">
                <a:solidFill>
                  <a:srgbClr val="444444"/>
                </a:solidFill>
                <a:latin typeface="Arial"/>
                <a:cs typeface="Arial"/>
              </a:rPr>
              <a:t>100%</a:t>
            </a:r>
            <a:r>
              <a:rPr sz="2300" spc="-6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normal</a:t>
            </a:r>
            <a:r>
              <a:rPr sz="2300" spc="-6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spc="75" dirty="0">
                <a:solidFill>
                  <a:srgbClr val="444444"/>
                </a:solidFill>
                <a:latin typeface="Arial"/>
                <a:cs typeface="Arial"/>
              </a:rPr>
              <a:t>that</a:t>
            </a:r>
            <a:r>
              <a:rPr sz="2300" spc="-5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120" dirty="0">
                <a:solidFill>
                  <a:srgbClr val="444444"/>
                </a:solidFill>
                <a:latin typeface="Arial"/>
                <a:cs typeface="Arial"/>
              </a:rPr>
              <a:t>you</a:t>
            </a:r>
            <a:r>
              <a:rPr sz="2300" b="1" spc="-6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40" dirty="0">
                <a:solidFill>
                  <a:srgbClr val="444444"/>
                </a:solidFill>
                <a:latin typeface="Arial"/>
                <a:cs typeface="Arial"/>
              </a:rPr>
              <a:t>will</a:t>
            </a:r>
            <a:r>
              <a:rPr sz="2300" b="1" spc="-6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50" dirty="0">
                <a:solidFill>
                  <a:srgbClr val="444444"/>
                </a:solidFill>
                <a:latin typeface="Arial"/>
                <a:cs typeface="Arial"/>
              </a:rPr>
              <a:t>not</a:t>
            </a:r>
            <a:r>
              <a:rPr sz="2300" b="1" spc="-5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444444"/>
                </a:solidFill>
                <a:latin typeface="Arial"/>
                <a:cs typeface="Arial"/>
              </a:rPr>
              <a:t>understand </a:t>
            </a:r>
            <a:r>
              <a:rPr sz="2300" b="1" spc="-85" dirty="0">
                <a:solidFill>
                  <a:srgbClr val="444444"/>
                </a:solidFill>
                <a:latin typeface="Arial"/>
                <a:cs typeface="Arial"/>
              </a:rPr>
              <a:t>everything</a:t>
            </a:r>
            <a:r>
              <a:rPr sz="2300" b="1" spc="-2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44444"/>
                </a:solidFill>
                <a:latin typeface="Arial"/>
                <a:cs typeface="Arial"/>
              </a:rPr>
              <a:t>at</a:t>
            </a:r>
            <a:r>
              <a:rPr sz="2300" spc="-2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sz="2300" spc="-2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beginning.</a:t>
            </a:r>
            <a:r>
              <a:rPr sz="2300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i="1" spc="-105" dirty="0">
                <a:solidFill>
                  <a:srgbClr val="444444"/>
                </a:solidFill>
                <a:latin typeface="Arial"/>
                <a:cs typeface="Arial"/>
              </a:rPr>
              <a:t>Just</a:t>
            </a:r>
            <a:r>
              <a:rPr sz="2300" b="1" i="1" spc="-5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i="1" spc="-155" dirty="0">
                <a:solidFill>
                  <a:srgbClr val="444444"/>
                </a:solidFill>
                <a:latin typeface="Arial"/>
                <a:cs typeface="Arial"/>
              </a:rPr>
              <a:t>don’t</a:t>
            </a:r>
            <a:r>
              <a:rPr sz="2300" b="1" i="1" spc="-5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i="1" spc="-110" dirty="0">
                <a:solidFill>
                  <a:srgbClr val="444444"/>
                </a:solidFill>
                <a:latin typeface="Arial"/>
                <a:cs typeface="Arial"/>
              </a:rPr>
              <a:t>think</a:t>
            </a:r>
            <a:r>
              <a:rPr sz="2300" b="1" i="1" spc="-5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i="1" spc="-175" dirty="0">
                <a:solidFill>
                  <a:srgbClr val="444444"/>
                </a:solidFill>
                <a:latin typeface="Arial"/>
                <a:cs typeface="Arial"/>
              </a:rPr>
              <a:t>“I</a:t>
            </a:r>
            <a:r>
              <a:rPr sz="2300" b="1" i="1" spc="-4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i="1" spc="-175" dirty="0">
                <a:solidFill>
                  <a:srgbClr val="444444"/>
                </a:solidFill>
                <a:latin typeface="Arial"/>
                <a:cs typeface="Arial"/>
              </a:rPr>
              <a:t>guess</a:t>
            </a:r>
            <a:r>
              <a:rPr sz="2300" b="1" i="1" spc="-5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i="1" spc="-165" dirty="0">
                <a:solidFill>
                  <a:srgbClr val="444444"/>
                </a:solidFill>
                <a:latin typeface="Arial"/>
                <a:cs typeface="Arial"/>
              </a:rPr>
              <a:t>coding</a:t>
            </a:r>
            <a:r>
              <a:rPr sz="2300" b="1" i="1" spc="-5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i="1" spc="-120" dirty="0">
                <a:solidFill>
                  <a:srgbClr val="444444"/>
                </a:solidFill>
                <a:latin typeface="Arial"/>
                <a:cs typeface="Arial"/>
              </a:rPr>
              <a:t>is</a:t>
            </a:r>
            <a:r>
              <a:rPr sz="2300" b="1" i="1" spc="-5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i="1" spc="-120" dirty="0">
                <a:solidFill>
                  <a:srgbClr val="444444"/>
                </a:solidFill>
                <a:latin typeface="Arial"/>
                <a:cs typeface="Arial"/>
              </a:rPr>
              <a:t>not</a:t>
            </a:r>
            <a:r>
              <a:rPr sz="2300" b="1" i="1" spc="-5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i="1" spc="-100" dirty="0">
                <a:solidFill>
                  <a:srgbClr val="444444"/>
                </a:solidFill>
                <a:latin typeface="Arial"/>
                <a:cs typeface="Arial"/>
              </a:rPr>
              <a:t>for</a:t>
            </a:r>
            <a:r>
              <a:rPr sz="2300" b="1" i="1" spc="-5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i="1" spc="-20" dirty="0">
                <a:solidFill>
                  <a:srgbClr val="444444"/>
                </a:solidFill>
                <a:latin typeface="Arial"/>
                <a:cs typeface="Arial"/>
              </a:rPr>
              <a:t>me”!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7958" y="5157759"/>
            <a:ext cx="6408181" cy="4272121"/>
          </a:xfrm>
          <a:prstGeom prst="rect">
            <a:avLst/>
          </a:prstGeom>
        </p:spPr>
      </p:pic>
      <p:sp>
        <p:nvSpPr>
          <p:cNvPr id="12" name="object 3">
            <a:extLst>
              <a:ext uri="{FF2B5EF4-FFF2-40B4-BE49-F238E27FC236}">
                <a16:creationId xmlns="" xmlns:a16="http://schemas.microsoft.com/office/drawing/2014/main" id="{664B26CF-387D-74B8-4012-C3EB072151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309" y="293573"/>
            <a:ext cx="16306741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44295" algn="l"/>
                <a:tab pos="2792730" algn="l"/>
                <a:tab pos="6553834" algn="l"/>
                <a:tab pos="8288655" algn="l"/>
                <a:tab pos="9206230" algn="l"/>
              </a:tabLst>
            </a:pPr>
            <a:r>
              <a:rPr dirty="0"/>
              <a:t>SOME</a:t>
            </a:r>
            <a:r>
              <a:rPr lang="en-US" dirty="0"/>
              <a:t> </a:t>
            </a:r>
            <a:r>
              <a:rPr dirty="0"/>
              <a:t>QUICK</a:t>
            </a:r>
            <a:r>
              <a:rPr lang="en-US" dirty="0"/>
              <a:t> </a:t>
            </a:r>
            <a:r>
              <a:rPr dirty="0"/>
              <a:t>CONSIDERATIONS	</a:t>
            </a:r>
            <a:r>
              <a:rPr lang="en-US" dirty="0"/>
              <a:t> </a:t>
            </a:r>
            <a:r>
              <a:rPr dirty="0"/>
              <a:t>BEFORE</a:t>
            </a:r>
            <a:r>
              <a:rPr lang="en-US" dirty="0"/>
              <a:t> </a:t>
            </a:r>
            <a:r>
              <a:rPr dirty="0"/>
              <a:t>WE</a:t>
            </a:r>
            <a:r>
              <a:rPr lang="en-US" dirty="0"/>
              <a:t> </a:t>
            </a:r>
            <a:r>
              <a:rPr dirty="0"/>
              <a:t>START...</a:t>
            </a:r>
          </a:p>
        </p:txBody>
      </p:sp>
      <p:pic>
        <p:nvPicPr>
          <p:cNvPr id="13" name="object 4">
            <a:extLst>
              <a:ext uri="{FF2B5EF4-FFF2-40B4-BE49-F238E27FC236}">
                <a16:creationId xmlns="" xmlns:a16="http://schemas.microsoft.com/office/drawing/2014/main" id="{F8DA6A7D-FC0B-1251-75E1-744572B454B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885106" y="445466"/>
            <a:ext cx="628253" cy="6282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99" cy="136121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0893" y="2810604"/>
            <a:ext cx="439777" cy="43977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336446" y="2704054"/>
            <a:ext cx="15909290" cy="1536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700"/>
              </a:lnSpc>
              <a:spcBef>
                <a:spcPts val="95"/>
              </a:spcBef>
            </a:pPr>
            <a:r>
              <a:rPr sz="2300" b="1" dirty="0">
                <a:solidFill>
                  <a:srgbClr val="444444"/>
                </a:solidFill>
                <a:latin typeface="Arial"/>
                <a:cs typeface="Arial"/>
              </a:rPr>
              <a:t>In</a:t>
            </a:r>
            <a:r>
              <a:rPr sz="2300" b="1" spc="-16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30" dirty="0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sz="2300" b="1" spc="-10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444444"/>
                </a:solidFill>
                <a:latin typeface="Arial"/>
                <a:cs typeface="Arial"/>
              </a:rPr>
              <a:t>first</a:t>
            </a:r>
            <a:r>
              <a:rPr sz="2300" b="1" spc="-8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65" dirty="0">
                <a:solidFill>
                  <a:srgbClr val="444444"/>
                </a:solidFill>
                <a:latin typeface="Arial"/>
                <a:cs typeface="Arial"/>
              </a:rPr>
              <a:t>sections</a:t>
            </a:r>
            <a:r>
              <a:rPr sz="2300" b="1" spc="-8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444444"/>
                </a:solidFill>
                <a:latin typeface="Arial"/>
                <a:cs typeface="Arial"/>
              </a:rPr>
              <a:t>of</a:t>
            </a:r>
            <a:r>
              <a:rPr sz="2300" b="1" spc="-7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30" dirty="0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sz="2300" b="1" spc="-8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90" dirty="0">
                <a:solidFill>
                  <a:srgbClr val="444444"/>
                </a:solidFill>
                <a:latin typeface="Arial"/>
                <a:cs typeface="Arial"/>
              </a:rPr>
              <a:t>course,</a:t>
            </a:r>
            <a:r>
              <a:rPr sz="2300" b="1" spc="-7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114" dirty="0">
                <a:solidFill>
                  <a:srgbClr val="444444"/>
                </a:solidFill>
                <a:latin typeface="Arial"/>
                <a:cs typeface="Arial"/>
              </a:rPr>
              <a:t>don’t</a:t>
            </a:r>
            <a:r>
              <a:rPr sz="2300" b="1" spc="-6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75" dirty="0">
                <a:solidFill>
                  <a:srgbClr val="444444"/>
                </a:solidFill>
                <a:latin typeface="Arial"/>
                <a:cs typeface="Arial"/>
              </a:rPr>
              <a:t>bother</a:t>
            </a:r>
            <a:r>
              <a:rPr sz="2300" b="1" spc="-8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85" dirty="0">
                <a:solidFill>
                  <a:srgbClr val="444444"/>
                </a:solidFill>
                <a:latin typeface="Arial"/>
                <a:cs typeface="Arial"/>
              </a:rPr>
              <a:t>understanding</a:t>
            </a:r>
            <a:r>
              <a:rPr sz="2300" b="1" spc="-7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90" dirty="0">
                <a:solidFill>
                  <a:srgbClr val="444444"/>
                </a:solidFill>
                <a:latin typeface="Arial"/>
                <a:cs typeface="Arial"/>
              </a:rPr>
              <a:t>WHY</a:t>
            </a:r>
            <a:r>
              <a:rPr sz="2300" b="1" spc="-70" dirty="0">
                <a:solidFill>
                  <a:srgbClr val="444444"/>
                </a:solidFill>
                <a:latin typeface="Arial"/>
                <a:cs typeface="Arial"/>
              </a:rPr>
              <a:t> things</a:t>
            </a:r>
            <a:r>
              <a:rPr sz="2300" b="1" spc="-8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100" dirty="0">
                <a:solidFill>
                  <a:srgbClr val="444444"/>
                </a:solidFill>
                <a:latin typeface="Arial"/>
                <a:cs typeface="Arial"/>
              </a:rPr>
              <a:t>work</a:t>
            </a:r>
            <a:r>
              <a:rPr sz="2300" b="1" spc="-6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30" dirty="0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sz="2300" b="1" spc="-8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100" dirty="0">
                <a:solidFill>
                  <a:srgbClr val="444444"/>
                </a:solidFill>
                <a:latin typeface="Arial"/>
                <a:cs typeface="Arial"/>
              </a:rPr>
              <a:t>way</a:t>
            </a:r>
            <a:r>
              <a:rPr sz="2300" b="1" spc="-6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60" dirty="0">
                <a:solidFill>
                  <a:srgbClr val="444444"/>
                </a:solidFill>
                <a:latin typeface="Arial"/>
                <a:cs typeface="Arial"/>
              </a:rPr>
              <a:t>they</a:t>
            </a:r>
            <a:r>
              <a:rPr sz="2300" b="1" spc="-8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120" dirty="0">
                <a:solidFill>
                  <a:srgbClr val="444444"/>
                </a:solidFill>
                <a:latin typeface="Arial"/>
                <a:cs typeface="Arial"/>
              </a:rPr>
              <a:t>do</a:t>
            </a:r>
            <a:r>
              <a:rPr sz="2300" b="1" spc="-6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50" dirty="0">
                <a:solidFill>
                  <a:srgbClr val="444444"/>
                </a:solidFill>
                <a:latin typeface="Arial"/>
                <a:cs typeface="Arial"/>
              </a:rPr>
              <a:t>in</a:t>
            </a:r>
            <a:r>
              <a:rPr sz="2300" b="1" spc="-8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45" dirty="0">
                <a:solidFill>
                  <a:srgbClr val="444444"/>
                </a:solidFill>
                <a:latin typeface="Arial"/>
                <a:cs typeface="Arial"/>
              </a:rPr>
              <a:t>JavaScript.</a:t>
            </a:r>
            <a:r>
              <a:rPr sz="2300" b="1" spc="-8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100" dirty="0">
                <a:solidFill>
                  <a:srgbClr val="444444"/>
                </a:solidFill>
                <a:latin typeface="Arial"/>
                <a:cs typeface="Arial"/>
              </a:rPr>
              <a:t>Also,</a:t>
            </a:r>
            <a:r>
              <a:rPr sz="2300" b="1" spc="-6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20" dirty="0">
                <a:solidFill>
                  <a:srgbClr val="444444"/>
                </a:solidFill>
                <a:latin typeface="Arial"/>
                <a:cs typeface="Arial"/>
              </a:rPr>
              <a:t>don’t </a:t>
            </a:r>
            <a:r>
              <a:rPr sz="2300" b="1" spc="-65" dirty="0">
                <a:solidFill>
                  <a:srgbClr val="444444"/>
                </a:solidFill>
                <a:latin typeface="Arial"/>
                <a:cs typeface="Arial"/>
              </a:rPr>
              <a:t>stress</a:t>
            </a:r>
            <a:r>
              <a:rPr sz="2300" b="1" spc="-8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70" dirty="0">
                <a:solidFill>
                  <a:srgbClr val="444444"/>
                </a:solidFill>
                <a:latin typeface="Arial"/>
                <a:cs typeface="Arial"/>
              </a:rPr>
              <a:t>about</a:t>
            </a:r>
            <a:r>
              <a:rPr sz="2300" b="1" spc="-6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25" dirty="0">
                <a:solidFill>
                  <a:srgbClr val="444444"/>
                </a:solidFill>
                <a:latin typeface="Arial"/>
                <a:cs typeface="Arial"/>
              </a:rPr>
              <a:t>efficient</a:t>
            </a:r>
            <a:r>
              <a:rPr sz="2300" b="1" spc="-7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85" dirty="0">
                <a:solidFill>
                  <a:srgbClr val="444444"/>
                </a:solidFill>
                <a:latin typeface="Arial"/>
                <a:cs typeface="Arial"/>
              </a:rPr>
              <a:t>code,</a:t>
            </a:r>
            <a:r>
              <a:rPr sz="2300" b="1" spc="-6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110" dirty="0">
                <a:solidFill>
                  <a:srgbClr val="444444"/>
                </a:solidFill>
                <a:latin typeface="Arial"/>
                <a:cs typeface="Arial"/>
              </a:rPr>
              <a:t>or</a:t>
            </a:r>
            <a:r>
              <a:rPr sz="2300" b="1" spc="-6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444444"/>
                </a:solidFill>
                <a:latin typeface="Arial"/>
                <a:cs typeface="Arial"/>
              </a:rPr>
              <a:t>fast</a:t>
            </a:r>
            <a:r>
              <a:rPr sz="2300" b="1" spc="-7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85" dirty="0">
                <a:solidFill>
                  <a:srgbClr val="444444"/>
                </a:solidFill>
                <a:latin typeface="Arial"/>
                <a:cs typeface="Arial"/>
              </a:rPr>
              <a:t>code,</a:t>
            </a:r>
            <a:r>
              <a:rPr sz="2300" b="1" spc="-7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110" dirty="0">
                <a:solidFill>
                  <a:srgbClr val="444444"/>
                </a:solidFill>
                <a:latin typeface="Arial"/>
                <a:cs typeface="Arial"/>
              </a:rPr>
              <a:t>or</a:t>
            </a:r>
            <a:r>
              <a:rPr sz="2300" b="1" spc="-65" dirty="0">
                <a:solidFill>
                  <a:srgbClr val="444444"/>
                </a:solidFill>
                <a:latin typeface="Arial"/>
                <a:cs typeface="Arial"/>
              </a:rPr>
              <a:t> clean </a:t>
            </a:r>
            <a:r>
              <a:rPr sz="2300" b="1" spc="-85" dirty="0">
                <a:solidFill>
                  <a:srgbClr val="444444"/>
                </a:solidFill>
                <a:latin typeface="Arial"/>
                <a:cs typeface="Arial"/>
              </a:rPr>
              <a:t>code</a:t>
            </a:r>
            <a:r>
              <a:rPr sz="2300" spc="-85" dirty="0">
                <a:solidFill>
                  <a:srgbClr val="444444"/>
                </a:solidFill>
                <a:latin typeface="Arial"/>
                <a:cs typeface="Arial"/>
              </a:rPr>
              <a:t>.</a:t>
            </a:r>
            <a:r>
              <a:rPr sz="2300" spc="-7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While</a:t>
            </a:r>
            <a:r>
              <a:rPr sz="2300" spc="-7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learning,</a:t>
            </a:r>
            <a:r>
              <a:rPr sz="2300" spc="-7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we</a:t>
            </a:r>
            <a:r>
              <a:rPr sz="2300" spc="-7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spc="75" dirty="0">
                <a:solidFill>
                  <a:srgbClr val="444444"/>
                </a:solidFill>
                <a:latin typeface="Arial"/>
                <a:cs typeface="Arial"/>
              </a:rPr>
              <a:t>just</a:t>
            </a:r>
            <a:r>
              <a:rPr sz="2300" spc="-7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44444"/>
                </a:solidFill>
                <a:latin typeface="Arial"/>
                <a:cs typeface="Arial"/>
              </a:rPr>
              <a:t>want</a:t>
            </a:r>
            <a:r>
              <a:rPr sz="2300" spc="-7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spc="85" dirty="0">
                <a:solidFill>
                  <a:srgbClr val="444444"/>
                </a:solidFill>
                <a:latin typeface="Arial"/>
                <a:cs typeface="Arial"/>
              </a:rPr>
              <a:t>to</a:t>
            </a:r>
            <a:r>
              <a:rPr sz="2300" spc="-7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make</a:t>
            </a:r>
            <a:r>
              <a:rPr sz="2300" spc="-7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44444"/>
                </a:solidFill>
                <a:latin typeface="Arial"/>
                <a:cs typeface="Arial"/>
              </a:rPr>
              <a:t>things</a:t>
            </a:r>
            <a:r>
              <a:rPr sz="2300" spc="-7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145" dirty="0">
                <a:solidFill>
                  <a:srgbClr val="444444"/>
                </a:solidFill>
                <a:latin typeface="Arial"/>
                <a:cs typeface="Arial"/>
              </a:rPr>
              <a:t>WORK</a:t>
            </a:r>
            <a:r>
              <a:rPr sz="2300" spc="-145" dirty="0">
                <a:solidFill>
                  <a:srgbClr val="444444"/>
                </a:solidFill>
                <a:latin typeface="Arial"/>
                <a:cs typeface="Arial"/>
              </a:rPr>
              <a:t>.</a:t>
            </a:r>
            <a:r>
              <a:rPr sz="2300" spc="-7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spc="-130" dirty="0">
                <a:solidFill>
                  <a:srgbClr val="444444"/>
                </a:solidFill>
                <a:latin typeface="Arial"/>
                <a:cs typeface="Arial"/>
              </a:rPr>
              <a:t>We</a:t>
            </a:r>
            <a:r>
              <a:rPr sz="2300" spc="-7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spc="45" dirty="0">
                <a:solidFill>
                  <a:srgbClr val="444444"/>
                </a:solidFill>
                <a:latin typeface="Arial"/>
                <a:cs typeface="Arial"/>
              </a:rPr>
              <a:t>will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understand</a:t>
            </a:r>
            <a:r>
              <a:rPr sz="2300" spc="5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sz="2300" spc="5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95" dirty="0">
                <a:solidFill>
                  <a:srgbClr val="444444"/>
                </a:solidFill>
                <a:latin typeface="Arial"/>
                <a:cs typeface="Arial"/>
              </a:rPr>
              <a:t>WHY</a:t>
            </a:r>
            <a:r>
              <a:rPr sz="2300" b="1" spc="5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later</a:t>
            </a:r>
            <a:r>
              <a:rPr sz="2300" spc="5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in</a:t>
            </a:r>
            <a:r>
              <a:rPr sz="2300" spc="5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sz="2300" spc="5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44444"/>
                </a:solidFill>
                <a:latin typeface="Arial"/>
                <a:cs typeface="Arial"/>
              </a:rPr>
              <a:t>course.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29704" y="5395686"/>
            <a:ext cx="11139983" cy="4095182"/>
          </a:xfrm>
          <a:prstGeom prst="rect">
            <a:avLst/>
          </a:prstGeom>
        </p:spPr>
      </p:pic>
      <p:sp>
        <p:nvSpPr>
          <p:cNvPr id="10" name="object 3">
            <a:extLst>
              <a:ext uri="{FF2B5EF4-FFF2-40B4-BE49-F238E27FC236}">
                <a16:creationId xmlns="" xmlns:a16="http://schemas.microsoft.com/office/drawing/2014/main" id="{5D0877BB-C3A6-7F47-8CCF-3D19383CD5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309" y="293573"/>
            <a:ext cx="16306741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44295" algn="l"/>
                <a:tab pos="2792730" algn="l"/>
                <a:tab pos="6553834" algn="l"/>
                <a:tab pos="8288655" algn="l"/>
                <a:tab pos="9206230" algn="l"/>
              </a:tabLst>
            </a:pPr>
            <a:r>
              <a:rPr dirty="0"/>
              <a:t>SOME</a:t>
            </a:r>
            <a:r>
              <a:rPr lang="en-US" dirty="0"/>
              <a:t> </a:t>
            </a:r>
            <a:r>
              <a:rPr dirty="0"/>
              <a:t>QUICK</a:t>
            </a:r>
            <a:r>
              <a:rPr lang="en-US" dirty="0"/>
              <a:t> </a:t>
            </a:r>
            <a:r>
              <a:rPr dirty="0"/>
              <a:t>CONSIDERATIONS	</a:t>
            </a:r>
            <a:r>
              <a:rPr lang="en-US" dirty="0"/>
              <a:t> </a:t>
            </a:r>
            <a:r>
              <a:rPr dirty="0"/>
              <a:t>BEFORE</a:t>
            </a:r>
            <a:r>
              <a:rPr lang="en-US" dirty="0"/>
              <a:t> </a:t>
            </a:r>
            <a:r>
              <a:rPr dirty="0"/>
              <a:t>WE</a:t>
            </a:r>
            <a:r>
              <a:rPr lang="en-US" dirty="0"/>
              <a:t> </a:t>
            </a:r>
            <a:r>
              <a:rPr dirty="0"/>
              <a:t>START...</a:t>
            </a:r>
          </a:p>
        </p:txBody>
      </p:sp>
      <p:pic>
        <p:nvPicPr>
          <p:cNvPr id="11" name="object 4">
            <a:extLst>
              <a:ext uri="{FF2B5EF4-FFF2-40B4-BE49-F238E27FC236}">
                <a16:creationId xmlns="" xmlns:a16="http://schemas.microsoft.com/office/drawing/2014/main" id="{05C7B684-D453-6FCB-5D4F-5827F4BFC17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885106" y="445466"/>
            <a:ext cx="628253" cy="6282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99" cy="136121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0893" y="2810604"/>
            <a:ext cx="439777" cy="43977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336446" y="2704054"/>
            <a:ext cx="16015335" cy="10331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700"/>
              </a:lnSpc>
              <a:spcBef>
                <a:spcPts val="95"/>
              </a:spcBef>
            </a:pPr>
            <a:r>
              <a:rPr sz="2300" b="1" spc="-80" dirty="0">
                <a:solidFill>
                  <a:srgbClr val="444444"/>
                </a:solidFill>
                <a:latin typeface="Arial"/>
                <a:cs typeface="Arial"/>
              </a:rPr>
              <a:t>Before</a:t>
            </a:r>
            <a:r>
              <a:rPr sz="2300" b="1" spc="-7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95" dirty="0">
                <a:solidFill>
                  <a:srgbClr val="444444"/>
                </a:solidFill>
                <a:latin typeface="Arial"/>
                <a:cs typeface="Arial"/>
              </a:rPr>
              <a:t>moving</a:t>
            </a:r>
            <a:r>
              <a:rPr sz="2300" b="1" spc="-6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120" dirty="0">
                <a:solidFill>
                  <a:srgbClr val="444444"/>
                </a:solidFill>
                <a:latin typeface="Arial"/>
                <a:cs typeface="Arial"/>
              </a:rPr>
              <a:t>on</a:t>
            </a:r>
            <a:r>
              <a:rPr sz="2300" b="1" spc="-6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40" dirty="0">
                <a:solidFill>
                  <a:srgbClr val="444444"/>
                </a:solidFill>
                <a:latin typeface="Arial"/>
                <a:cs typeface="Arial"/>
              </a:rPr>
              <a:t>from</a:t>
            </a:r>
            <a:r>
              <a:rPr sz="2300" b="1" spc="-6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444444"/>
                </a:solidFill>
                <a:latin typeface="Arial"/>
                <a:cs typeface="Arial"/>
              </a:rPr>
              <a:t>a</a:t>
            </a:r>
            <a:r>
              <a:rPr sz="2300" b="1" spc="-6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60" dirty="0">
                <a:solidFill>
                  <a:srgbClr val="444444"/>
                </a:solidFill>
                <a:latin typeface="Arial"/>
                <a:cs typeface="Arial"/>
              </a:rPr>
              <a:t>section,</a:t>
            </a:r>
            <a:r>
              <a:rPr sz="2300" b="1" spc="-6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60" dirty="0">
                <a:solidFill>
                  <a:srgbClr val="444444"/>
                </a:solidFill>
                <a:latin typeface="Arial"/>
                <a:cs typeface="Arial"/>
              </a:rPr>
              <a:t>make</a:t>
            </a:r>
            <a:r>
              <a:rPr sz="2300" b="1" spc="-6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90" dirty="0">
                <a:solidFill>
                  <a:srgbClr val="444444"/>
                </a:solidFill>
                <a:latin typeface="Arial"/>
                <a:cs typeface="Arial"/>
              </a:rPr>
              <a:t>sure</a:t>
            </a:r>
            <a:r>
              <a:rPr sz="2300" b="1" spc="-7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444444"/>
                </a:solidFill>
                <a:latin typeface="Arial"/>
                <a:cs typeface="Arial"/>
              </a:rPr>
              <a:t>that</a:t>
            </a:r>
            <a:r>
              <a:rPr sz="2300" b="1" spc="-6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120" dirty="0">
                <a:solidFill>
                  <a:srgbClr val="444444"/>
                </a:solidFill>
                <a:latin typeface="Arial"/>
                <a:cs typeface="Arial"/>
              </a:rPr>
              <a:t>you</a:t>
            </a:r>
            <a:r>
              <a:rPr sz="2300" b="1" spc="-6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90" dirty="0">
                <a:solidFill>
                  <a:srgbClr val="444444"/>
                </a:solidFill>
                <a:latin typeface="Arial"/>
                <a:cs typeface="Arial"/>
              </a:rPr>
              <a:t>understand</a:t>
            </a:r>
            <a:r>
              <a:rPr sz="2300" b="1" spc="-6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60" dirty="0">
                <a:solidFill>
                  <a:srgbClr val="444444"/>
                </a:solidFill>
                <a:latin typeface="Arial"/>
                <a:cs typeface="Arial"/>
              </a:rPr>
              <a:t>exactly</a:t>
            </a:r>
            <a:r>
              <a:rPr sz="2300" b="1" spc="-6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55" dirty="0">
                <a:solidFill>
                  <a:srgbClr val="444444"/>
                </a:solidFill>
                <a:latin typeface="Arial"/>
                <a:cs typeface="Arial"/>
              </a:rPr>
              <a:t>what</a:t>
            </a:r>
            <a:r>
              <a:rPr sz="2300" b="1" spc="-6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85" dirty="0">
                <a:solidFill>
                  <a:srgbClr val="444444"/>
                </a:solidFill>
                <a:latin typeface="Arial"/>
                <a:cs typeface="Arial"/>
              </a:rPr>
              <a:t>was</a:t>
            </a:r>
            <a:r>
              <a:rPr sz="2300" b="1" spc="-6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85" dirty="0">
                <a:solidFill>
                  <a:srgbClr val="444444"/>
                </a:solidFill>
                <a:latin typeface="Arial"/>
                <a:cs typeface="Arial"/>
              </a:rPr>
              <a:t>covered.</a:t>
            </a:r>
            <a:r>
              <a:rPr sz="2300" b="1" spc="-7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spc="-55" dirty="0">
                <a:solidFill>
                  <a:srgbClr val="444444"/>
                </a:solidFill>
                <a:latin typeface="Arial"/>
                <a:cs typeface="Arial"/>
              </a:rPr>
              <a:t>Take</a:t>
            </a:r>
            <a:r>
              <a:rPr sz="2300" spc="-7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a</a:t>
            </a:r>
            <a:r>
              <a:rPr sz="2300" spc="-7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spc="-30" dirty="0">
                <a:solidFill>
                  <a:srgbClr val="444444"/>
                </a:solidFill>
                <a:latin typeface="Arial"/>
                <a:cs typeface="Arial"/>
              </a:rPr>
              <a:t>break,</a:t>
            </a:r>
            <a:r>
              <a:rPr sz="2300" spc="-7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review</a:t>
            </a:r>
            <a:r>
              <a:rPr sz="2300" spc="-7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sz="2300" spc="-7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spc="-20" dirty="0">
                <a:solidFill>
                  <a:srgbClr val="444444"/>
                </a:solidFill>
                <a:latin typeface="Arial"/>
                <a:cs typeface="Arial"/>
              </a:rPr>
              <a:t>code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we</a:t>
            </a:r>
            <a:r>
              <a:rPr sz="2300" spc="-2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wrote,</a:t>
            </a:r>
            <a:r>
              <a:rPr sz="2300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review</a:t>
            </a:r>
            <a:r>
              <a:rPr sz="2300" spc="-2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your</a:t>
            </a:r>
            <a:r>
              <a:rPr sz="2300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notes,</a:t>
            </a:r>
            <a:r>
              <a:rPr sz="2300" spc="-2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review</a:t>
            </a:r>
            <a:r>
              <a:rPr sz="2300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sz="2300" spc="-2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projects</a:t>
            </a:r>
            <a:r>
              <a:rPr sz="2300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we</a:t>
            </a:r>
            <a:r>
              <a:rPr sz="2300" spc="-2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built,</a:t>
            </a:r>
            <a:r>
              <a:rPr sz="2300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and</a:t>
            </a:r>
            <a:r>
              <a:rPr sz="2300" spc="-2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maybe</a:t>
            </a:r>
            <a:r>
              <a:rPr sz="2300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spc="-20" dirty="0">
                <a:solidFill>
                  <a:srgbClr val="444444"/>
                </a:solidFill>
                <a:latin typeface="Arial"/>
                <a:cs typeface="Arial"/>
              </a:rPr>
              <a:t>even </a:t>
            </a:r>
            <a:r>
              <a:rPr sz="2300" spc="50" dirty="0">
                <a:solidFill>
                  <a:srgbClr val="444444"/>
                </a:solidFill>
                <a:latin typeface="Arial"/>
                <a:cs typeface="Arial"/>
              </a:rPr>
              <a:t>write</a:t>
            </a:r>
            <a:r>
              <a:rPr sz="2300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some</a:t>
            </a:r>
            <a:r>
              <a:rPr sz="2300" spc="-2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code</a:t>
            </a:r>
            <a:r>
              <a:rPr sz="2300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44444"/>
                </a:solidFill>
                <a:latin typeface="Arial"/>
                <a:cs typeface="Arial"/>
              </a:rPr>
              <a:t>yourself.</a:t>
            </a:r>
            <a:endParaRPr sz="23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11710" y="5256545"/>
            <a:ext cx="4775835" cy="3809365"/>
            <a:chOff x="2311710" y="5256545"/>
            <a:chExt cx="4775835" cy="380936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11710" y="5256545"/>
              <a:ext cx="4775340" cy="33541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32919" y="8332607"/>
              <a:ext cx="732961" cy="732961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7368785" y="5237451"/>
            <a:ext cx="4725670" cy="3828415"/>
            <a:chOff x="7368785" y="5237451"/>
            <a:chExt cx="4725670" cy="382841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68785" y="5237451"/>
              <a:ext cx="4725319" cy="335441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64962" y="8332607"/>
              <a:ext cx="732961" cy="732961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12358304" y="5237450"/>
            <a:ext cx="5434330" cy="3828415"/>
            <a:chOff x="12358304" y="5237450"/>
            <a:chExt cx="5434330" cy="382841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358304" y="5237450"/>
              <a:ext cx="5434084" cy="335428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08861" y="8332606"/>
              <a:ext cx="732961" cy="732961"/>
            </a:xfrm>
            <a:prstGeom prst="rect">
              <a:avLst/>
            </a:prstGeom>
          </p:spPr>
        </p:pic>
      </p:grpSp>
      <p:sp>
        <p:nvSpPr>
          <p:cNvPr id="18" name="object 3">
            <a:extLst>
              <a:ext uri="{FF2B5EF4-FFF2-40B4-BE49-F238E27FC236}">
                <a16:creationId xmlns="" xmlns:a16="http://schemas.microsoft.com/office/drawing/2014/main" id="{58ED5ABD-CA65-7C77-7810-D147A66D2A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309" y="293573"/>
            <a:ext cx="16306741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44295" algn="l"/>
                <a:tab pos="2792730" algn="l"/>
                <a:tab pos="6553834" algn="l"/>
                <a:tab pos="8288655" algn="l"/>
                <a:tab pos="9206230" algn="l"/>
              </a:tabLst>
            </a:pPr>
            <a:r>
              <a:rPr dirty="0"/>
              <a:t>SOME</a:t>
            </a:r>
            <a:r>
              <a:rPr lang="en-US" dirty="0"/>
              <a:t> </a:t>
            </a:r>
            <a:r>
              <a:rPr dirty="0"/>
              <a:t>QUICK</a:t>
            </a:r>
            <a:r>
              <a:rPr lang="en-US" dirty="0"/>
              <a:t> </a:t>
            </a:r>
            <a:r>
              <a:rPr dirty="0"/>
              <a:t>CONSIDERATIONS	</a:t>
            </a:r>
            <a:r>
              <a:rPr lang="en-US" dirty="0"/>
              <a:t> </a:t>
            </a:r>
            <a:r>
              <a:rPr dirty="0"/>
              <a:t>BEFORE</a:t>
            </a:r>
            <a:r>
              <a:rPr lang="en-US" dirty="0"/>
              <a:t> </a:t>
            </a:r>
            <a:r>
              <a:rPr dirty="0"/>
              <a:t>WE</a:t>
            </a:r>
            <a:r>
              <a:rPr lang="en-US" dirty="0"/>
              <a:t> </a:t>
            </a:r>
            <a:r>
              <a:rPr dirty="0"/>
              <a:t>START...</a:t>
            </a:r>
          </a:p>
        </p:txBody>
      </p:sp>
      <p:pic>
        <p:nvPicPr>
          <p:cNvPr id="19" name="object 4">
            <a:extLst>
              <a:ext uri="{FF2B5EF4-FFF2-40B4-BE49-F238E27FC236}">
                <a16:creationId xmlns="" xmlns:a16="http://schemas.microsoft.com/office/drawing/2014/main" id="{244F5BB0-6D57-CFA7-CF06-BB8C98FB34CA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127695" y="457271"/>
            <a:ext cx="628253" cy="6282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190" y="5818554"/>
            <a:ext cx="5156425" cy="29004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0104099" cy="136121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0893" y="2810604"/>
            <a:ext cx="439777" cy="43977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336446" y="2704054"/>
            <a:ext cx="14942185" cy="10331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700"/>
              </a:lnSpc>
              <a:spcBef>
                <a:spcPts val="95"/>
              </a:spcBef>
            </a:pPr>
            <a:r>
              <a:rPr sz="2300" b="1" dirty="0">
                <a:solidFill>
                  <a:srgbClr val="444444"/>
                </a:solidFill>
                <a:latin typeface="Arial"/>
                <a:cs typeface="Arial"/>
              </a:rPr>
              <a:t>Most</a:t>
            </a:r>
            <a:r>
              <a:rPr sz="2300" b="1" spc="-4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65" dirty="0">
                <a:solidFill>
                  <a:srgbClr val="444444"/>
                </a:solidFill>
                <a:latin typeface="Arial"/>
                <a:cs typeface="Arial"/>
              </a:rPr>
              <a:t>importantly,</a:t>
            </a:r>
            <a:r>
              <a:rPr sz="2300" b="1" spc="-4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95" dirty="0">
                <a:solidFill>
                  <a:srgbClr val="444444"/>
                </a:solidFill>
                <a:latin typeface="Arial"/>
                <a:cs typeface="Arial"/>
              </a:rPr>
              <a:t>have</a:t>
            </a:r>
            <a:r>
              <a:rPr sz="2300" b="1" spc="-4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80" dirty="0">
                <a:solidFill>
                  <a:srgbClr val="444444"/>
                </a:solidFill>
                <a:latin typeface="Arial"/>
                <a:cs typeface="Arial"/>
              </a:rPr>
              <a:t>fun!</a:t>
            </a:r>
            <a:r>
              <a:rPr sz="2300" b="1" spc="-4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It’s</a:t>
            </a:r>
            <a:r>
              <a:rPr sz="2300" spc="-5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so</a:t>
            </a:r>
            <a:r>
              <a:rPr sz="2300" spc="-5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rewarding</a:t>
            </a:r>
            <a:r>
              <a:rPr sz="2300" spc="-4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spc="85" dirty="0">
                <a:solidFill>
                  <a:srgbClr val="444444"/>
                </a:solidFill>
                <a:latin typeface="Arial"/>
                <a:cs typeface="Arial"/>
              </a:rPr>
              <a:t>to</a:t>
            </a:r>
            <a:r>
              <a:rPr sz="2300" spc="-5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see</a:t>
            </a:r>
            <a:r>
              <a:rPr sz="2300" spc="-5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something</a:t>
            </a:r>
            <a:r>
              <a:rPr sz="2300" spc="-4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spc="75" dirty="0">
                <a:solidFill>
                  <a:srgbClr val="444444"/>
                </a:solidFill>
                <a:latin typeface="Arial"/>
                <a:cs typeface="Arial"/>
              </a:rPr>
              <a:t>that</a:t>
            </a:r>
            <a:r>
              <a:rPr sz="2300" spc="-4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150" dirty="0">
                <a:solidFill>
                  <a:srgbClr val="444444"/>
                </a:solidFill>
                <a:latin typeface="Arial"/>
                <a:cs typeface="Arial"/>
              </a:rPr>
              <a:t>YOU</a:t>
            </a:r>
            <a:r>
              <a:rPr sz="2300" b="1" spc="-5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have</a:t>
            </a:r>
            <a:r>
              <a:rPr sz="2300" spc="-5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44444"/>
                </a:solidFill>
                <a:latin typeface="Arial"/>
                <a:cs typeface="Arial"/>
              </a:rPr>
              <a:t>built</a:t>
            </a:r>
            <a:r>
              <a:rPr sz="2300" spc="-4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b="1" spc="-140" dirty="0">
                <a:solidFill>
                  <a:srgbClr val="444444"/>
                </a:solidFill>
                <a:latin typeface="Arial"/>
                <a:cs typeface="Arial"/>
              </a:rPr>
              <a:t>YOURSELF</a:t>
            </a:r>
            <a:r>
              <a:rPr sz="2300" spc="-140" dirty="0">
                <a:solidFill>
                  <a:srgbClr val="444444"/>
                </a:solidFill>
                <a:latin typeface="Arial"/>
                <a:cs typeface="Arial"/>
              </a:rPr>
              <a:t>!</a:t>
            </a:r>
            <a:r>
              <a:rPr sz="2300" spc="-5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So</a:t>
            </a:r>
            <a:r>
              <a:rPr sz="2300" spc="-5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spc="105" dirty="0">
                <a:solidFill>
                  <a:srgbClr val="444444"/>
                </a:solidFill>
                <a:latin typeface="Arial"/>
                <a:cs typeface="Arial"/>
              </a:rPr>
              <a:t>if</a:t>
            </a:r>
            <a:r>
              <a:rPr sz="2300" spc="-4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you’re</a:t>
            </a:r>
            <a:r>
              <a:rPr sz="2300" spc="-5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44444"/>
                </a:solidFill>
                <a:latin typeface="Arial"/>
                <a:cs typeface="Arial"/>
              </a:rPr>
              <a:t>feeling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frustrated,</a:t>
            </a:r>
            <a:r>
              <a:rPr sz="2300" spc="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44444"/>
                </a:solidFill>
                <a:latin typeface="Arial"/>
                <a:cs typeface="Arial"/>
              </a:rPr>
              <a:t>stop</a:t>
            </a:r>
            <a:r>
              <a:rPr sz="2300" spc="1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whatever</a:t>
            </a:r>
            <a:r>
              <a:rPr sz="2300" spc="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you’re</a:t>
            </a:r>
            <a:r>
              <a:rPr sz="2300" spc="1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doing,</a:t>
            </a:r>
            <a:r>
              <a:rPr sz="2300" spc="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and</a:t>
            </a:r>
            <a:r>
              <a:rPr sz="2300" spc="1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come</a:t>
            </a:r>
            <a:r>
              <a:rPr sz="2300" spc="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4444"/>
                </a:solidFill>
                <a:latin typeface="Arial"/>
                <a:cs typeface="Arial"/>
              </a:rPr>
              <a:t>back</a:t>
            </a:r>
            <a:r>
              <a:rPr sz="2300" spc="1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44444"/>
                </a:solidFill>
                <a:latin typeface="Arial"/>
                <a:cs typeface="Arial"/>
              </a:rPr>
              <a:t>later!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08622" y="4977639"/>
            <a:ext cx="6086796" cy="458234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5032432" y="6162669"/>
            <a:ext cx="2604135" cy="3524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50" dirty="0">
                <a:solidFill>
                  <a:srgbClr val="F2425D"/>
                </a:solidFill>
                <a:latin typeface="Arial"/>
                <a:cs typeface="Arial"/>
              </a:rPr>
              <a:t>And</a:t>
            </a:r>
            <a:r>
              <a:rPr sz="2150" spc="-75" dirty="0">
                <a:solidFill>
                  <a:srgbClr val="F2425D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F2425D"/>
                </a:solidFill>
                <a:latin typeface="Arial"/>
                <a:cs typeface="Arial"/>
              </a:rPr>
              <a:t>I</a:t>
            </a:r>
            <a:r>
              <a:rPr sz="2150" spc="-70" dirty="0">
                <a:solidFill>
                  <a:srgbClr val="F2425D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F2425D"/>
                </a:solidFill>
                <a:latin typeface="Arial"/>
                <a:cs typeface="Arial"/>
              </a:rPr>
              <a:t>mean</a:t>
            </a:r>
            <a:r>
              <a:rPr sz="2150" spc="-70" dirty="0">
                <a:solidFill>
                  <a:srgbClr val="F2425D"/>
                </a:solidFill>
                <a:latin typeface="Arial"/>
                <a:cs typeface="Arial"/>
              </a:rPr>
              <a:t> </a:t>
            </a:r>
            <a:r>
              <a:rPr sz="2150" b="1" spc="-185" dirty="0">
                <a:solidFill>
                  <a:srgbClr val="F2425D"/>
                </a:solidFill>
                <a:latin typeface="Arial"/>
                <a:cs typeface="Arial"/>
              </a:rPr>
              <a:t>REAL</a:t>
            </a:r>
            <a:r>
              <a:rPr sz="2150" b="1" spc="-65" dirty="0">
                <a:solidFill>
                  <a:srgbClr val="F2425D"/>
                </a:solidFill>
                <a:latin typeface="Arial"/>
                <a:cs typeface="Arial"/>
              </a:rPr>
              <a:t> </a:t>
            </a:r>
            <a:r>
              <a:rPr sz="2150" spc="30" dirty="0">
                <a:solidFill>
                  <a:srgbClr val="F2425D"/>
                </a:solidFill>
                <a:latin typeface="Arial"/>
                <a:cs typeface="Arial"/>
              </a:rPr>
              <a:t>fun</a:t>
            </a:r>
            <a:endParaRPr sz="215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694267" y="6206781"/>
            <a:ext cx="272243" cy="272243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13466709" y="6305103"/>
            <a:ext cx="1317625" cy="497205"/>
            <a:chOff x="13466709" y="6305103"/>
            <a:chExt cx="1317625" cy="497205"/>
          </a:xfrm>
        </p:grpSpPr>
        <p:sp>
          <p:nvSpPr>
            <p:cNvPr id="12" name="object 12"/>
            <p:cNvSpPr/>
            <p:nvPr/>
          </p:nvSpPr>
          <p:spPr>
            <a:xfrm>
              <a:off x="13569002" y="6326045"/>
              <a:ext cx="1194435" cy="360045"/>
            </a:xfrm>
            <a:custGeom>
              <a:avLst/>
              <a:gdLst/>
              <a:ahLst/>
              <a:cxnLst/>
              <a:rect l="l" t="t" r="r" b="b"/>
              <a:pathLst>
                <a:path w="1194434" h="360045">
                  <a:moveTo>
                    <a:pt x="1194232" y="15352"/>
                  </a:moveTo>
                  <a:lnTo>
                    <a:pt x="1136477" y="9290"/>
                  </a:lnTo>
                  <a:lnTo>
                    <a:pt x="1079711" y="4723"/>
                  </a:lnTo>
                  <a:lnTo>
                    <a:pt x="1023933" y="1653"/>
                  </a:lnTo>
                  <a:lnTo>
                    <a:pt x="969144" y="78"/>
                  </a:lnTo>
                  <a:lnTo>
                    <a:pt x="915342" y="0"/>
                  </a:lnTo>
                  <a:lnTo>
                    <a:pt x="862530" y="1417"/>
                  </a:lnTo>
                  <a:lnTo>
                    <a:pt x="810705" y="4330"/>
                  </a:lnTo>
                  <a:lnTo>
                    <a:pt x="759869" y="8740"/>
                  </a:lnTo>
                  <a:lnTo>
                    <a:pt x="710021" y="14645"/>
                  </a:lnTo>
                  <a:lnTo>
                    <a:pt x="661162" y="22046"/>
                  </a:lnTo>
                  <a:lnTo>
                    <a:pt x="613291" y="30944"/>
                  </a:lnTo>
                  <a:lnTo>
                    <a:pt x="566408" y="41337"/>
                  </a:lnTo>
                  <a:lnTo>
                    <a:pt x="520514" y="53226"/>
                  </a:lnTo>
                  <a:lnTo>
                    <a:pt x="475608" y="66612"/>
                  </a:lnTo>
                  <a:lnTo>
                    <a:pt x="431690" y="81493"/>
                  </a:lnTo>
                  <a:lnTo>
                    <a:pt x="388761" y="97870"/>
                  </a:lnTo>
                  <a:lnTo>
                    <a:pt x="346820" y="115743"/>
                  </a:lnTo>
                  <a:lnTo>
                    <a:pt x="305867" y="135113"/>
                  </a:lnTo>
                  <a:lnTo>
                    <a:pt x="265903" y="155978"/>
                  </a:lnTo>
                  <a:lnTo>
                    <a:pt x="226927" y="178339"/>
                  </a:lnTo>
                  <a:lnTo>
                    <a:pt x="188939" y="202196"/>
                  </a:lnTo>
                  <a:lnTo>
                    <a:pt x="151940" y="227549"/>
                  </a:lnTo>
                  <a:lnTo>
                    <a:pt x="115929" y="254399"/>
                  </a:lnTo>
                  <a:lnTo>
                    <a:pt x="80907" y="282744"/>
                  </a:lnTo>
                  <a:lnTo>
                    <a:pt x="46873" y="312585"/>
                  </a:lnTo>
                  <a:lnTo>
                    <a:pt x="13827" y="343922"/>
                  </a:lnTo>
                  <a:lnTo>
                    <a:pt x="0" y="359658"/>
                  </a:lnTo>
                </a:path>
              </a:pathLst>
            </a:custGeom>
            <a:ln w="41883">
              <a:solidFill>
                <a:srgbClr val="F242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466709" y="6611915"/>
              <a:ext cx="182245" cy="190500"/>
            </a:xfrm>
            <a:custGeom>
              <a:avLst/>
              <a:gdLst/>
              <a:ahLst/>
              <a:cxnLst/>
              <a:rect l="l" t="t" r="r" b="b"/>
              <a:pathLst>
                <a:path w="182244" h="190500">
                  <a:moveTo>
                    <a:pt x="50050" y="0"/>
                  </a:moveTo>
                  <a:lnTo>
                    <a:pt x="0" y="190200"/>
                  </a:lnTo>
                  <a:lnTo>
                    <a:pt x="182193" y="116115"/>
                  </a:lnTo>
                  <a:lnTo>
                    <a:pt x="50050" y="0"/>
                  </a:lnTo>
                  <a:close/>
                </a:path>
              </a:pathLst>
            </a:custGeom>
            <a:solidFill>
              <a:srgbClr val="F242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3">
            <a:extLst>
              <a:ext uri="{FF2B5EF4-FFF2-40B4-BE49-F238E27FC236}">
                <a16:creationId xmlns="" xmlns:a16="http://schemas.microsoft.com/office/drawing/2014/main" id="{5275191D-BE3A-42D0-B925-7221CC18C7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309" y="293573"/>
            <a:ext cx="16306741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44295" algn="l"/>
                <a:tab pos="2792730" algn="l"/>
                <a:tab pos="6553834" algn="l"/>
                <a:tab pos="8288655" algn="l"/>
                <a:tab pos="9206230" algn="l"/>
              </a:tabLst>
            </a:pPr>
            <a:r>
              <a:rPr dirty="0"/>
              <a:t>SOME</a:t>
            </a:r>
            <a:r>
              <a:rPr lang="en-US" dirty="0"/>
              <a:t> </a:t>
            </a:r>
            <a:r>
              <a:rPr dirty="0"/>
              <a:t>QUICK</a:t>
            </a:r>
            <a:r>
              <a:rPr lang="en-US" dirty="0"/>
              <a:t> </a:t>
            </a:r>
            <a:r>
              <a:rPr dirty="0"/>
              <a:t>CONSIDERATIONS	</a:t>
            </a:r>
            <a:r>
              <a:rPr lang="en-US" dirty="0"/>
              <a:t> </a:t>
            </a:r>
            <a:r>
              <a:rPr dirty="0"/>
              <a:t>BEFORE</a:t>
            </a:r>
            <a:r>
              <a:rPr lang="en-US" dirty="0"/>
              <a:t> </a:t>
            </a:r>
            <a:r>
              <a:rPr dirty="0"/>
              <a:t>WE</a:t>
            </a:r>
            <a:r>
              <a:rPr lang="en-US" dirty="0"/>
              <a:t> </a:t>
            </a:r>
            <a:r>
              <a:rPr dirty="0"/>
              <a:t>START...</a:t>
            </a:r>
          </a:p>
        </p:txBody>
      </p:sp>
      <p:pic>
        <p:nvPicPr>
          <p:cNvPr id="17" name="object 4">
            <a:extLst>
              <a:ext uri="{FF2B5EF4-FFF2-40B4-BE49-F238E27FC236}">
                <a16:creationId xmlns="" xmlns:a16="http://schemas.microsoft.com/office/drawing/2014/main" id="{088E3406-4F92-7839-9F71-ECD07DEF907D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885106" y="445466"/>
            <a:ext cx="628253" cy="6282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5660" y="4054475"/>
            <a:ext cx="18432780" cy="20746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05985" marR="5080" indent="-4693920" algn="ctr">
              <a:lnSpc>
                <a:spcPct val="109800"/>
              </a:lnSpc>
              <a:spcBef>
                <a:spcPts val="105"/>
              </a:spcBef>
            </a:pPr>
            <a:r>
              <a:rPr lang="en-US" sz="13200" b="0" spc="-160" dirty="0">
                <a:solidFill>
                  <a:srgbClr val="444444"/>
                </a:solidFill>
                <a:latin typeface="Arial"/>
                <a:cs typeface="Arial"/>
              </a:rPr>
              <a:t>THANK YOU</a:t>
            </a:r>
            <a:endParaRPr sz="13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2710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4444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450</Words>
  <Application>Microsoft Office PowerPoint</Application>
  <PresentationFormat>Custom</PresentationFormat>
  <Paragraphs>91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slides for theory lectures</vt:lpstr>
      <vt:lpstr>PowerPoint Presentation</vt:lpstr>
      <vt:lpstr>WELCOME</vt:lpstr>
      <vt:lpstr>SOME QUICK CONSIDERATIONS  BEFORE WE START...</vt:lpstr>
      <vt:lpstr>SOME QUICK CONSIDERATIONS  BEFORE WE START...</vt:lpstr>
      <vt:lpstr>SOME QUICK CONSIDERATIONS  BEFORE WE START...</vt:lpstr>
      <vt:lpstr>SOME QUICK CONSIDERATIONS  BEFORE WE START...</vt:lpstr>
      <vt:lpstr>SOME QUICK CONSIDERATIONS  BEFORE WE START...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theory-lectures-v2</dc:title>
  <cp:lastModifiedBy>Student</cp:lastModifiedBy>
  <cp:revision>4</cp:revision>
  <dcterms:created xsi:type="dcterms:W3CDTF">2023-08-06T02:32:59Z</dcterms:created>
  <dcterms:modified xsi:type="dcterms:W3CDTF">2024-12-19T01:41:38Z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2023-08-06T00:00:00Z</vt:filetime>
  </property>
  <property fmtid="{D5CDD505-2E9C-101B-9397-08002B2CF9AE}" pid="3" name="Creator">
    <vt:lpwstr>Keynote</vt:lpwstr>
  </property>
  <property fmtid="{D5CDD505-2E9C-101B-9397-08002B2CF9AE}" pid="4" name="LastSaved">
    <vt:filetime>2023-08-06T00:00:00Z</vt:filetime>
  </property>
  <property fmtid="{D5CDD505-2E9C-101B-9397-08002B2CF9AE}" pid="5" name="Producer">
    <vt:lpwstr>macOS Version 11.0.1 (Build 20B29) Quartz PDFContext</vt:lpwstr>
  </property>
</Properties>
</file>