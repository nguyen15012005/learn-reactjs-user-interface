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12192000"/>
  <p:notesSz cx="6858000" cy="9144000"/>
  <p:embeddedFontLst>
    <p:embeddedFont>
      <p:font typeface="Nunito"/>
      <p:regular r:id="rId45"/>
      <p:bold r:id="rId46"/>
      <p:italic r:id="rId47"/>
      <p:boldItalic r:id="rId48"/>
    </p:embeddedFont>
    <p:embeddedFont>
      <p:font typeface="Arial Black"/>
      <p:regular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0" roundtripDataSignature="AMtx7mh3D3afomt2tZLro8JCbe2CNTuQ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C25212-3E5A-4603-8A53-6B52964FEA18}">
  <a:tblStyle styleId="{75C25212-3E5A-4603-8A53-6B52964FEA18}" styleName="Table_0">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E8E8E8"/>
          </a:solidFill>
        </a:fill>
      </a:tcStyle>
    </a:wholeTbl>
    <a:band1H>
      <a:tcTxStyle/>
      <a:tcStyle>
        <a:fill>
          <a:solidFill>
            <a:srgbClr val="CFCECD"/>
          </a:solidFill>
        </a:fill>
      </a:tcStyle>
    </a:band1H>
    <a:band2H>
      <a:tcTxStyle/>
    </a:band2H>
    <a:band1V>
      <a:tcTxStyle/>
      <a:tcStyle>
        <a:fill>
          <a:solidFill>
            <a:srgbClr val="CFCECD"/>
          </a:solidFill>
        </a:fill>
      </a:tcStyle>
    </a:band1V>
    <a:band2V>
      <a:tcTxStyle/>
    </a:band2V>
    <a:lastCol>
      <a:tcTxStyle b="on" i="off"/>
    </a:lastCol>
    <a:firstCol>
      <a:tcTxStyle b="on" i="off"/>
    </a:firstCol>
    <a:lastRow>
      <a:tcTxStyle b="on" i="off"/>
      <a:tcStyle>
        <a:tcBdr>
          <a:top>
            <a:ln cap="flat" cmpd="sng" w="25400">
              <a:solidFill>
                <a:schemeClr val="dk1"/>
              </a:solidFill>
              <a:prstDash val="solid"/>
              <a:round/>
              <a:headEnd len="sm" w="sm" type="none"/>
              <a:tailEnd len="sm" w="sm" type="none"/>
            </a:ln>
          </a:top>
        </a:tcBdr>
        <a:fill>
          <a:solidFill>
            <a:srgbClr val="E8E8E8"/>
          </a:solidFill>
        </a:fill>
      </a:tcStyle>
    </a:lastRow>
    <a:seCell>
      <a:tcTxStyle/>
    </a:seCell>
    <a:swCell>
      <a:tcTxStyle/>
    </a:swCell>
    <a:firstRow>
      <a:tcTxStyle b="on" i="off"/>
      <a:tcStyle>
        <a:fill>
          <a:solidFill>
            <a:srgbClr val="E8E8E8"/>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Nunito-bold.fntdata"/><Relationship Id="rId45"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Nunito-boldItalic.fntdata"/><Relationship Id="rId47" Type="http://schemas.openxmlformats.org/officeDocument/2006/relationships/font" Target="fonts/Nunito-italic.fntdata"/><Relationship Id="rId49"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eeksforgeeks.org/html-tags-a-to-z-lis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1" lang="en-US">
                <a:latin typeface="Arial"/>
                <a:ea typeface="Arial"/>
                <a:cs typeface="Arial"/>
                <a:sym typeface="Arial"/>
              </a:rPr>
              <a:t>NOTE:</a:t>
            </a:r>
            <a:endParaRPr/>
          </a:p>
          <a:p>
            <a:pPr indent="0" lvl="0" marL="0" rtl="0" algn="l">
              <a:spcBef>
                <a:spcPts val="0"/>
              </a:spcBef>
              <a:spcAft>
                <a:spcPts val="0"/>
              </a:spcAft>
              <a:buNone/>
            </a:pPr>
            <a:r>
              <a:rPr i="1" lang="en-US">
                <a:latin typeface="Arial"/>
                <a:ea typeface="Arial"/>
                <a:cs typeface="Arial"/>
                <a:sym typeface="Arial"/>
              </a:rPr>
              <a:t>To change the  image on this slide, select the picture and delete it. Then click the Pictures icon in the placeholder to insert your own image.</a:t>
            </a:r>
            <a:endParaRPr/>
          </a:p>
        </p:txBody>
      </p:sp>
      <p:sp>
        <p:nvSpPr>
          <p:cNvPr id="124" name="Google Shape;12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a:solidFill>
                  <a:srgbClr val="273239"/>
                </a:solidFill>
                <a:latin typeface="Nunito"/>
                <a:ea typeface="Nunito"/>
                <a:cs typeface="Nunito"/>
                <a:sym typeface="Nunito"/>
              </a:rPr>
              <a:t>Note</a:t>
            </a:r>
            <a:r>
              <a:rPr b="0" i="0" lang="en-US">
                <a:solidFill>
                  <a:srgbClr val="273239"/>
                </a:solidFill>
                <a:latin typeface="Nunito"/>
                <a:ea typeface="Nunito"/>
                <a:cs typeface="Nunito"/>
                <a:sym typeface="Nunito"/>
              </a:rPr>
              <a:t>: The name of a component should always start with a capital letter. This is done to differentiate a component tag from an </a:t>
            </a:r>
            <a:r>
              <a:rPr b="1" i="0" lang="en-US" u="sng">
                <a:solidFill>
                  <a:schemeClr val="hlink"/>
                </a:solidFill>
                <a:latin typeface="Nunito"/>
                <a:ea typeface="Nunito"/>
                <a:cs typeface="Nunito"/>
                <a:sym typeface="Nunito"/>
                <a:hlinkClick r:id="rId2"/>
              </a:rPr>
              <a:t>HTML tag</a:t>
            </a:r>
            <a:r>
              <a:rPr b="0" i="0" lang="en-US">
                <a:solidFill>
                  <a:srgbClr val="273239"/>
                </a:solidFill>
                <a:latin typeface="Nunito"/>
                <a:ea typeface="Nunito"/>
                <a:cs typeface="Nunito"/>
                <a:sym typeface="Nunito"/>
              </a:rPr>
              <a:t>.</a:t>
            </a:r>
            <a:endParaRPr/>
          </a:p>
        </p:txBody>
      </p:sp>
      <p:sp>
        <p:nvSpPr>
          <p:cNvPr id="181" name="Google Shape;18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API là cơ chế cho phép hai thành phần phần mềm giao tiếp với nhau bằng một tập hợp các định nghĩa và giao thức.</a:t>
            </a:r>
            <a:endParaRPr/>
          </a:p>
          <a:p>
            <a:pPr indent="0" lvl="0" marL="0" rtl="0" algn="l">
              <a:spcBef>
                <a:spcPts val="0"/>
              </a:spcBef>
              <a:spcAft>
                <a:spcPts val="0"/>
              </a:spcAft>
              <a:buNone/>
            </a:pPr>
            <a:r>
              <a:rPr lang="en-US"/>
              <a:t>Ví dụ, hệ thống phần mềm của cơ quan thời tiết chứa dữ liệu thời tiết hàng ngày. Ứng dụng thời tiết trên điện thoại của bạn "giao tiếp" với hệ thống này thông qua API và hiển thị cho bạn thông tin cập nhật thời tiết hàng ngày trên điện thoại.</a:t>
            </a:r>
            <a:endParaRPr/>
          </a:p>
        </p:txBody>
      </p:sp>
      <p:sp>
        <p:nvSpPr>
          <p:cNvPr id="224" name="Google Shape;22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method: Specifies POST.headers: Defines the content type.body: The data to send (converted to JSON)</a:t>
            </a:r>
            <a:endParaRPr/>
          </a:p>
        </p:txBody>
      </p:sp>
      <p:sp>
        <p:nvSpPr>
          <p:cNvPr id="275" name="Google Shape;27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Streaming Responses: Fetch hỗ trợ đọc các phản hồi lớn theo từng phần.</a:t>
            </a:r>
            <a:endParaRPr/>
          </a:p>
          <a:p>
            <a:pPr indent="0" lvl="0" marL="0" rtl="0" algn="l">
              <a:spcBef>
                <a:spcPts val="0"/>
              </a:spcBef>
              <a:spcAft>
                <a:spcPts val="0"/>
              </a:spcAft>
              <a:buNone/>
            </a:pPr>
            <a:r>
              <a:rPr lang="en-US"/>
              <a:t>AbortController: Cho phép bạn hủy các yêu cầu đang diễn ra.</a:t>
            </a:r>
            <a:endParaRPr/>
          </a:p>
        </p:txBody>
      </p:sp>
      <p:sp>
        <p:nvSpPr>
          <p:cNvPr id="297" name="Google Shape;29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Không hỗ trợ thời gian chờ gốc (yêu cầu triển khai tùy chỉnh).</a:t>
            </a:r>
            <a:endParaRPr/>
          </a:p>
          <a:p>
            <a:pPr indent="0" lvl="0" marL="0" rtl="0" algn="l">
              <a:spcBef>
                <a:spcPts val="0"/>
              </a:spcBef>
              <a:spcAft>
                <a:spcPts val="0"/>
              </a:spcAft>
              <a:buNone/>
            </a:pPr>
            <a:r>
              <a:rPr lang="en-US"/>
              <a:t>Lỗi HTTP (như 404, 500) không từ chối Promise.</a:t>
            </a:r>
            <a:endParaRPr/>
          </a:p>
          <a:p>
            <a:pPr indent="0" lvl="0" marL="0" rtl="0" algn="l">
              <a:spcBef>
                <a:spcPts val="0"/>
              </a:spcBef>
              <a:spcAft>
                <a:spcPts val="0"/>
              </a:spcAft>
              <a:buNone/>
            </a:pPr>
            <a:r>
              <a:rPr lang="en-US"/>
              <a:t>Hỗ trợ trình duyệt hạn chế trong các phiên bản cũ hơn.</a:t>
            </a:r>
            <a:endParaRPr/>
          </a:p>
        </p:txBody>
      </p:sp>
      <p:sp>
        <p:nvSpPr>
          <p:cNvPr id="312" name="Google Shape;31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Nó dựa trên Promises và hoạt động trên cả trình duyệt và Node.js.</a:t>
            </a:r>
            <a:endParaRPr/>
          </a:p>
          <a:p>
            <a:pPr indent="0" lvl="0" marL="0" rtl="0" algn="l">
              <a:spcBef>
                <a:spcPts val="0"/>
              </a:spcBef>
              <a:spcAft>
                <a:spcPts val="0"/>
              </a:spcAft>
              <a:buNone/>
            </a:pPr>
            <a:r>
              <a:rPr lang="en-US"/>
              <a:t>Cung cấp API đơn giản để gửi các yêu cầu không đồng bộ đến API và xử lý phản hồi.</a:t>
            </a:r>
            <a:endParaRPr/>
          </a:p>
          <a:p>
            <a:pPr indent="0" lvl="0" marL="0" rtl="0" algn="l">
              <a:spcBef>
                <a:spcPts val="0"/>
              </a:spcBef>
              <a:spcAft>
                <a:spcPts val="0"/>
              </a:spcAft>
              <a:buNone/>
            </a:pPr>
            <a:r>
              <a:rPr lang="en-US"/>
              <a:t>Hỗ trợ các tính năng JavaScript hiện đại và tích hợp dễ dàng với các khung như React, Vue và Angular.</a:t>
            </a:r>
            <a:endParaRPr/>
          </a:p>
        </p:txBody>
      </p:sp>
      <p:sp>
        <p:nvSpPr>
          <p:cNvPr id="319" name="Google Shape;31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Arial"/>
              <a:buChar char="•"/>
            </a:pPr>
            <a:r>
              <a:rPr lang="en-US"/>
              <a:t>Explanation:get method is used to fetch data.</a:t>
            </a:r>
            <a:endParaRPr/>
          </a:p>
          <a:p>
            <a:pPr indent="-76200" lvl="0" marL="0" rtl="0" algn="l">
              <a:spcBef>
                <a:spcPts val="0"/>
              </a:spcBef>
              <a:spcAft>
                <a:spcPts val="0"/>
              </a:spcAft>
              <a:buClr>
                <a:schemeClr val="dk1"/>
              </a:buClr>
              <a:buSzPts val="1200"/>
              <a:buFont typeface="Arial"/>
              <a:buChar char="•"/>
            </a:pPr>
            <a:r>
              <a:rPr lang="en-US"/>
              <a:t>response.data contains the fetched data.</a:t>
            </a:r>
            <a:endParaRPr/>
          </a:p>
          <a:p>
            <a:pPr indent="-76200" lvl="0" marL="0" rtl="0" algn="l">
              <a:spcBef>
                <a:spcPts val="0"/>
              </a:spcBef>
              <a:spcAft>
                <a:spcPts val="0"/>
              </a:spcAft>
              <a:buClr>
                <a:schemeClr val="dk1"/>
              </a:buClr>
              <a:buSzPts val="1200"/>
              <a:buFont typeface="Arial"/>
              <a:buChar char="•"/>
            </a:pPr>
            <a:r>
              <a:rPr lang="en-US"/>
              <a:t>Handles both success and error cases.</a:t>
            </a:r>
            <a:endParaRPr/>
          </a:p>
          <a:p>
            <a:pPr indent="0" lvl="0" marL="0" rtl="0" algn="l">
              <a:spcBef>
                <a:spcPts val="0"/>
              </a:spcBef>
              <a:spcAft>
                <a:spcPts val="0"/>
              </a:spcAft>
              <a:buNone/>
            </a:pPr>
            <a:r>
              <a:t/>
            </a:r>
            <a:endParaRPr/>
          </a:p>
        </p:txBody>
      </p:sp>
      <p:sp>
        <p:nvSpPr>
          <p:cNvPr id="348" name="Google Shape;34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Explanation:Async/Await syntax provides cleaner and more readable code for asynchronous requests.</a:t>
            </a:r>
            <a:endParaRPr/>
          </a:p>
          <a:p>
            <a:pPr indent="0" lvl="0" marL="0" rtl="0" algn="l">
              <a:spcBef>
                <a:spcPts val="0"/>
              </a:spcBef>
              <a:spcAft>
                <a:spcPts val="0"/>
              </a:spcAft>
              <a:buNone/>
            </a:pPr>
            <a:r>
              <a:t/>
            </a:r>
            <a:endParaRPr/>
          </a:p>
        </p:txBody>
      </p:sp>
      <p:sp>
        <p:nvSpPr>
          <p:cNvPr id="356" name="Google Shape;35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Explanation:Interceptors allow modification or logging of requests/responses before they are processed.</a:t>
            </a:r>
            <a:endParaRPr/>
          </a:p>
          <a:p>
            <a:pPr indent="0" lvl="0" marL="0" rtl="0" algn="l">
              <a:spcBef>
                <a:spcPts val="0"/>
              </a:spcBef>
              <a:spcAft>
                <a:spcPts val="0"/>
              </a:spcAft>
              <a:buNone/>
            </a:pPr>
            <a:r>
              <a:t/>
            </a:r>
            <a:endParaRPr/>
          </a:p>
        </p:txBody>
      </p:sp>
      <p:sp>
        <p:nvSpPr>
          <p:cNvPr id="371" name="Google Shape;37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showMasterSp="0">
  <p:cSld name="Title Slide with Picture">
    <p:spTree>
      <p:nvGrpSpPr>
        <p:cNvPr id="18" name="Shape 18"/>
        <p:cNvGrpSpPr/>
        <p:nvPr/>
      </p:nvGrpSpPr>
      <p:grpSpPr>
        <a:xfrm>
          <a:off x="0" y="0"/>
          <a:ext cx="0" cy="0"/>
          <a:chOff x="0" y="0"/>
          <a:chExt cx="0" cy="0"/>
        </a:xfrm>
      </p:grpSpPr>
      <p:sp>
        <p:nvSpPr>
          <p:cNvPr id="19" name="Google Shape;19;p43"/>
          <p:cNvSpPr txBox="1"/>
          <p:nvPr>
            <p:ph type="ctrTitle"/>
          </p:nvPr>
        </p:nvSpPr>
        <p:spPr>
          <a:xfrm>
            <a:off x="1104900" y="2292094"/>
            <a:ext cx="573405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43"/>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dk1"/>
              </a:buClr>
              <a:buSzPts val="1800"/>
              <a:buNone/>
              <a:defRPr sz="18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descr="An empty placeholder to add an image. Click on the placeholder and select the image that you wish to add." id="21" name="Google Shape;21;p43"/>
          <p:cNvSpPr/>
          <p:nvPr>
            <p:ph idx="2" type="pic"/>
          </p:nvPr>
        </p:nvSpPr>
        <p:spPr>
          <a:xfrm>
            <a:off x="6981063" y="1310656"/>
            <a:ext cx="5210937" cy="4208604"/>
          </a:xfrm>
          <a:prstGeom prst="rect">
            <a:avLst/>
          </a:prstGeom>
          <a:solidFill>
            <a:srgbClr val="DED9D6"/>
          </a:solidFill>
          <a:ln>
            <a:noFill/>
          </a:ln>
        </p:spPr>
      </p:sp>
      <p:sp>
        <p:nvSpPr>
          <p:cNvPr id="22" name="Google Shape;22;p43"/>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3" name="Google Shape;23;p43"/>
          <p:cNvGrpSpPr/>
          <p:nvPr/>
        </p:nvGrpSpPr>
        <p:grpSpPr>
          <a:xfrm>
            <a:off x="0" y="1143000"/>
            <a:ext cx="12192000" cy="63125"/>
            <a:chOff x="507492" y="1501519"/>
            <a:chExt cx="8129016" cy="63125"/>
          </a:xfrm>
        </p:grpSpPr>
        <p:cxnSp>
          <p:nvCxnSpPr>
            <p:cNvPr id="24" name="Google Shape;24;p43"/>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5" name="Google Shape;25;p43"/>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pic>
        <p:nvPicPr>
          <p:cNvPr id="26" name="Google Shape;26;p43"/>
          <p:cNvPicPr preferRelativeResize="0"/>
          <p:nvPr/>
        </p:nvPicPr>
        <p:blipFill rotWithShape="1">
          <a:blip r:embed="rId2">
            <a:alphaModFix/>
          </a:blip>
          <a:srcRect b="0" l="0" r="0" t="0"/>
          <a:stretch/>
        </p:blipFill>
        <p:spPr>
          <a:xfrm>
            <a:off x="1325880" y="0"/>
            <a:ext cx="1747524" cy="2292094"/>
          </a:xfrm>
          <a:prstGeom prst="rect">
            <a:avLst/>
          </a:prstGeom>
          <a:noFill/>
          <a:ln>
            <a:noFill/>
          </a:ln>
        </p:spPr>
      </p:pic>
      <p:grpSp>
        <p:nvGrpSpPr>
          <p:cNvPr id="27" name="Google Shape;27;p43"/>
          <p:cNvGrpSpPr/>
          <p:nvPr/>
        </p:nvGrpSpPr>
        <p:grpSpPr>
          <a:xfrm rot="10800000">
            <a:off x="0" y="5645510"/>
            <a:ext cx="12192000" cy="63125"/>
            <a:chOff x="507492" y="1501519"/>
            <a:chExt cx="8129016" cy="63125"/>
          </a:xfrm>
        </p:grpSpPr>
        <p:cxnSp>
          <p:nvCxnSpPr>
            <p:cNvPr id="28" name="Google Shape;28;p43"/>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29" name="Google Shape;29;p43"/>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30" name="Google Shape;30;p43"/>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1" name="Shape 31"/>
        <p:cNvGrpSpPr/>
        <p:nvPr/>
      </p:nvGrpSpPr>
      <p:grpSpPr>
        <a:xfrm>
          <a:off x="0" y="0"/>
          <a:ext cx="0" cy="0"/>
          <a:chOff x="0" y="0"/>
          <a:chExt cx="0" cy="0"/>
        </a:xfrm>
      </p:grpSpPr>
      <p:grpSp>
        <p:nvGrpSpPr>
          <p:cNvPr id="32" name="Google Shape;32;p44"/>
          <p:cNvGrpSpPr/>
          <p:nvPr/>
        </p:nvGrpSpPr>
        <p:grpSpPr>
          <a:xfrm>
            <a:off x="0" y="2514600"/>
            <a:ext cx="12192000" cy="3194035"/>
            <a:chOff x="647402" y="2514600"/>
            <a:chExt cx="10838688" cy="3194035"/>
          </a:xfrm>
        </p:grpSpPr>
        <p:grpSp>
          <p:nvGrpSpPr>
            <p:cNvPr id="33" name="Google Shape;33;p44"/>
            <p:cNvGrpSpPr/>
            <p:nvPr/>
          </p:nvGrpSpPr>
          <p:grpSpPr>
            <a:xfrm>
              <a:off x="647402" y="2514600"/>
              <a:ext cx="10838688" cy="63125"/>
              <a:chOff x="507492" y="1501519"/>
              <a:chExt cx="8129016" cy="63125"/>
            </a:xfrm>
          </p:grpSpPr>
          <p:cxnSp>
            <p:nvCxnSpPr>
              <p:cNvPr id="34" name="Google Shape;34;p44"/>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35" name="Google Shape;35;p44"/>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sp>
          <p:nvSpPr>
            <p:cNvPr id="36" name="Google Shape;36;p44"/>
            <p:cNvSpPr/>
            <p:nvPr/>
          </p:nvSpPr>
          <p:spPr>
            <a:xfrm>
              <a:off x="647402" y="2640850"/>
              <a:ext cx="10838688" cy="29415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7" name="Google Shape;37;p44"/>
            <p:cNvGrpSpPr/>
            <p:nvPr/>
          </p:nvGrpSpPr>
          <p:grpSpPr>
            <a:xfrm rot="10800000">
              <a:off x="647402" y="5645510"/>
              <a:ext cx="10838688" cy="63125"/>
              <a:chOff x="507492" y="1501519"/>
              <a:chExt cx="8129016" cy="63125"/>
            </a:xfrm>
          </p:grpSpPr>
          <p:cxnSp>
            <p:nvCxnSpPr>
              <p:cNvPr id="38" name="Google Shape;38;p44"/>
              <p:cNvCxnSpPr/>
              <p:nvPr/>
            </p:nvCxnSpPr>
            <p:spPr>
              <a:xfrm>
                <a:off x="507492" y="1564644"/>
                <a:ext cx="8129016" cy="0"/>
              </a:xfrm>
              <a:prstGeom prst="straightConnector1">
                <a:avLst/>
              </a:prstGeom>
              <a:noFill/>
              <a:ln cap="flat" cmpd="sng" w="38100">
                <a:solidFill>
                  <a:schemeClr val="dk1"/>
                </a:solidFill>
                <a:prstDash val="solid"/>
                <a:miter lim="800000"/>
                <a:headEnd len="sm" w="sm" type="none"/>
                <a:tailEnd len="sm" w="sm" type="none"/>
              </a:ln>
            </p:spPr>
          </p:cxnSp>
          <p:cxnSp>
            <p:nvCxnSpPr>
              <p:cNvPr id="39" name="Google Shape;39;p44"/>
              <p:cNvCxnSpPr/>
              <p:nvPr/>
            </p:nvCxnSpPr>
            <p:spPr>
              <a:xfrm>
                <a:off x="507492" y="1501519"/>
                <a:ext cx="8129016" cy="0"/>
              </a:xfrm>
              <a:prstGeom prst="straightConnector1">
                <a:avLst/>
              </a:prstGeom>
              <a:noFill/>
              <a:ln cap="flat" cmpd="sng" w="12700">
                <a:solidFill>
                  <a:schemeClr val="dk1"/>
                </a:solidFill>
                <a:prstDash val="solid"/>
                <a:miter lim="800000"/>
                <a:headEnd len="sm" w="sm" type="none"/>
                <a:tailEnd len="sm" w="sm" type="none"/>
              </a:ln>
            </p:spPr>
          </p:cxnSp>
        </p:grpSp>
      </p:grpSp>
      <p:pic>
        <p:nvPicPr>
          <p:cNvPr id="40" name="Google Shape;40;p44"/>
          <p:cNvPicPr preferRelativeResize="0"/>
          <p:nvPr/>
        </p:nvPicPr>
        <p:blipFill rotWithShape="1">
          <a:blip r:embed="rId2">
            <a:alphaModFix/>
          </a:blip>
          <a:srcRect b="0" l="0" r="0" t="0"/>
          <a:stretch/>
        </p:blipFill>
        <p:spPr>
          <a:xfrm>
            <a:off x="1325880" y="0"/>
            <a:ext cx="1783188" cy="2971806"/>
          </a:xfrm>
          <a:prstGeom prst="rect">
            <a:avLst/>
          </a:prstGeom>
          <a:noFill/>
          <a:ln>
            <a:noFill/>
          </a:ln>
        </p:spPr>
      </p:pic>
      <p:sp>
        <p:nvSpPr>
          <p:cNvPr id="41" name="Google Shape;41;p44"/>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lt1"/>
              </a:buClr>
              <a:buSzPts val="4400"/>
              <a:buFont typeface="Arial"/>
              <a:buNone/>
              <a:defRPr sz="4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4"/>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0"/>
              </a:spcBef>
              <a:spcAft>
                <a:spcPts val="0"/>
              </a:spcAft>
              <a:buClr>
                <a:schemeClr val="lt1"/>
              </a:buClr>
              <a:buSzPts val="1600"/>
              <a:buNone/>
              <a:defRPr sz="1600">
                <a:solidFill>
                  <a:schemeClr val="lt1"/>
                </a:solidFill>
              </a:defRPr>
            </a:lvl1pPr>
            <a:lvl2pPr indent="-228600" lvl="1" marL="914400" algn="l">
              <a:lnSpc>
                <a:spcPct val="100000"/>
              </a:lnSpc>
              <a:spcBef>
                <a:spcPts val="600"/>
              </a:spcBef>
              <a:spcAft>
                <a:spcPts val="0"/>
              </a:spcAft>
              <a:buClr>
                <a:srgbClr val="969391"/>
              </a:buClr>
              <a:buSzPts val="2000"/>
              <a:buNone/>
              <a:defRPr sz="2000">
                <a:solidFill>
                  <a:srgbClr val="969391"/>
                </a:solidFill>
              </a:defRPr>
            </a:lvl2pPr>
            <a:lvl3pPr indent="-228600" lvl="2" marL="1371600" algn="l">
              <a:lnSpc>
                <a:spcPct val="100000"/>
              </a:lnSpc>
              <a:spcBef>
                <a:spcPts val="600"/>
              </a:spcBef>
              <a:spcAft>
                <a:spcPts val="0"/>
              </a:spcAft>
              <a:buClr>
                <a:srgbClr val="969391"/>
              </a:buClr>
              <a:buSzPts val="1800"/>
              <a:buNone/>
              <a:defRPr sz="1800">
                <a:solidFill>
                  <a:srgbClr val="969391"/>
                </a:solidFill>
              </a:defRPr>
            </a:lvl3pPr>
            <a:lvl4pPr indent="-228600" lvl="3" marL="1828800" algn="l">
              <a:lnSpc>
                <a:spcPct val="100000"/>
              </a:lnSpc>
              <a:spcBef>
                <a:spcPts val="600"/>
              </a:spcBef>
              <a:spcAft>
                <a:spcPts val="0"/>
              </a:spcAft>
              <a:buClr>
                <a:srgbClr val="969391"/>
              </a:buClr>
              <a:buSzPts val="1600"/>
              <a:buNone/>
              <a:defRPr sz="1600">
                <a:solidFill>
                  <a:srgbClr val="969391"/>
                </a:solidFill>
              </a:defRPr>
            </a:lvl4pPr>
            <a:lvl5pPr indent="-228600" lvl="4" marL="2286000" algn="l">
              <a:lnSpc>
                <a:spcPct val="100000"/>
              </a:lnSpc>
              <a:spcBef>
                <a:spcPts val="600"/>
              </a:spcBef>
              <a:spcAft>
                <a:spcPts val="0"/>
              </a:spcAft>
              <a:buClr>
                <a:srgbClr val="969391"/>
              </a:buClr>
              <a:buSzPts val="1600"/>
              <a:buNone/>
              <a:defRPr sz="1600">
                <a:solidFill>
                  <a:srgbClr val="969391"/>
                </a:solidFill>
              </a:defRPr>
            </a:lvl5pPr>
            <a:lvl6pPr indent="-228600" lvl="5" marL="2743200" algn="l">
              <a:lnSpc>
                <a:spcPct val="90000"/>
              </a:lnSpc>
              <a:spcBef>
                <a:spcPts val="500"/>
              </a:spcBef>
              <a:spcAft>
                <a:spcPts val="0"/>
              </a:spcAft>
              <a:buClr>
                <a:srgbClr val="969391"/>
              </a:buClr>
              <a:buSzPts val="1600"/>
              <a:buNone/>
              <a:defRPr sz="1600">
                <a:solidFill>
                  <a:srgbClr val="969391"/>
                </a:solidFill>
              </a:defRPr>
            </a:lvl6pPr>
            <a:lvl7pPr indent="-228600" lvl="6" marL="3200400" algn="l">
              <a:lnSpc>
                <a:spcPct val="90000"/>
              </a:lnSpc>
              <a:spcBef>
                <a:spcPts val="500"/>
              </a:spcBef>
              <a:spcAft>
                <a:spcPts val="0"/>
              </a:spcAft>
              <a:buClr>
                <a:srgbClr val="969391"/>
              </a:buClr>
              <a:buSzPts val="1600"/>
              <a:buNone/>
              <a:defRPr sz="1600">
                <a:solidFill>
                  <a:srgbClr val="969391"/>
                </a:solidFill>
              </a:defRPr>
            </a:lvl7pPr>
            <a:lvl8pPr indent="-228600" lvl="7" marL="3657600" algn="l">
              <a:lnSpc>
                <a:spcPct val="90000"/>
              </a:lnSpc>
              <a:spcBef>
                <a:spcPts val="500"/>
              </a:spcBef>
              <a:spcAft>
                <a:spcPts val="0"/>
              </a:spcAft>
              <a:buClr>
                <a:srgbClr val="969391"/>
              </a:buClr>
              <a:buSzPts val="1600"/>
              <a:buNone/>
              <a:defRPr sz="1600">
                <a:solidFill>
                  <a:srgbClr val="969391"/>
                </a:solidFill>
              </a:defRPr>
            </a:lvl8pPr>
            <a:lvl9pPr indent="-228600" lvl="8" marL="4114800" algn="l">
              <a:lnSpc>
                <a:spcPct val="90000"/>
              </a:lnSpc>
              <a:spcBef>
                <a:spcPts val="500"/>
              </a:spcBef>
              <a:spcAft>
                <a:spcPts val="0"/>
              </a:spcAft>
              <a:buClr>
                <a:srgbClr val="969391"/>
              </a:buClr>
              <a:buSzPts val="1600"/>
              <a:buNone/>
              <a:defRPr sz="1600">
                <a:solidFill>
                  <a:srgbClr val="969391"/>
                </a:solidFill>
              </a:defRPr>
            </a:lvl9pPr>
          </a:lstStyle>
          <a:p/>
        </p:txBody>
      </p:sp>
      <p:sp>
        <p:nvSpPr>
          <p:cNvPr id="43" name="Google Shape;43;p4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46" name="Shape 46"/>
        <p:cNvGrpSpPr/>
        <p:nvPr/>
      </p:nvGrpSpPr>
      <p:grpSpPr>
        <a:xfrm>
          <a:off x="0" y="0"/>
          <a:ext cx="0" cy="0"/>
          <a:chOff x="0" y="0"/>
          <a:chExt cx="0" cy="0"/>
        </a:xfrm>
      </p:grpSpPr>
      <p:sp>
        <p:nvSpPr>
          <p:cNvPr id="47" name="Google Shape;47;p4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4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2" name="Shape 52"/>
        <p:cNvGrpSpPr/>
        <p:nvPr/>
      </p:nvGrpSpPr>
      <p:grpSpPr>
        <a:xfrm>
          <a:off x="0" y="0"/>
          <a:ext cx="0" cy="0"/>
          <a:chOff x="0" y="0"/>
          <a:chExt cx="0" cy="0"/>
        </a:xfrm>
      </p:grpSpPr>
      <p:sp>
        <p:nvSpPr>
          <p:cNvPr id="53" name="Google Shape;53;p46"/>
          <p:cNvSpPr/>
          <p:nvPr/>
        </p:nvSpPr>
        <p:spPr>
          <a:xfrm>
            <a:off x="0" y="0"/>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4" name="Google Shape;54;p46"/>
          <p:cNvPicPr preferRelativeResize="0"/>
          <p:nvPr/>
        </p:nvPicPr>
        <p:blipFill rotWithShape="1">
          <a:blip r:embed="rId2">
            <a:alphaModFix/>
          </a:blip>
          <a:srcRect b="0" l="0" r="0" t="0"/>
          <a:stretch/>
        </p:blipFill>
        <p:spPr>
          <a:xfrm>
            <a:off x="1324445" y="0"/>
            <a:ext cx="1747524" cy="2292094"/>
          </a:xfrm>
          <a:prstGeom prst="rect">
            <a:avLst/>
          </a:prstGeom>
          <a:noFill/>
          <a:ln>
            <a:noFill/>
          </a:ln>
        </p:spPr>
      </p:pic>
      <p:sp>
        <p:nvSpPr>
          <p:cNvPr id="55" name="Google Shape;55;p46"/>
          <p:cNvSpPr txBox="1"/>
          <p:nvPr>
            <p:ph type="ctrTitle"/>
          </p:nvPr>
        </p:nvSpPr>
        <p:spPr>
          <a:xfrm>
            <a:off x="1104900" y="2292094"/>
            <a:ext cx="10096500" cy="2219691"/>
          </a:xfrm>
          <a:prstGeom prst="rect">
            <a:avLst/>
          </a:prstGeom>
          <a:noFill/>
          <a:ln>
            <a:noFill/>
          </a:ln>
        </p:spPr>
        <p:txBody>
          <a:bodyPr anchorCtr="0" anchor="ctr" bIns="45700" lIns="0" spcFirstLastPara="1" rIns="0" wrap="square" tIns="45700">
            <a:normAutofit/>
          </a:bodyPr>
          <a:lstStyle>
            <a:lvl1pPr lvl="0" algn="l">
              <a:lnSpc>
                <a:spcPct val="90000"/>
              </a:lnSpc>
              <a:spcBef>
                <a:spcPts val="0"/>
              </a:spcBef>
              <a:spcAft>
                <a:spcPts val="0"/>
              </a:spcAft>
              <a:buClr>
                <a:schemeClr val="dk1"/>
              </a:buClr>
              <a:buSzPts val="4400"/>
              <a:buFont typeface="Arial"/>
              <a:buNone/>
              <a:defRPr sz="4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6"/>
          <p:cNvSpPr txBox="1"/>
          <p:nvPr>
            <p:ph idx="1" type="subTitle"/>
          </p:nvPr>
        </p:nvSpPr>
        <p:spPr>
          <a:xfrm>
            <a:off x="1104898" y="4511784"/>
            <a:ext cx="10096501" cy="955565"/>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dk1"/>
              </a:buClr>
              <a:buSzPts val="1800"/>
              <a:buNone/>
              <a:defRPr sz="1800"/>
            </a:lvl1pPr>
            <a:lvl2pPr lvl="1" algn="ctr">
              <a:lnSpc>
                <a:spcPct val="100000"/>
              </a:lnSpc>
              <a:spcBef>
                <a:spcPts val="600"/>
              </a:spcBef>
              <a:spcAft>
                <a:spcPts val="0"/>
              </a:spcAft>
              <a:buClr>
                <a:schemeClr val="dk1"/>
              </a:buClr>
              <a:buSzPts val="2000"/>
              <a:buNone/>
              <a:defRPr sz="2000"/>
            </a:lvl2pPr>
            <a:lvl3pPr lvl="2" algn="ctr">
              <a:lnSpc>
                <a:spcPct val="100000"/>
              </a:lnSpc>
              <a:spcBef>
                <a:spcPts val="600"/>
              </a:spcBef>
              <a:spcAft>
                <a:spcPts val="0"/>
              </a:spcAft>
              <a:buClr>
                <a:schemeClr val="dk1"/>
              </a:buClr>
              <a:buSzPts val="1800"/>
              <a:buNone/>
              <a:defRPr sz="1800"/>
            </a:lvl3pPr>
            <a:lvl4pPr lvl="3" algn="ctr">
              <a:lnSpc>
                <a:spcPct val="100000"/>
              </a:lnSpc>
              <a:spcBef>
                <a:spcPts val="600"/>
              </a:spcBef>
              <a:spcAft>
                <a:spcPts val="0"/>
              </a:spcAft>
              <a:buClr>
                <a:schemeClr val="dk1"/>
              </a:buClr>
              <a:buSzPts val="1600"/>
              <a:buNone/>
              <a:defRPr sz="1600"/>
            </a:lvl4pPr>
            <a:lvl5pPr lvl="4" algn="ctr">
              <a:lnSpc>
                <a:spcPct val="10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7" name="Google Shape;57;p46"/>
          <p:cNvSpPr/>
          <p:nvPr/>
        </p:nvSpPr>
        <p:spPr>
          <a:xfrm>
            <a:off x="0" y="5778124"/>
            <a:ext cx="12192000" cy="107987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 name="Google Shape;58;p46"/>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6"/>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solidFill>
                  <a:srgbClr val="DED9D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6"/>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sz="1200">
                <a:solidFill>
                  <a:srgbClr val="DED9D6"/>
                </a:solidFill>
                <a:latin typeface="Arial"/>
                <a:ea typeface="Arial"/>
                <a:cs typeface="Arial"/>
                <a:sym typeface="Arial"/>
              </a:defRPr>
            </a:lvl1pPr>
            <a:lvl2pPr indent="0" lvl="1" marL="0" algn="r">
              <a:spcBef>
                <a:spcPts val="0"/>
              </a:spcBef>
              <a:buNone/>
              <a:defRPr sz="1200">
                <a:solidFill>
                  <a:srgbClr val="DED9D6"/>
                </a:solidFill>
                <a:latin typeface="Arial"/>
                <a:ea typeface="Arial"/>
                <a:cs typeface="Arial"/>
                <a:sym typeface="Arial"/>
              </a:defRPr>
            </a:lvl2pPr>
            <a:lvl3pPr indent="0" lvl="2" marL="0" algn="r">
              <a:spcBef>
                <a:spcPts val="0"/>
              </a:spcBef>
              <a:buNone/>
              <a:defRPr sz="1200">
                <a:solidFill>
                  <a:srgbClr val="DED9D6"/>
                </a:solidFill>
                <a:latin typeface="Arial"/>
                <a:ea typeface="Arial"/>
                <a:cs typeface="Arial"/>
                <a:sym typeface="Arial"/>
              </a:defRPr>
            </a:lvl3pPr>
            <a:lvl4pPr indent="0" lvl="3" marL="0" algn="r">
              <a:spcBef>
                <a:spcPts val="0"/>
              </a:spcBef>
              <a:buNone/>
              <a:defRPr sz="1200">
                <a:solidFill>
                  <a:srgbClr val="DED9D6"/>
                </a:solidFill>
                <a:latin typeface="Arial"/>
                <a:ea typeface="Arial"/>
                <a:cs typeface="Arial"/>
                <a:sym typeface="Arial"/>
              </a:defRPr>
            </a:lvl4pPr>
            <a:lvl5pPr indent="0" lvl="4" marL="0" algn="r">
              <a:spcBef>
                <a:spcPts val="0"/>
              </a:spcBef>
              <a:buNone/>
              <a:defRPr sz="1200">
                <a:solidFill>
                  <a:srgbClr val="DED9D6"/>
                </a:solidFill>
                <a:latin typeface="Arial"/>
                <a:ea typeface="Arial"/>
                <a:cs typeface="Arial"/>
                <a:sym typeface="Arial"/>
              </a:defRPr>
            </a:lvl5pPr>
            <a:lvl6pPr indent="0" lvl="5" marL="0" algn="r">
              <a:spcBef>
                <a:spcPts val="0"/>
              </a:spcBef>
              <a:buNone/>
              <a:defRPr sz="1200">
                <a:solidFill>
                  <a:srgbClr val="DED9D6"/>
                </a:solidFill>
                <a:latin typeface="Arial"/>
                <a:ea typeface="Arial"/>
                <a:cs typeface="Arial"/>
                <a:sym typeface="Arial"/>
              </a:defRPr>
            </a:lvl6pPr>
            <a:lvl7pPr indent="0" lvl="6" marL="0" algn="r">
              <a:spcBef>
                <a:spcPts val="0"/>
              </a:spcBef>
              <a:buNone/>
              <a:defRPr sz="1200">
                <a:solidFill>
                  <a:srgbClr val="DED9D6"/>
                </a:solidFill>
                <a:latin typeface="Arial"/>
                <a:ea typeface="Arial"/>
                <a:cs typeface="Arial"/>
                <a:sym typeface="Arial"/>
              </a:defRPr>
            </a:lvl7pPr>
            <a:lvl8pPr indent="0" lvl="7" marL="0" algn="r">
              <a:spcBef>
                <a:spcPts val="0"/>
              </a:spcBef>
              <a:buNone/>
              <a:defRPr sz="1200">
                <a:solidFill>
                  <a:srgbClr val="DED9D6"/>
                </a:solidFill>
                <a:latin typeface="Arial"/>
                <a:ea typeface="Arial"/>
                <a:cs typeface="Arial"/>
                <a:sym typeface="Arial"/>
              </a:defRPr>
            </a:lvl8pPr>
            <a:lvl9pPr indent="0" lvl="8" marL="0" algn="r">
              <a:spcBef>
                <a:spcPts val="0"/>
              </a:spcBef>
              <a:buNone/>
              <a:defRPr sz="1200">
                <a:solidFill>
                  <a:srgbClr val="DED9D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1" name="Shape 61"/>
        <p:cNvGrpSpPr/>
        <p:nvPr/>
      </p:nvGrpSpPr>
      <p:grpSpPr>
        <a:xfrm>
          <a:off x="0" y="0"/>
          <a:ext cx="0" cy="0"/>
          <a:chOff x="0" y="0"/>
          <a:chExt cx="0" cy="0"/>
        </a:xfrm>
      </p:grpSpPr>
      <p:sp>
        <p:nvSpPr>
          <p:cNvPr id="62" name="Google Shape;62;p4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47"/>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7"/>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7"/>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4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48"/>
          <p:cNvSpPr txBox="1"/>
          <p:nvPr>
            <p:ph idx="1" type="body"/>
          </p:nvPr>
        </p:nvSpPr>
        <p:spPr>
          <a:xfrm>
            <a:off x="11049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55600" lvl="4" marL="2286000" algn="l">
              <a:lnSpc>
                <a:spcPct val="100000"/>
              </a:lnSpc>
              <a:spcBef>
                <a:spcPts val="600"/>
              </a:spcBef>
              <a:spcAft>
                <a:spcPts val="0"/>
              </a:spcAft>
              <a:buClr>
                <a:schemeClr val="dk1"/>
              </a:buClr>
              <a:buSzPts val="20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17500" lvl="8" marL="4114800" algn="l">
              <a:lnSpc>
                <a:spcPct val="90000"/>
              </a:lnSpc>
              <a:spcBef>
                <a:spcPts val="500"/>
              </a:spcBef>
              <a:spcAft>
                <a:spcPts val="0"/>
              </a:spcAft>
              <a:buClr>
                <a:schemeClr val="dk1"/>
              </a:buClr>
              <a:buSzPts val="1400"/>
              <a:buChar char="▪"/>
              <a:defRPr/>
            </a:lvl9pPr>
          </a:lstStyle>
          <a:p/>
        </p:txBody>
      </p:sp>
      <p:sp>
        <p:nvSpPr>
          <p:cNvPr id="70" name="Google Shape;70;p48"/>
          <p:cNvSpPr txBox="1"/>
          <p:nvPr>
            <p:ph idx="2" type="body"/>
          </p:nvPr>
        </p:nvSpPr>
        <p:spPr>
          <a:xfrm>
            <a:off x="6172200" y="1600200"/>
            <a:ext cx="4914900" cy="4571999"/>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55600" lvl="4" marL="2286000" algn="l">
              <a:lnSpc>
                <a:spcPct val="100000"/>
              </a:lnSpc>
              <a:spcBef>
                <a:spcPts val="600"/>
              </a:spcBef>
              <a:spcAft>
                <a:spcPts val="0"/>
              </a:spcAft>
              <a:buClr>
                <a:schemeClr val="dk1"/>
              </a:buClr>
              <a:buSzPts val="20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500"/>
              </a:spcBef>
              <a:spcAft>
                <a:spcPts val="0"/>
              </a:spcAft>
              <a:buClr>
                <a:schemeClr val="dk1"/>
              </a:buClr>
              <a:buSzPts val="1400"/>
              <a:buChar char="▪"/>
              <a:defRPr/>
            </a:lvl7pPr>
            <a:lvl8pPr indent="-317500" lvl="7" marL="3657600" algn="l">
              <a:lnSpc>
                <a:spcPct val="90000"/>
              </a:lnSpc>
              <a:spcBef>
                <a:spcPts val="500"/>
              </a:spcBef>
              <a:spcAft>
                <a:spcPts val="0"/>
              </a:spcAft>
              <a:buClr>
                <a:schemeClr val="dk1"/>
              </a:buClr>
              <a:buSzPts val="14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8"/>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8"/>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8"/>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4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9"/>
          <p:cNvSpPr txBox="1"/>
          <p:nvPr>
            <p:ph idx="1" type="body"/>
          </p:nvPr>
        </p:nvSpPr>
        <p:spPr>
          <a:xfrm>
            <a:off x="110490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100000"/>
              </a:lnSpc>
              <a:spcBef>
                <a:spcPts val="0"/>
              </a:spcBef>
              <a:spcAft>
                <a:spcPts val="0"/>
              </a:spcAft>
              <a:buClr>
                <a:schemeClr val="dk1"/>
              </a:buClr>
              <a:buSzPts val="2400"/>
              <a:buNone/>
              <a:defRPr b="1" sz="24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49"/>
          <p:cNvSpPr txBox="1"/>
          <p:nvPr>
            <p:ph idx="2" type="body"/>
          </p:nvPr>
        </p:nvSpPr>
        <p:spPr>
          <a:xfrm>
            <a:off x="110490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49"/>
          <p:cNvSpPr txBox="1"/>
          <p:nvPr>
            <p:ph idx="3" type="body"/>
          </p:nvPr>
        </p:nvSpPr>
        <p:spPr>
          <a:xfrm>
            <a:off x="6166110" y="1600200"/>
            <a:ext cx="4919472" cy="823912"/>
          </a:xfrm>
          <a:prstGeom prst="rect">
            <a:avLst/>
          </a:prstGeom>
          <a:noFill/>
          <a:ln>
            <a:noFill/>
          </a:ln>
        </p:spPr>
        <p:txBody>
          <a:bodyPr anchorCtr="0" anchor="b" bIns="45700" lIns="0" spcFirstLastPara="1" rIns="0" wrap="square" tIns="45700">
            <a:normAutofit/>
          </a:bodyPr>
          <a:lstStyle>
            <a:lvl1pPr indent="-228600" lvl="0" marL="457200" algn="l">
              <a:lnSpc>
                <a:spcPct val="100000"/>
              </a:lnSpc>
              <a:spcBef>
                <a:spcPts val="0"/>
              </a:spcBef>
              <a:spcAft>
                <a:spcPts val="0"/>
              </a:spcAft>
              <a:buClr>
                <a:schemeClr val="dk1"/>
              </a:buClr>
              <a:buSzPts val="2400"/>
              <a:buNone/>
              <a:defRPr b="1" sz="24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9" name="Google Shape;79;p49"/>
          <p:cNvSpPr txBox="1"/>
          <p:nvPr>
            <p:ph idx="4" type="body"/>
          </p:nvPr>
        </p:nvSpPr>
        <p:spPr>
          <a:xfrm>
            <a:off x="6166110" y="2424112"/>
            <a:ext cx="4919472" cy="3748088"/>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49"/>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9"/>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9"/>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5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0"/>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0"/>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0"/>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8" name="Shape 88"/>
        <p:cNvGrpSpPr/>
        <p:nvPr/>
      </p:nvGrpSpPr>
      <p:grpSpPr>
        <a:xfrm>
          <a:off x="0" y="0"/>
          <a:ext cx="0" cy="0"/>
          <a:chOff x="0" y="0"/>
          <a:chExt cx="0" cy="0"/>
        </a:xfrm>
      </p:grpSpPr>
      <p:sp>
        <p:nvSpPr>
          <p:cNvPr id="89" name="Google Shape;89;p51"/>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1"/>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1"/>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2" name="Shape 92"/>
        <p:cNvGrpSpPr/>
        <p:nvPr/>
      </p:nvGrpSpPr>
      <p:grpSpPr>
        <a:xfrm>
          <a:off x="0" y="0"/>
          <a:ext cx="0" cy="0"/>
          <a:chOff x="0" y="0"/>
          <a:chExt cx="0" cy="0"/>
        </a:xfrm>
      </p:grpSpPr>
      <p:sp>
        <p:nvSpPr>
          <p:cNvPr id="93" name="Google Shape;93;p5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52"/>
          <p:cNvSpPr txBox="1"/>
          <p:nvPr>
            <p:ph idx="1" type="body"/>
          </p:nvPr>
        </p:nvSpPr>
        <p:spPr>
          <a:xfrm>
            <a:off x="1104900" y="1600200"/>
            <a:ext cx="4384548" cy="457200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Clr>
                <a:schemeClr val="dk1"/>
              </a:buClr>
              <a:buSzPts val="1800"/>
              <a:buNone/>
              <a:defRPr sz="1800"/>
            </a:lvl1pPr>
            <a:lvl2pPr indent="-228600" lvl="1" marL="914400" algn="l">
              <a:lnSpc>
                <a:spcPct val="100000"/>
              </a:lnSpc>
              <a:spcBef>
                <a:spcPts val="600"/>
              </a:spcBef>
              <a:spcAft>
                <a:spcPts val="0"/>
              </a:spcAft>
              <a:buClr>
                <a:schemeClr val="dk1"/>
              </a:buClr>
              <a:buSzPts val="1400"/>
              <a:buNone/>
              <a:defRPr sz="1400"/>
            </a:lvl2pPr>
            <a:lvl3pPr indent="-228600" lvl="2" marL="1371600" algn="l">
              <a:lnSpc>
                <a:spcPct val="100000"/>
              </a:lnSpc>
              <a:spcBef>
                <a:spcPts val="600"/>
              </a:spcBef>
              <a:spcAft>
                <a:spcPts val="0"/>
              </a:spcAft>
              <a:buClr>
                <a:schemeClr val="dk1"/>
              </a:buClr>
              <a:buSzPts val="1200"/>
              <a:buNone/>
              <a:defRPr sz="1200"/>
            </a:lvl3pPr>
            <a:lvl4pPr indent="-228600" lvl="3" marL="1828800" algn="l">
              <a:lnSpc>
                <a:spcPct val="100000"/>
              </a:lnSpc>
              <a:spcBef>
                <a:spcPts val="600"/>
              </a:spcBef>
              <a:spcAft>
                <a:spcPts val="0"/>
              </a:spcAft>
              <a:buClr>
                <a:schemeClr val="dk1"/>
              </a:buClr>
              <a:buSzPts val="1000"/>
              <a:buNone/>
              <a:defRPr sz="1000"/>
            </a:lvl4pPr>
            <a:lvl5pPr indent="-228600" lvl="4" marL="2286000" algn="l">
              <a:lnSpc>
                <a:spcPct val="10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5" name="Google Shape;95;p52"/>
          <p:cNvSpPr txBox="1"/>
          <p:nvPr>
            <p:ph idx="2" type="body"/>
          </p:nvPr>
        </p:nvSpPr>
        <p:spPr>
          <a:xfrm>
            <a:off x="5641848" y="1600199"/>
            <a:ext cx="5445252" cy="4572001"/>
          </a:xfrm>
          <a:prstGeom prst="rect">
            <a:avLst/>
          </a:prstGeom>
          <a:noFill/>
          <a:ln>
            <a:noFill/>
          </a:ln>
        </p:spPr>
        <p:txBody>
          <a:bodyPr anchorCtr="0" anchor="t" bIns="45700" lIns="0" spcFirstLastPara="1" rIns="0" wrap="square" tIns="45700">
            <a:normAutofit/>
          </a:bodyPr>
          <a:lstStyle>
            <a:lvl1pPr indent="-355600" lvl="0" marL="457200" algn="l">
              <a:lnSpc>
                <a:spcPct val="100000"/>
              </a:lnSpc>
              <a:spcBef>
                <a:spcPts val="1800"/>
              </a:spcBef>
              <a:spcAft>
                <a:spcPts val="0"/>
              </a:spcAft>
              <a:buClr>
                <a:schemeClr val="dk1"/>
              </a:buClr>
              <a:buSzPts val="2000"/>
              <a:buChar char="▪"/>
              <a:defRPr sz="2000"/>
            </a:lvl1pPr>
            <a:lvl2pPr indent="-330200" lvl="1" marL="914400" algn="l">
              <a:lnSpc>
                <a:spcPct val="100000"/>
              </a:lnSpc>
              <a:spcBef>
                <a:spcPts val="600"/>
              </a:spcBef>
              <a:spcAft>
                <a:spcPts val="0"/>
              </a:spcAft>
              <a:buClr>
                <a:schemeClr val="dk1"/>
              </a:buClr>
              <a:buSzPts val="1600"/>
              <a:buChar char="▪"/>
              <a:defRPr sz="1600"/>
            </a:lvl2pPr>
            <a:lvl3pPr indent="-330200" lvl="2" marL="1371600" algn="l">
              <a:lnSpc>
                <a:spcPct val="100000"/>
              </a:lnSpc>
              <a:spcBef>
                <a:spcPts val="600"/>
              </a:spcBef>
              <a:spcAft>
                <a:spcPts val="0"/>
              </a:spcAft>
              <a:buClr>
                <a:schemeClr val="dk1"/>
              </a:buClr>
              <a:buSzPts val="1600"/>
              <a:buChar char="▪"/>
              <a:defRPr sz="1600"/>
            </a:lvl3pPr>
            <a:lvl4pPr indent="-317500" lvl="3" marL="1828800" algn="l">
              <a:lnSpc>
                <a:spcPct val="100000"/>
              </a:lnSpc>
              <a:spcBef>
                <a:spcPts val="600"/>
              </a:spcBef>
              <a:spcAft>
                <a:spcPts val="0"/>
              </a:spcAft>
              <a:buClr>
                <a:schemeClr val="dk1"/>
              </a:buClr>
              <a:buSzPts val="1400"/>
              <a:buChar char="▪"/>
              <a:defRPr sz="1400"/>
            </a:lvl4pPr>
            <a:lvl5pPr indent="-317500" lvl="4" marL="2286000" algn="l">
              <a:lnSpc>
                <a:spcPct val="100000"/>
              </a:lnSpc>
              <a:spcBef>
                <a:spcPts val="600"/>
              </a:spcBef>
              <a:spcAft>
                <a:spcPts val="0"/>
              </a:spcAft>
              <a:buClr>
                <a:schemeClr val="dk1"/>
              </a:buClr>
              <a:buSzPts val="1400"/>
              <a:buChar char="▪"/>
              <a:defRPr sz="1400"/>
            </a:lvl5pPr>
            <a:lvl6pPr indent="-317500" lvl="5" marL="2743200" algn="l">
              <a:lnSpc>
                <a:spcPct val="90000"/>
              </a:lnSpc>
              <a:spcBef>
                <a:spcPts val="500"/>
              </a:spcBef>
              <a:spcAft>
                <a:spcPts val="0"/>
              </a:spcAft>
              <a:buClr>
                <a:schemeClr val="dk1"/>
              </a:buClr>
              <a:buSzPts val="1400"/>
              <a:buChar char="▪"/>
              <a:defRPr sz="1400"/>
            </a:lvl6pPr>
            <a:lvl7pPr indent="-317500" lvl="6" marL="3200400" algn="l">
              <a:lnSpc>
                <a:spcPct val="90000"/>
              </a:lnSpc>
              <a:spcBef>
                <a:spcPts val="500"/>
              </a:spcBef>
              <a:spcAft>
                <a:spcPts val="0"/>
              </a:spcAft>
              <a:buClr>
                <a:schemeClr val="dk1"/>
              </a:buClr>
              <a:buSzPts val="1400"/>
              <a:buChar char="▪"/>
              <a:defRPr sz="1400"/>
            </a:lvl7pPr>
            <a:lvl8pPr indent="-317500" lvl="7" marL="3657600" algn="l">
              <a:lnSpc>
                <a:spcPct val="90000"/>
              </a:lnSpc>
              <a:spcBef>
                <a:spcPts val="500"/>
              </a:spcBef>
              <a:spcAft>
                <a:spcPts val="0"/>
              </a:spcAft>
              <a:buClr>
                <a:schemeClr val="dk1"/>
              </a:buClr>
              <a:buSzPts val="1400"/>
              <a:buChar char="▪"/>
              <a:defRPr sz="1400"/>
            </a:lvl8pPr>
            <a:lvl9pPr indent="-317500" lvl="8" marL="4114800" algn="l">
              <a:lnSpc>
                <a:spcPct val="90000"/>
              </a:lnSpc>
              <a:spcBef>
                <a:spcPts val="500"/>
              </a:spcBef>
              <a:spcAft>
                <a:spcPts val="0"/>
              </a:spcAft>
              <a:buClr>
                <a:schemeClr val="dk1"/>
              </a:buClr>
              <a:buSzPts val="1400"/>
              <a:buChar char="▪"/>
              <a:defRPr sz="1400"/>
            </a:lvl9pPr>
          </a:lstStyle>
          <a:p/>
        </p:txBody>
      </p:sp>
      <p:sp>
        <p:nvSpPr>
          <p:cNvPr id="96" name="Google Shape;96;p5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9" name="Shape 99"/>
        <p:cNvGrpSpPr/>
        <p:nvPr/>
      </p:nvGrpSpPr>
      <p:grpSpPr>
        <a:xfrm>
          <a:off x="0" y="0"/>
          <a:ext cx="0" cy="0"/>
          <a:chOff x="0" y="0"/>
          <a:chExt cx="0" cy="0"/>
        </a:xfrm>
      </p:grpSpPr>
      <p:sp>
        <p:nvSpPr>
          <p:cNvPr id="100" name="Google Shape;100;p5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53"/>
          <p:cNvSpPr txBox="1"/>
          <p:nvPr>
            <p:ph idx="1" type="body"/>
          </p:nvPr>
        </p:nvSpPr>
        <p:spPr>
          <a:xfrm>
            <a:off x="1104900" y="1600200"/>
            <a:ext cx="3396996" cy="4572000"/>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Clr>
                <a:schemeClr val="dk1"/>
              </a:buClr>
              <a:buSzPts val="1800"/>
              <a:buNone/>
              <a:defRPr sz="1800"/>
            </a:lvl1pPr>
            <a:lvl2pPr indent="-228600" lvl="1" marL="914400" algn="l">
              <a:lnSpc>
                <a:spcPct val="100000"/>
              </a:lnSpc>
              <a:spcBef>
                <a:spcPts val="600"/>
              </a:spcBef>
              <a:spcAft>
                <a:spcPts val="0"/>
              </a:spcAft>
              <a:buClr>
                <a:schemeClr val="dk1"/>
              </a:buClr>
              <a:buSzPts val="1400"/>
              <a:buNone/>
              <a:defRPr sz="1400"/>
            </a:lvl2pPr>
            <a:lvl3pPr indent="-228600" lvl="2" marL="1371600" algn="l">
              <a:lnSpc>
                <a:spcPct val="100000"/>
              </a:lnSpc>
              <a:spcBef>
                <a:spcPts val="600"/>
              </a:spcBef>
              <a:spcAft>
                <a:spcPts val="0"/>
              </a:spcAft>
              <a:buClr>
                <a:schemeClr val="dk1"/>
              </a:buClr>
              <a:buSzPts val="1200"/>
              <a:buNone/>
              <a:defRPr sz="1200"/>
            </a:lvl3pPr>
            <a:lvl4pPr indent="-228600" lvl="3" marL="1828800" algn="l">
              <a:lnSpc>
                <a:spcPct val="100000"/>
              </a:lnSpc>
              <a:spcBef>
                <a:spcPts val="600"/>
              </a:spcBef>
              <a:spcAft>
                <a:spcPts val="0"/>
              </a:spcAft>
              <a:buClr>
                <a:schemeClr val="dk1"/>
              </a:buClr>
              <a:buSzPts val="1000"/>
              <a:buNone/>
              <a:defRPr sz="1000"/>
            </a:lvl4pPr>
            <a:lvl5pPr indent="-228600" lvl="4" marL="2286000" algn="l">
              <a:lnSpc>
                <a:spcPct val="100000"/>
              </a:lnSpc>
              <a:spcBef>
                <a:spcPts val="6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n empty placeholder to add an image. Click on the placeholder and select the image that you wish to add." id="102" name="Google Shape;102;p53"/>
          <p:cNvSpPr/>
          <p:nvPr>
            <p:ph idx="2" type="pic"/>
          </p:nvPr>
        </p:nvSpPr>
        <p:spPr>
          <a:xfrm>
            <a:off x="4654671" y="1600199"/>
            <a:ext cx="6430912" cy="4572001"/>
          </a:xfrm>
          <a:prstGeom prst="rect">
            <a:avLst/>
          </a:prstGeom>
          <a:noFill/>
          <a:ln>
            <a:noFill/>
          </a:ln>
        </p:spPr>
      </p:sp>
      <p:sp>
        <p:nvSpPr>
          <p:cNvPr id="103" name="Google Shape;103;p53"/>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53"/>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53"/>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p5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54"/>
          <p:cNvSpPr txBox="1"/>
          <p:nvPr>
            <p:ph idx="1" type="body"/>
          </p:nvPr>
        </p:nvSpPr>
        <p:spPr>
          <a:xfrm rot="5400000">
            <a:off x="3810000" y="-1104900"/>
            <a:ext cx="4572000" cy="9982200"/>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54"/>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4"/>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4"/>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12" name="Shape 112"/>
        <p:cNvGrpSpPr/>
        <p:nvPr/>
      </p:nvGrpSpPr>
      <p:grpSpPr>
        <a:xfrm>
          <a:off x="0" y="0"/>
          <a:ext cx="0" cy="0"/>
          <a:chOff x="0" y="0"/>
          <a:chExt cx="0" cy="0"/>
        </a:xfrm>
      </p:grpSpPr>
      <p:sp>
        <p:nvSpPr>
          <p:cNvPr id="113" name="Google Shape;113;p55"/>
          <p:cNvSpPr txBox="1"/>
          <p:nvPr>
            <p:ph type="title"/>
          </p:nvPr>
        </p:nvSpPr>
        <p:spPr>
          <a:xfrm rot="5400000">
            <a:off x="7323931" y="2413794"/>
            <a:ext cx="5811838" cy="17145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55"/>
          <p:cNvSpPr txBox="1"/>
          <p:nvPr>
            <p:ph idx="1" type="body"/>
          </p:nvPr>
        </p:nvSpPr>
        <p:spPr>
          <a:xfrm rot="5400000">
            <a:off x="2248429" y="-778404"/>
            <a:ext cx="5811838" cy="8098896"/>
          </a:xfrm>
          <a:prstGeom prst="rect">
            <a:avLst/>
          </a:prstGeom>
          <a:noFill/>
          <a:ln>
            <a:noFill/>
          </a:ln>
        </p:spPr>
        <p:txBody>
          <a:bodyPr anchorCtr="0" anchor="t" bIns="45700" lIns="0" spcFirstLastPara="1" rIns="0" wrap="square" tIns="45700">
            <a:normAutofit/>
          </a:bodyPr>
          <a:lstStyle>
            <a:lvl1pPr indent="-342900" lvl="0" marL="457200" algn="l">
              <a:lnSpc>
                <a:spcPct val="100000"/>
              </a:lnSpc>
              <a:spcBef>
                <a:spcPts val="18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55"/>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5"/>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5"/>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18" name="Google Shape;118;p55"/>
          <p:cNvGrpSpPr/>
          <p:nvPr/>
        </p:nvGrpSpPr>
        <p:grpSpPr>
          <a:xfrm rot="5400000">
            <a:off x="6514047" y="3228843"/>
            <a:ext cx="5632704" cy="84403"/>
            <a:chOff x="1073150" y="1219201"/>
            <a:chExt cx="10058400" cy="63125"/>
          </a:xfrm>
        </p:grpSpPr>
        <p:cxnSp>
          <p:nvCxnSpPr>
            <p:cNvPr id="119" name="Google Shape;119;p55"/>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20" name="Google Shape;120;p55"/>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lvl1pPr lvl="0" marR="0" rtl="0" algn="l">
              <a:lnSpc>
                <a:spcPct val="9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lvl1pPr indent="-406400" lvl="0" marL="457200" marR="0" rtl="0" algn="l">
              <a:lnSpc>
                <a:spcPct val="100000"/>
              </a:lnSpc>
              <a:spcBef>
                <a:spcPts val="18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100000"/>
              </a:lnSpc>
              <a:spcBef>
                <a:spcPts val="6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55600" lvl="3" marL="18288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6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500"/>
              </a:spcBef>
              <a:spcAft>
                <a:spcPts val="0"/>
              </a:spcAft>
              <a:buClr>
                <a:schemeClr val="dk1"/>
              </a:buClr>
              <a:buSzPts val="1400"/>
              <a:buFont typeface="Noto Sans Symbols"/>
              <a:buChar char="▪"/>
              <a:defRPr b="0" i="0" sz="1400" u="none" cap="none" strike="noStrike">
                <a:solidFill>
                  <a:schemeClr val="dk1"/>
                </a:solidFill>
                <a:latin typeface="Arial"/>
                <a:ea typeface="Arial"/>
                <a:cs typeface="Arial"/>
                <a:sym typeface="Arial"/>
              </a:defRPr>
            </a:lvl9pPr>
          </a:lstStyle>
          <a:p/>
        </p:txBody>
      </p:sp>
      <p:sp>
        <p:nvSpPr>
          <p:cNvPr id="12" name="Google Shape;12;p42"/>
          <p:cNvSpPr txBox="1"/>
          <p:nvPr>
            <p:ph idx="10" type="dt"/>
          </p:nvPr>
        </p:nvSpPr>
        <p:spPr>
          <a:xfrm>
            <a:off x="1104899" y="6356351"/>
            <a:ext cx="1829559" cy="365125"/>
          </a:xfrm>
          <a:prstGeom prst="rect">
            <a:avLst/>
          </a:prstGeom>
          <a:noFill/>
          <a:ln>
            <a:noFill/>
          </a:ln>
        </p:spPr>
        <p:txBody>
          <a:bodyPr anchorCtr="0" anchor="ctr" bIns="45700" lIns="0" spcFirstLastPara="1" rIns="0" wrap="square" tIns="45700">
            <a:noAutofit/>
          </a:bodyPr>
          <a:lstStyle>
            <a:lvl1pPr lvl="0" marR="0" rtl="0" algn="l">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2"/>
          <p:cNvSpPr txBox="1"/>
          <p:nvPr>
            <p:ph idx="11" type="ftr"/>
          </p:nvPr>
        </p:nvSpPr>
        <p:spPr>
          <a:xfrm>
            <a:off x="2934459" y="6356350"/>
            <a:ext cx="6323082" cy="365126"/>
          </a:xfrm>
          <a:prstGeom prst="rect">
            <a:avLst/>
          </a:prstGeom>
          <a:noFill/>
          <a:ln>
            <a:noFill/>
          </a:ln>
        </p:spPr>
        <p:txBody>
          <a:bodyPr anchorCtr="0" anchor="ctr" bIns="45700" lIns="0" spcFirstLastPara="1" rIns="0" wrap="square" tIns="45700">
            <a:noAutofit/>
          </a:bodyPr>
          <a:lstStyle>
            <a:lvl1pPr lvl="0" marR="0" rtl="0" algn="ctr">
              <a:spcBef>
                <a:spcPts val="0"/>
              </a:spcBef>
              <a:spcAft>
                <a:spcPts val="0"/>
              </a:spcAft>
              <a:buSzPts val="1400"/>
              <a:buNone/>
              <a:defRPr b="0" i="0" sz="1200" u="none" cap="none" strike="noStrike">
                <a:solidFill>
                  <a:srgbClr val="3C363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2"/>
          <p:cNvSpPr txBox="1"/>
          <p:nvPr>
            <p:ph idx="12" type="sldNum"/>
          </p:nvPr>
        </p:nvSpPr>
        <p:spPr>
          <a:xfrm>
            <a:off x="9256782" y="6356351"/>
            <a:ext cx="1828800" cy="365125"/>
          </a:xfrm>
          <a:prstGeom prst="rect">
            <a:avLst/>
          </a:prstGeom>
          <a:noFill/>
          <a:ln>
            <a:noFill/>
          </a:ln>
        </p:spPr>
        <p:txBody>
          <a:bodyPr anchorCtr="0" anchor="ctr" bIns="45700" lIns="0" spcFirstLastPara="1" rIns="0" wrap="square" tIns="45700">
            <a:noAutofit/>
          </a:bodyPr>
          <a:lstStyle>
            <a:lvl1pPr indent="0" lvl="0" marL="0" marR="0" rtl="0" algn="r">
              <a:spcBef>
                <a:spcPts val="0"/>
              </a:spcBef>
              <a:buNone/>
              <a:defRPr b="0" i="0" sz="1200" u="none" cap="none" strike="noStrike">
                <a:solidFill>
                  <a:srgbClr val="3C3632"/>
                </a:solidFill>
                <a:latin typeface="Arial"/>
                <a:ea typeface="Arial"/>
                <a:cs typeface="Arial"/>
                <a:sym typeface="Arial"/>
              </a:defRPr>
            </a:lvl1pPr>
            <a:lvl2pPr indent="0" lvl="1" marL="0" marR="0" rtl="0" algn="r">
              <a:spcBef>
                <a:spcPts val="0"/>
              </a:spcBef>
              <a:buNone/>
              <a:defRPr b="0" i="0" sz="1200" u="none" cap="none" strike="noStrike">
                <a:solidFill>
                  <a:srgbClr val="3C3632"/>
                </a:solidFill>
                <a:latin typeface="Arial"/>
                <a:ea typeface="Arial"/>
                <a:cs typeface="Arial"/>
                <a:sym typeface="Arial"/>
              </a:defRPr>
            </a:lvl2pPr>
            <a:lvl3pPr indent="0" lvl="2" marL="0" marR="0" rtl="0" algn="r">
              <a:spcBef>
                <a:spcPts val="0"/>
              </a:spcBef>
              <a:buNone/>
              <a:defRPr b="0" i="0" sz="1200" u="none" cap="none" strike="noStrike">
                <a:solidFill>
                  <a:srgbClr val="3C3632"/>
                </a:solidFill>
                <a:latin typeface="Arial"/>
                <a:ea typeface="Arial"/>
                <a:cs typeface="Arial"/>
                <a:sym typeface="Arial"/>
              </a:defRPr>
            </a:lvl3pPr>
            <a:lvl4pPr indent="0" lvl="3" marL="0" marR="0" rtl="0" algn="r">
              <a:spcBef>
                <a:spcPts val="0"/>
              </a:spcBef>
              <a:buNone/>
              <a:defRPr b="0" i="0" sz="1200" u="none" cap="none" strike="noStrike">
                <a:solidFill>
                  <a:srgbClr val="3C3632"/>
                </a:solidFill>
                <a:latin typeface="Arial"/>
                <a:ea typeface="Arial"/>
                <a:cs typeface="Arial"/>
                <a:sym typeface="Arial"/>
              </a:defRPr>
            </a:lvl4pPr>
            <a:lvl5pPr indent="0" lvl="4" marL="0" marR="0" rtl="0" algn="r">
              <a:spcBef>
                <a:spcPts val="0"/>
              </a:spcBef>
              <a:buNone/>
              <a:defRPr b="0" i="0" sz="1200" u="none" cap="none" strike="noStrike">
                <a:solidFill>
                  <a:srgbClr val="3C3632"/>
                </a:solidFill>
                <a:latin typeface="Arial"/>
                <a:ea typeface="Arial"/>
                <a:cs typeface="Arial"/>
                <a:sym typeface="Arial"/>
              </a:defRPr>
            </a:lvl5pPr>
            <a:lvl6pPr indent="0" lvl="5" marL="0" marR="0" rtl="0" algn="r">
              <a:spcBef>
                <a:spcPts val="0"/>
              </a:spcBef>
              <a:buNone/>
              <a:defRPr b="0" i="0" sz="1200" u="none" cap="none" strike="noStrike">
                <a:solidFill>
                  <a:srgbClr val="3C3632"/>
                </a:solidFill>
                <a:latin typeface="Arial"/>
                <a:ea typeface="Arial"/>
                <a:cs typeface="Arial"/>
                <a:sym typeface="Arial"/>
              </a:defRPr>
            </a:lvl6pPr>
            <a:lvl7pPr indent="0" lvl="6" marL="0" marR="0" rtl="0" algn="r">
              <a:spcBef>
                <a:spcPts val="0"/>
              </a:spcBef>
              <a:buNone/>
              <a:defRPr b="0" i="0" sz="1200" u="none" cap="none" strike="noStrike">
                <a:solidFill>
                  <a:srgbClr val="3C3632"/>
                </a:solidFill>
                <a:latin typeface="Arial"/>
                <a:ea typeface="Arial"/>
                <a:cs typeface="Arial"/>
                <a:sym typeface="Arial"/>
              </a:defRPr>
            </a:lvl7pPr>
            <a:lvl8pPr indent="0" lvl="7" marL="0" marR="0" rtl="0" algn="r">
              <a:spcBef>
                <a:spcPts val="0"/>
              </a:spcBef>
              <a:buNone/>
              <a:defRPr b="0" i="0" sz="1200" u="none" cap="none" strike="noStrike">
                <a:solidFill>
                  <a:srgbClr val="3C3632"/>
                </a:solidFill>
                <a:latin typeface="Arial"/>
                <a:ea typeface="Arial"/>
                <a:cs typeface="Arial"/>
                <a:sym typeface="Arial"/>
              </a:defRPr>
            </a:lvl8pPr>
            <a:lvl9pPr indent="0" lvl="8" marL="0" marR="0" rtl="0" algn="r">
              <a:spcBef>
                <a:spcPts val="0"/>
              </a:spcBef>
              <a:buNone/>
              <a:defRPr b="0" i="0" sz="1200" u="none" cap="none" strike="noStrike">
                <a:solidFill>
                  <a:srgbClr val="3C36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5" name="Google Shape;15;p42"/>
          <p:cNvGrpSpPr/>
          <p:nvPr/>
        </p:nvGrpSpPr>
        <p:grpSpPr>
          <a:xfrm>
            <a:off x="1103376" y="1219201"/>
            <a:ext cx="9985248" cy="84403"/>
            <a:chOff x="1073150" y="1219201"/>
            <a:chExt cx="10058400" cy="63125"/>
          </a:xfrm>
        </p:grpSpPr>
        <p:cxnSp>
          <p:nvCxnSpPr>
            <p:cNvPr id="16" name="Google Shape;16;p42"/>
            <p:cNvCxnSpPr/>
            <p:nvPr/>
          </p:nvCxnSpPr>
          <p:spPr>
            <a:xfrm rot="10800000">
              <a:off x="1073150" y="1219201"/>
              <a:ext cx="10058400" cy="0"/>
            </a:xfrm>
            <a:prstGeom prst="straightConnector1">
              <a:avLst/>
            </a:prstGeom>
            <a:noFill/>
            <a:ln cap="flat" cmpd="sng" w="38100">
              <a:solidFill>
                <a:schemeClr val="dk1"/>
              </a:solidFill>
              <a:prstDash val="solid"/>
              <a:miter lim="800000"/>
              <a:headEnd len="sm" w="sm" type="none"/>
              <a:tailEnd len="sm" w="sm" type="none"/>
            </a:ln>
          </p:spPr>
        </p:cxnSp>
        <p:cxnSp>
          <p:nvCxnSpPr>
            <p:cNvPr id="17" name="Google Shape;17;p42"/>
            <p:cNvCxnSpPr/>
            <p:nvPr/>
          </p:nvCxnSpPr>
          <p:spPr>
            <a:xfrm rot="10800000">
              <a:off x="1073150" y="1282326"/>
              <a:ext cx="10058400" cy="0"/>
            </a:xfrm>
            <a:prstGeom prst="straightConnector1">
              <a:avLst/>
            </a:prstGeom>
            <a:noFill/>
            <a:ln cap="flat" cmpd="sng" w="12700">
              <a:solidFill>
                <a:schemeClr val="dk1"/>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
          <p:cNvSpPr txBox="1"/>
          <p:nvPr>
            <p:ph idx="1" type="subTitle"/>
          </p:nvPr>
        </p:nvSpPr>
        <p:spPr>
          <a:xfrm>
            <a:off x="1104900" y="4511784"/>
            <a:ext cx="5734050" cy="95556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dk1"/>
              </a:buClr>
              <a:buSzPts val="1800"/>
              <a:buNone/>
            </a:pPr>
            <a:r>
              <a:rPr lang="en-US"/>
              <a:t>Giảng viên: Từ Thị Xuân Hiền</a:t>
            </a:r>
            <a:endParaRPr/>
          </a:p>
        </p:txBody>
      </p:sp>
      <p:pic>
        <p:nvPicPr>
          <p:cNvPr descr="Open book on table, blurred shelves of books in background" id="127" name="Google Shape;127;p1"/>
          <p:cNvPicPr preferRelativeResize="0"/>
          <p:nvPr>
            <p:ph idx="2" type="pic"/>
          </p:nvPr>
        </p:nvPicPr>
        <p:blipFill rotWithShape="1">
          <a:blip r:embed="rId3">
            <a:alphaModFix/>
          </a:blip>
          <a:srcRect b="0" l="8895" r="8895" t="0"/>
          <a:stretch/>
        </p:blipFill>
        <p:spPr>
          <a:xfrm>
            <a:off x="6981063" y="1310656"/>
            <a:ext cx="5210937" cy="4208604"/>
          </a:xfrm>
          <a:prstGeom prst="rect">
            <a:avLst/>
          </a:prstGeom>
          <a:solidFill>
            <a:srgbClr val="DED9D6"/>
          </a:solidFill>
          <a:ln>
            <a:noFill/>
          </a:ln>
        </p:spPr>
      </p:pic>
      <p:grpSp>
        <p:nvGrpSpPr>
          <p:cNvPr id="128" name="Google Shape;128;p1"/>
          <p:cNvGrpSpPr/>
          <p:nvPr/>
        </p:nvGrpSpPr>
        <p:grpSpPr>
          <a:xfrm>
            <a:off x="1104900" y="2700050"/>
            <a:ext cx="8900097" cy="1457900"/>
            <a:chOff x="871699" y="2712615"/>
            <a:chExt cx="5451920" cy="1457900"/>
          </a:xfrm>
        </p:grpSpPr>
        <p:pic>
          <p:nvPicPr>
            <p:cNvPr id="129" name="Google Shape;129;p1"/>
            <p:cNvPicPr preferRelativeResize="0"/>
            <p:nvPr/>
          </p:nvPicPr>
          <p:blipFill rotWithShape="1">
            <a:blip r:embed="rId4">
              <a:alphaModFix/>
            </a:blip>
            <a:srcRect b="24623" l="21349" r="19027" t="0"/>
            <a:stretch/>
          </p:blipFill>
          <p:spPr>
            <a:xfrm>
              <a:off x="871699" y="2712615"/>
              <a:ext cx="1106176" cy="1457900"/>
            </a:xfrm>
            <a:prstGeom prst="rect">
              <a:avLst/>
            </a:prstGeom>
            <a:noFill/>
            <a:ln>
              <a:noFill/>
            </a:ln>
          </p:spPr>
        </p:pic>
        <p:sp>
          <p:nvSpPr>
            <p:cNvPr id="130" name="Google Shape;130;p1"/>
            <p:cNvSpPr/>
            <p:nvPr/>
          </p:nvSpPr>
          <p:spPr>
            <a:xfrm>
              <a:off x="1842557" y="2712615"/>
              <a:ext cx="4481062" cy="1457900"/>
            </a:xfrm>
            <a:prstGeom prst="rect">
              <a:avLst/>
            </a:prstGeom>
            <a:solidFill>
              <a:schemeClr val="dk2"/>
            </a:solidFill>
            <a:ln>
              <a:noFill/>
            </a:ln>
            <a:effectLst>
              <a:reflection blurRad="0" dir="0" dist="0" endA="300" endPos="35000" kx="0" rotWithShape="0" algn="bl" stA="52000" stPos="0" sy="-100000" ky="0"/>
            </a:effectLst>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US" sz="6600" u="none" cap="none" strike="noStrike">
                  <a:solidFill>
                    <a:srgbClr val="FEFEFE"/>
                  </a:solidFill>
                  <a:latin typeface="Arial Black"/>
                  <a:ea typeface="Arial Black"/>
                  <a:cs typeface="Arial Black"/>
                  <a:sym typeface="Arial Black"/>
                </a:rPr>
                <a:t>Components</a:t>
              </a:r>
              <a:endParaRPr/>
            </a:p>
          </p:txBody>
        </p:sp>
      </p:grpSp>
      <p:sp>
        <p:nvSpPr>
          <p:cNvPr id="131" name="Google Shape;131;p1"/>
          <p:cNvSpPr txBox="1"/>
          <p:nvPr/>
        </p:nvSpPr>
        <p:spPr>
          <a:xfrm>
            <a:off x="3920553" y="1981758"/>
            <a:ext cx="306051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0000"/>
                </a:solidFill>
                <a:latin typeface="Arial Black"/>
                <a:ea typeface="Arial Black"/>
                <a:cs typeface="Arial Black"/>
                <a:sym typeface="Arial Black"/>
              </a:rPr>
              <a:t>Chương 2.</a:t>
            </a:r>
            <a:endParaRPr sz="400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
          <p:cNvSpPr txBox="1"/>
          <p:nvPr>
            <p:ph type="title"/>
          </p:nvPr>
        </p:nvSpPr>
        <p:spPr>
          <a:xfrm>
            <a:off x="1104899" y="2971806"/>
            <a:ext cx="10071099" cy="1684150"/>
          </a:xfrm>
          <a:prstGeom prst="rect">
            <a:avLst/>
          </a:prstGeom>
          <a:noFill/>
          <a:ln>
            <a:noFill/>
          </a:ln>
        </p:spPr>
        <p:txBody>
          <a:bodyPr anchorCtr="0" anchor="ctr" bIns="45700" lIns="0" spcFirstLastPara="1" rIns="0"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CORE COMPONENTS AND APIS</a:t>
            </a:r>
            <a:endParaRPr/>
          </a:p>
        </p:txBody>
      </p:sp>
      <p:sp>
        <p:nvSpPr>
          <p:cNvPr id="137" name="Google Shape;137;p2"/>
          <p:cNvSpPr txBox="1"/>
          <p:nvPr>
            <p:ph idx="1" type="body"/>
          </p:nvPr>
        </p:nvSpPr>
        <p:spPr>
          <a:xfrm>
            <a:off x="1104899" y="4655956"/>
            <a:ext cx="10071099" cy="50975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lt1"/>
              </a:buClr>
              <a:buSzPts val="1600"/>
              <a:buNone/>
            </a:pPr>
            <a:r>
              <a:rPr lang="en-US"/>
              <a:t>Giảng viên: Từ Thị Xuân Hiền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a:t>
            </a:r>
            <a:endParaRPr/>
          </a:p>
        </p:txBody>
      </p:sp>
      <p:sp>
        <p:nvSpPr>
          <p:cNvPr id="143" name="Google Shape;143;p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Components</a:t>
            </a:r>
            <a:r>
              <a:rPr lang="en-US"/>
              <a:t> are independent and reusable bits of code. They serve the same purpose as JavaScript functions, but work in isolation and return HTML.</a:t>
            </a:r>
            <a:endParaRPr/>
          </a:p>
          <a:p>
            <a:pPr indent="-228600" lvl="0" marL="228600" rtl="0" algn="l">
              <a:lnSpc>
                <a:spcPct val="100000"/>
              </a:lnSpc>
              <a:spcBef>
                <a:spcPts val="1800"/>
              </a:spcBef>
              <a:spcAft>
                <a:spcPts val="0"/>
              </a:spcAft>
              <a:buClr>
                <a:schemeClr val="dk1"/>
              </a:buClr>
              <a:buSzPts val="2800"/>
              <a:buChar char="▪"/>
            </a:pPr>
            <a:r>
              <a:rPr b="1" lang="en-US"/>
              <a:t>Types of Components in React: </a:t>
            </a:r>
            <a:r>
              <a:rPr lang="en-US"/>
              <a:t>In React, we mainly have two types of components:</a:t>
            </a:r>
            <a:endParaRPr/>
          </a:p>
          <a:p>
            <a:pPr indent="-228600" lvl="1" marL="685800" rtl="0" algn="l">
              <a:lnSpc>
                <a:spcPct val="100000"/>
              </a:lnSpc>
              <a:spcBef>
                <a:spcPts val="600"/>
              </a:spcBef>
              <a:spcAft>
                <a:spcPts val="0"/>
              </a:spcAft>
              <a:buClr>
                <a:schemeClr val="dk1"/>
              </a:buClr>
              <a:buSzPts val="2400"/>
              <a:buChar char="▪"/>
            </a:pPr>
            <a:r>
              <a:rPr lang="en-US"/>
              <a:t>Functional Components</a:t>
            </a:r>
            <a:endParaRPr/>
          </a:p>
          <a:p>
            <a:pPr indent="-228600" lvl="1" marL="685800" rtl="0" algn="l">
              <a:lnSpc>
                <a:spcPct val="100000"/>
              </a:lnSpc>
              <a:spcBef>
                <a:spcPts val="600"/>
              </a:spcBef>
              <a:spcAft>
                <a:spcPts val="0"/>
              </a:spcAft>
              <a:buClr>
                <a:schemeClr val="dk1"/>
              </a:buClr>
              <a:buSzPts val="2400"/>
              <a:buChar char="▪"/>
            </a:pPr>
            <a:r>
              <a:rPr lang="en-US"/>
              <a:t>Class based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a:t>
            </a:r>
            <a:endParaRPr/>
          </a:p>
        </p:txBody>
      </p:sp>
      <p:sp>
        <p:nvSpPr>
          <p:cNvPr id="149" name="Google Shape;149;p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i="0" lang="en-US">
                <a:solidFill>
                  <a:srgbClr val="FF0000"/>
                </a:solidFill>
                <a:latin typeface="Nunito"/>
                <a:ea typeface="Nunito"/>
                <a:cs typeface="Nunito"/>
                <a:sym typeface="Nunito"/>
              </a:rPr>
              <a:t>Functional Component in React</a:t>
            </a:r>
            <a:endParaRPr/>
          </a:p>
          <a:p>
            <a:pPr indent="-228600" lvl="1" marL="685800" rtl="0" algn="l">
              <a:lnSpc>
                <a:spcPct val="100000"/>
              </a:lnSpc>
              <a:spcBef>
                <a:spcPts val="600"/>
              </a:spcBef>
              <a:spcAft>
                <a:spcPts val="0"/>
              </a:spcAft>
              <a:buClr>
                <a:schemeClr val="dk1"/>
              </a:buClr>
              <a:buSzPts val="2400"/>
              <a:buChar char="▪"/>
            </a:pPr>
            <a:r>
              <a:rPr b="1" lang="en-US"/>
              <a:t>Functional components </a:t>
            </a:r>
            <a:r>
              <a:rPr lang="en-US"/>
              <a:t>are just like JavaScript functions that accept properties and return a React element.</a:t>
            </a:r>
            <a:endParaRPr/>
          </a:p>
          <a:p>
            <a:pPr indent="-228600" lvl="1" marL="685800" rtl="0" algn="l">
              <a:lnSpc>
                <a:spcPct val="100000"/>
              </a:lnSpc>
              <a:spcBef>
                <a:spcPts val="600"/>
              </a:spcBef>
              <a:spcAft>
                <a:spcPts val="0"/>
              </a:spcAft>
              <a:buClr>
                <a:schemeClr val="dk1"/>
              </a:buClr>
              <a:buSzPts val="2400"/>
              <a:buChar char="▪"/>
            </a:pPr>
            <a:r>
              <a:rPr lang="en-US"/>
              <a:t>We can create a functional component in React by writing a </a:t>
            </a:r>
            <a:r>
              <a:rPr b="1" i="1" lang="en-US"/>
              <a:t>JavaScript function</a:t>
            </a:r>
            <a:r>
              <a:rPr lang="en-US"/>
              <a:t>. These functions may or may not receive data as parameters</a:t>
            </a:r>
            <a:endParaRPr/>
          </a:p>
          <a:p>
            <a:pPr indent="-228600" lvl="1" marL="685800" rtl="0" algn="l">
              <a:lnSpc>
                <a:spcPct val="100000"/>
              </a:lnSpc>
              <a:spcBef>
                <a:spcPts val="600"/>
              </a:spcBef>
              <a:spcAft>
                <a:spcPts val="0"/>
              </a:spcAft>
              <a:buClr>
                <a:schemeClr val="dk1"/>
              </a:buClr>
              <a:buSzPts val="2400"/>
              <a:buChar char="▪"/>
            </a:pPr>
            <a:r>
              <a:rPr b="1" lang="en-US"/>
              <a:t>Syntax</a:t>
            </a:r>
            <a:r>
              <a:rPr lang="en-US"/>
              <a:t>: </a:t>
            </a:r>
            <a:endParaRPr/>
          </a:p>
        </p:txBody>
      </p:sp>
      <p:sp>
        <p:nvSpPr>
          <p:cNvPr id="150" name="Google Shape;150;p4"/>
          <p:cNvSpPr/>
          <p:nvPr/>
        </p:nvSpPr>
        <p:spPr>
          <a:xfrm>
            <a:off x="3492501" y="4164089"/>
            <a:ext cx="4991100" cy="1628623"/>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88850" lIns="0" spcFirstLastPara="1" rIns="0" wrap="square" tIns="0">
            <a:spAutoFit/>
          </a:bodyPr>
          <a:lstStyle/>
          <a:p>
            <a:pPr indent="-406400" lvl="0" marL="520700" marR="0" rtl="0" algn="l">
              <a:lnSpc>
                <a:spcPct val="100000"/>
              </a:lnSpc>
              <a:spcBef>
                <a:spcPts val="0"/>
              </a:spcBef>
              <a:spcAft>
                <a:spcPts val="0"/>
              </a:spcAft>
              <a:buClr>
                <a:schemeClr val="dk1"/>
              </a:buClr>
              <a:buSzPts val="2000"/>
              <a:buFont typeface="Consolas"/>
              <a:buNone/>
            </a:pPr>
            <a:r>
              <a:rPr b="0" i="0" lang="en-US" sz="2000" u="none" cap="none" strike="noStrike">
                <a:solidFill>
                  <a:schemeClr val="dk1"/>
                </a:solidFill>
                <a:latin typeface="Consolas"/>
                <a:ea typeface="Consolas"/>
                <a:cs typeface="Consolas"/>
                <a:sym typeface="Consolas"/>
              </a:rPr>
              <a:t>function demoComponent() {</a:t>
            </a:r>
            <a:br>
              <a:rPr b="0" i="0" lang="en-US" sz="2000" u="none" cap="none" strike="noStrike">
                <a:solidFill>
                  <a:schemeClr val="dk1"/>
                </a:solidFill>
                <a:latin typeface="Consolas"/>
                <a:ea typeface="Consolas"/>
                <a:cs typeface="Consolas"/>
                <a:sym typeface="Consolas"/>
              </a:rPr>
            </a:br>
            <a:r>
              <a:rPr b="0" i="0" lang="en-US" sz="2000" u="none" cap="none" strike="noStrike">
                <a:solidFill>
                  <a:schemeClr val="dk1"/>
                </a:solidFill>
                <a:latin typeface="Consolas"/>
                <a:ea typeface="Consolas"/>
                <a:cs typeface="Consolas"/>
                <a:sym typeface="Consolas"/>
              </a:rPr>
              <a:t>return (&lt;h1&gt;</a:t>
            </a:r>
            <a:br>
              <a:rPr b="0" i="0" lang="en-US" sz="2000" u="none" cap="none" strike="noStrike">
                <a:solidFill>
                  <a:schemeClr val="dk1"/>
                </a:solidFill>
                <a:latin typeface="Consolas"/>
                <a:ea typeface="Consolas"/>
                <a:cs typeface="Consolas"/>
                <a:sym typeface="Consolas"/>
              </a:rPr>
            </a:br>
            <a:r>
              <a:rPr b="0" i="0" lang="en-US" sz="2000" u="none" cap="none" strike="noStrike">
                <a:solidFill>
                  <a:schemeClr val="dk1"/>
                </a:solidFill>
                <a:latin typeface="Consolas"/>
                <a:ea typeface="Consolas"/>
                <a:cs typeface="Consolas"/>
                <a:sym typeface="Consolas"/>
              </a:rPr>
              <a:t>Welcome Message!</a:t>
            </a:r>
            <a:br>
              <a:rPr b="0" i="0" lang="en-US" sz="2000" u="none" cap="none" strike="noStrike">
                <a:solidFill>
                  <a:schemeClr val="dk1"/>
                </a:solidFill>
                <a:latin typeface="Consolas"/>
                <a:ea typeface="Consolas"/>
                <a:cs typeface="Consolas"/>
                <a:sym typeface="Consolas"/>
              </a:rPr>
            </a:br>
            <a:r>
              <a:rPr b="0" i="0" lang="en-US" sz="2000" u="none" cap="none" strike="noStrike">
                <a:solidFill>
                  <a:schemeClr val="dk1"/>
                </a:solidFill>
                <a:latin typeface="Consolas"/>
                <a:ea typeface="Consolas"/>
                <a:cs typeface="Consolas"/>
                <a:sym typeface="Consolas"/>
              </a:rPr>
              <a:t>&lt;/h1&gt;);</a:t>
            </a:r>
            <a:endParaRPr sz="2000">
              <a:solidFill>
                <a:schemeClr val="dk1"/>
              </a:solidFill>
              <a:latin typeface="Consolas"/>
              <a:ea typeface="Consolas"/>
              <a:cs typeface="Consolas"/>
              <a:sym typeface="Consolas"/>
            </a:endParaRPr>
          </a:p>
          <a:p>
            <a:pPr indent="-406400" lvl="0" marL="520700" marR="0" rtl="0" algn="l">
              <a:lnSpc>
                <a:spcPct val="100000"/>
              </a:lnSpc>
              <a:spcBef>
                <a:spcPts val="0"/>
              </a:spcBef>
              <a:spcAft>
                <a:spcPts val="0"/>
              </a:spcAft>
              <a:buClr>
                <a:schemeClr val="dk1"/>
              </a:buClr>
              <a:buSzPts val="2000"/>
              <a:buFont typeface="Consolas"/>
              <a:buNone/>
            </a:pPr>
            <a:r>
              <a:rPr b="0" i="0" lang="en-US" sz="2000" u="none" cap="none" strike="noStrike">
                <a:solidFill>
                  <a:schemeClr val="dk1"/>
                </a:solidFill>
                <a:latin typeface="Consolas"/>
                <a:ea typeface="Consolas"/>
                <a:cs typeface="Consolas"/>
                <a:sym typeface="Consolas"/>
              </a:rPr>
              <a:t>}</a:t>
            </a:r>
            <a:r>
              <a:rPr b="0" i="0" lang="en-US" sz="1800" u="none" cap="none" strike="noStrike">
                <a:solidFill>
                  <a:schemeClr val="dk1"/>
                </a:solidFill>
                <a:latin typeface="Arial"/>
                <a:ea typeface="Arial"/>
                <a:cs typeface="Arial"/>
                <a:sym typeface="Arial"/>
              </a:rPr>
              <a:t> </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a:t>
            </a:r>
            <a:endParaRPr/>
          </a:p>
        </p:txBody>
      </p:sp>
      <p:sp>
        <p:nvSpPr>
          <p:cNvPr id="156" name="Google Shape;156;p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 Create a function component called welcome.</a:t>
            </a:r>
            <a:endParaRPr/>
          </a:p>
          <a:p>
            <a:pPr indent="-50800" lvl="0" marL="228600" rtl="0" algn="l">
              <a:lnSpc>
                <a:spcPct val="100000"/>
              </a:lnSpc>
              <a:spcBef>
                <a:spcPts val="1800"/>
              </a:spcBef>
              <a:spcAft>
                <a:spcPts val="0"/>
              </a:spcAft>
              <a:buClr>
                <a:schemeClr val="dk1"/>
              </a:buClr>
              <a:buSzPts val="2800"/>
              <a:buNone/>
            </a:pPr>
            <a:r>
              <a:t/>
            </a:r>
            <a:endParaRPr/>
          </a:p>
        </p:txBody>
      </p:sp>
      <p:pic>
        <p:nvPicPr>
          <p:cNvPr id="157" name="Google Shape;157;p5"/>
          <p:cNvPicPr preferRelativeResize="0"/>
          <p:nvPr/>
        </p:nvPicPr>
        <p:blipFill rotWithShape="1">
          <a:blip r:embed="rId3">
            <a:alphaModFix/>
          </a:blip>
          <a:srcRect b="0" l="0" r="0" t="0"/>
          <a:stretch/>
        </p:blipFill>
        <p:spPr>
          <a:xfrm>
            <a:off x="1712543" y="2298619"/>
            <a:ext cx="7929934" cy="114305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a:t>
            </a:r>
            <a:endParaRPr/>
          </a:p>
        </p:txBody>
      </p:sp>
      <p:sp>
        <p:nvSpPr>
          <p:cNvPr id="163" name="Google Shape;163;p6"/>
          <p:cNvSpPr txBox="1"/>
          <p:nvPr>
            <p:ph idx="1" type="body"/>
          </p:nvPr>
        </p:nvSpPr>
        <p:spPr>
          <a:xfrm>
            <a:off x="1104900" y="1600200"/>
            <a:ext cx="101727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Class Component in React</a:t>
            </a:r>
            <a:endParaRPr/>
          </a:p>
          <a:p>
            <a:pPr indent="-228600" lvl="1" marL="685800" rtl="0" algn="l">
              <a:lnSpc>
                <a:spcPct val="100000"/>
              </a:lnSpc>
              <a:spcBef>
                <a:spcPts val="600"/>
              </a:spcBef>
              <a:spcAft>
                <a:spcPts val="0"/>
              </a:spcAft>
              <a:buClr>
                <a:schemeClr val="dk1"/>
              </a:buClr>
              <a:buSzPts val="2400"/>
              <a:buChar char="▪"/>
            </a:pPr>
            <a:r>
              <a:rPr b="1" lang="en-US"/>
              <a:t>The class components </a:t>
            </a:r>
            <a:r>
              <a:rPr lang="en-US"/>
              <a:t>are a little more complex than the functional components. A class component can show inheritance and access data of other components.</a:t>
            </a:r>
            <a:endParaRPr/>
          </a:p>
          <a:p>
            <a:pPr indent="-228600" lvl="1" marL="685800" rtl="0" algn="l">
              <a:lnSpc>
                <a:spcPct val="100000"/>
              </a:lnSpc>
              <a:spcBef>
                <a:spcPts val="600"/>
              </a:spcBef>
              <a:spcAft>
                <a:spcPts val="0"/>
              </a:spcAft>
              <a:buClr>
                <a:schemeClr val="dk1"/>
              </a:buClr>
              <a:buSzPts val="2400"/>
              <a:buChar char="▪"/>
            </a:pPr>
            <a:r>
              <a:rPr lang="en-US"/>
              <a:t>Class Component must include the line “extends </a:t>
            </a:r>
            <a:r>
              <a:rPr b="1" i="1" lang="en-US"/>
              <a:t>React.Component</a:t>
            </a:r>
            <a:r>
              <a:rPr lang="en-US"/>
              <a:t>” to pass data from one class component to another class component.</a:t>
            </a:r>
            <a:endParaRPr/>
          </a:p>
          <a:p>
            <a:pPr indent="-228600" lvl="0" marL="228600" rtl="0" algn="l">
              <a:lnSpc>
                <a:spcPct val="100000"/>
              </a:lnSpc>
              <a:spcBef>
                <a:spcPts val="1800"/>
              </a:spcBef>
              <a:spcAft>
                <a:spcPts val="0"/>
              </a:spcAft>
              <a:buClr>
                <a:schemeClr val="dk1"/>
              </a:buClr>
              <a:buSzPts val="2800"/>
              <a:buChar char="▪"/>
            </a:pPr>
            <a:r>
              <a:rPr lang="en-US"/>
              <a:t>Syntax:  </a:t>
            </a:r>
            <a:endParaRPr/>
          </a:p>
        </p:txBody>
      </p:sp>
      <p:sp>
        <p:nvSpPr>
          <p:cNvPr id="164" name="Google Shape;164;p6"/>
          <p:cNvSpPr/>
          <p:nvPr/>
        </p:nvSpPr>
        <p:spPr>
          <a:xfrm>
            <a:off x="2857500" y="4328134"/>
            <a:ext cx="6121400" cy="1936399"/>
          </a:xfrm>
          <a:prstGeom prst="rect">
            <a:avLst/>
          </a:prstGeom>
          <a:solidFill>
            <a:schemeClr val="lt1"/>
          </a:solidFill>
          <a:ln cap="flat" cmpd="thickThin" w="48000">
            <a:solidFill>
              <a:srgbClr val="BDB3AE"/>
            </a:solidFill>
            <a:prstDash val="solid"/>
            <a:round/>
            <a:headEnd len="sm" w="sm" type="none"/>
            <a:tailEnd len="sm" w="sm" type="none"/>
          </a:ln>
        </p:spPr>
        <p:txBody>
          <a:bodyPr anchorCtr="0" anchor="ctr" bIns="88850" lIns="0" spcFirstLastPara="1" rIns="0" wrap="square" tIns="0">
            <a:spAutoFit/>
          </a:bodyPr>
          <a:lstStyle/>
          <a:p>
            <a:pPr indent="0" lvl="0" marL="63500" marR="0" rtl="0" algn="l">
              <a:lnSpc>
                <a:spcPct val="100000"/>
              </a:lnSpc>
              <a:spcBef>
                <a:spcPts val="0"/>
              </a:spcBef>
              <a:spcAft>
                <a:spcPts val="0"/>
              </a:spcAft>
              <a:buClr>
                <a:schemeClr val="dk1"/>
              </a:buClr>
              <a:buSzPts val="2000"/>
              <a:buFont typeface="Consolas"/>
              <a:buNone/>
            </a:pPr>
            <a:r>
              <a:rPr b="0" i="0" lang="en-US" sz="2000" u="none" cap="none" strike="noStrike">
                <a:solidFill>
                  <a:schemeClr val="dk1"/>
                </a:solidFill>
                <a:latin typeface="Consolas"/>
                <a:ea typeface="Consolas"/>
                <a:cs typeface="Consolas"/>
                <a:sym typeface="Consolas"/>
              </a:rPr>
              <a:t>class Democomponent extends React.Component {</a:t>
            </a:r>
            <a:br>
              <a:rPr b="0" i="0" lang="en-US" sz="2000" u="none" cap="none" strike="noStrike">
                <a:solidFill>
                  <a:schemeClr val="dk1"/>
                </a:solidFill>
                <a:latin typeface="Consolas"/>
                <a:ea typeface="Consolas"/>
                <a:cs typeface="Consolas"/>
                <a:sym typeface="Consolas"/>
              </a:rPr>
            </a:br>
            <a:r>
              <a:rPr b="0" i="0" lang="en-US" sz="2000" u="none" cap="none" strike="noStrike">
                <a:solidFill>
                  <a:schemeClr val="dk1"/>
                </a:solidFill>
                <a:latin typeface="Consolas"/>
                <a:ea typeface="Consolas"/>
                <a:cs typeface="Consolas"/>
                <a:sym typeface="Consolas"/>
              </a:rPr>
              <a:t>    render() {</a:t>
            </a:r>
            <a:br>
              <a:rPr b="0" i="0" lang="en-US" sz="2000" u="none" cap="none" strike="noStrike">
                <a:solidFill>
                  <a:schemeClr val="dk1"/>
                </a:solidFill>
                <a:latin typeface="Consolas"/>
                <a:ea typeface="Consolas"/>
                <a:cs typeface="Consolas"/>
                <a:sym typeface="Consolas"/>
              </a:rPr>
            </a:br>
            <a:r>
              <a:rPr b="0" i="0" lang="en-US" sz="2000" u="none" cap="none" strike="noStrike">
                <a:solidFill>
                  <a:schemeClr val="dk1"/>
                </a:solidFill>
                <a:latin typeface="Consolas"/>
                <a:ea typeface="Consolas"/>
                <a:cs typeface="Consolas"/>
                <a:sym typeface="Consolas"/>
              </a:rPr>
              <a:t>    return &lt;h1&gt;Welcome Message!&lt;/h1&gt;;</a:t>
            </a:r>
            <a:br>
              <a:rPr b="0" i="0" lang="en-US" sz="2000" u="none" cap="none" strike="noStrike">
                <a:solidFill>
                  <a:schemeClr val="dk1"/>
                </a:solidFill>
                <a:latin typeface="Consolas"/>
                <a:ea typeface="Consolas"/>
                <a:cs typeface="Consolas"/>
                <a:sym typeface="Consolas"/>
              </a:rPr>
            </a:br>
            <a:r>
              <a:rPr b="0" i="0" lang="en-US" sz="2000" u="none" cap="none" strike="noStrike">
                <a:solidFill>
                  <a:schemeClr val="dk1"/>
                </a:solidFill>
                <a:latin typeface="Consolas"/>
                <a:ea typeface="Consolas"/>
                <a:cs typeface="Consolas"/>
                <a:sym typeface="Consolas"/>
              </a:rPr>
              <a:t>    }</a:t>
            </a:r>
            <a:br>
              <a:rPr b="0" i="0" lang="en-US" sz="2000" u="none" cap="none" strike="noStrike">
                <a:solidFill>
                  <a:schemeClr val="dk1"/>
                </a:solidFill>
                <a:latin typeface="Consolas"/>
                <a:ea typeface="Consolas"/>
                <a:cs typeface="Consolas"/>
                <a:sym typeface="Consolas"/>
              </a:rPr>
            </a:br>
            <a:r>
              <a:rPr b="0" i="0" lang="en-US" sz="2000" u="none" cap="none" strike="noStrike">
                <a:solidFill>
                  <a:schemeClr val="dk1"/>
                </a:solidFill>
                <a:latin typeface="Consolas"/>
                <a:ea typeface="Consolas"/>
                <a:cs typeface="Consolas"/>
                <a:sym typeface="Consolas"/>
              </a:rPr>
              <a:t>}</a:t>
            </a:r>
            <a:r>
              <a:rPr b="0" i="0" lang="en-US" sz="1800" u="none" cap="none" strike="noStrike">
                <a:solidFill>
                  <a:schemeClr val="dk1"/>
                </a:solidFill>
                <a:latin typeface="Arial"/>
                <a:ea typeface="Arial"/>
                <a:cs typeface="Arial"/>
                <a:sym typeface="Arial"/>
              </a:rPr>
              <a:t> </a:t>
            </a:r>
            <a:endParaRPr b="0" i="0" sz="32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a:t>
            </a:r>
            <a:endParaRPr/>
          </a:p>
        </p:txBody>
      </p:sp>
      <p:sp>
        <p:nvSpPr>
          <p:cNvPr id="170" name="Google Shape;170;p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273239"/>
              </a:buClr>
              <a:buSzPts val="2800"/>
              <a:buChar char="▪"/>
            </a:pPr>
            <a:r>
              <a:rPr b="1" i="0" lang="en-US">
                <a:solidFill>
                  <a:srgbClr val="273239"/>
                </a:solidFill>
                <a:latin typeface="Nunito"/>
                <a:ea typeface="Nunito"/>
                <a:cs typeface="Nunito"/>
                <a:sym typeface="Nunito"/>
              </a:rPr>
              <a:t>Example</a:t>
            </a:r>
            <a:endParaRPr/>
          </a:p>
        </p:txBody>
      </p:sp>
      <p:pic>
        <p:nvPicPr>
          <p:cNvPr id="171" name="Google Shape;171;p7"/>
          <p:cNvPicPr preferRelativeResize="0"/>
          <p:nvPr/>
        </p:nvPicPr>
        <p:blipFill rotWithShape="1">
          <a:blip r:embed="rId3">
            <a:alphaModFix/>
          </a:blip>
          <a:srcRect b="0" l="0" r="0" t="0"/>
          <a:stretch/>
        </p:blipFill>
        <p:spPr>
          <a:xfrm>
            <a:off x="2406819" y="2120901"/>
            <a:ext cx="7378362" cy="1593932"/>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a:t>
            </a:r>
            <a:endParaRPr/>
          </a:p>
        </p:txBody>
      </p:sp>
      <p:sp>
        <p:nvSpPr>
          <p:cNvPr id="177" name="Google Shape;177;p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Functional Component vs Class Component:</a:t>
            </a:r>
            <a:endParaRPr/>
          </a:p>
          <a:p>
            <a:pPr indent="-228600" lvl="1" marL="685800" rtl="0" algn="just">
              <a:lnSpc>
                <a:spcPct val="100000"/>
              </a:lnSpc>
              <a:spcBef>
                <a:spcPts val="600"/>
              </a:spcBef>
              <a:spcAft>
                <a:spcPts val="0"/>
              </a:spcAft>
              <a:buClr>
                <a:schemeClr val="dk1"/>
              </a:buClr>
              <a:buSzPts val="2400"/>
              <a:buChar char="▪"/>
            </a:pPr>
            <a:r>
              <a:rPr b="1" lang="en-US"/>
              <a:t>A functional component </a:t>
            </a:r>
            <a:r>
              <a:rPr lang="en-US"/>
              <a:t>is best suited for cases where the component doesn’t need to interact with other components or manage complex states. Functional components are ideal for presenting static UI elements or composing multiple simple components together under a single parent component.</a:t>
            </a:r>
            <a:endParaRPr/>
          </a:p>
          <a:p>
            <a:pPr indent="-228600" lvl="1" marL="685800" rtl="0" algn="just">
              <a:lnSpc>
                <a:spcPct val="100000"/>
              </a:lnSpc>
              <a:spcBef>
                <a:spcPts val="600"/>
              </a:spcBef>
              <a:spcAft>
                <a:spcPts val="0"/>
              </a:spcAft>
              <a:buClr>
                <a:schemeClr val="dk1"/>
              </a:buClr>
              <a:buSzPts val="2400"/>
              <a:buChar char="▪"/>
            </a:pPr>
            <a:r>
              <a:rPr b="1" lang="en-US"/>
              <a:t>Class-based components </a:t>
            </a:r>
            <a:r>
              <a:rPr lang="en-US"/>
              <a:t>can achieve the same result, they are generally less efficient compared to functional components. Therefore, it’s recommended to not use class components for general use.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Rendering React Components</a:t>
            </a:r>
            <a:endParaRPr/>
          </a:p>
        </p:txBody>
      </p:sp>
      <p:sp>
        <p:nvSpPr>
          <p:cNvPr id="184" name="Google Shape;184;p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Rendering Components </a:t>
            </a:r>
            <a:r>
              <a:rPr lang="en-US"/>
              <a:t>means turning your component code into the UI that users see on the screen.</a:t>
            </a:r>
            <a:endParaRPr/>
          </a:p>
          <a:p>
            <a:pPr indent="-228600" lvl="1" marL="685800" rtl="0" algn="l">
              <a:lnSpc>
                <a:spcPct val="100000"/>
              </a:lnSpc>
              <a:spcBef>
                <a:spcPts val="600"/>
              </a:spcBef>
              <a:spcAft>
                <a:spcPts val="0"/>
              </a:spcAft>
              <a:buClr>
                <a:schemeClr val="dk1"/>
              </a:buClr>
              <a:buSzPts val="2400"/>
              <a:buChar char="▪"/>
            </a:pPr>
            <a:r>
              <a:rPr b="1" lang="en-US"/>
              <a:t>React</a:t>
            </a:r>
            <a:r>
              <a:rPr lang="en-US"/>
              <a:t> is capable of rendering user-defined components. </a:t>
            </a:r>
            <a:endParaRPr/>
          </a:p>
          <a:p>
            <a:pPr indent="-228600" lvl="1" marL="685800" rtl="0" algn="l">
              <a:lnSpc>
                <a:spcPct val="100000"/>
              </a:lnSpc>
              <a:spcBef>
                <a:spcPts val="600"/>
              </a:spcBef>
              <a:spcAft>
                <a:spcPts val="0"/>
              </a:spcAft>
              <a:buClr>
                <a:schemeClr val="dk1"/>
              </a:buClr>
              <a:buSzPts val="2400"/>
              <a:buChar char="▪"/>
            </a:pPr>
            <a:r>
              <a:rPr lang="en-US"/>
              <a:t>To render a component in React we can initialize an element with a </a:t>
            </a:r>
            <a:r>
              <a:rPr b="1" lang="en-US"/>
              <a:t>user-defined component </a:t>
            </a:r>
            <a:r>
              <a:rPr lang="en-US"/>
              <a:t>and pass this element as the first parameter to </a:t>
            </a:r>
            <a:r>
              <a:rPr b="1" i="1" lang="en-US"/>
              <a:t>ReactDOM.render() </a:t>
            </a:r>
            <a:r>
              <a:rPr lang="en-US"/>
              <a:t>or directly pass the component as the first argument to the </a:t>
            </a:r>
            <a:r>
              <a:rPr b="1" i="1" lang="en-US"/>
              <a:t>ReactDOM.render() </a:t>
            </a:r>
            <a:r>
              <a:rPr lang="en-US"/>
              <a:t>method. </a:t>
            </a:r>
            <a:endParaRPr/>
          </a:p>
          <a:p>
            <a:pPr indent="-228600" lvl="0" marL="228600" rtl="0" algn="l">
              <a:lnSpc>
                <a:spcPct val="100000"/>
              </a:lnSpc>
              <a:spcBef>
                <a:spcPts val="1800"/>
              </a:spcBef>
              <a:spcAft>
                <a:spcPts val="0"/>
              </a:spcAft>
              <a:buClr>
                <a:schemeClr val="dk1"/>
              </a:buClr>
              <a:buSzPts val="2800"/>
              <a:buChar char="▪"/>
            </a:pPr>
            <a:r>
              <a:rPr lang="en-US"/>
              <a:t>Syntax:</a:t>
            </a:r>
            <a:endParaRPr/>
          </a:p>
          <a:p>
            <a:pPr indent="-228600" lvl="1" marL="685800" rtl="0" algn="l">
              <a:lnSpc>
                <a:spcPct val="100000"/>
              </a:lnSpc>
              <a:spcBef>
                <a:spcPts val="600"/>
              </a:spcBef>
              <a:spcAft>
                <a:spcPts val="0"/>
              </a:spcAft>
              <a:buClr>
                <a:schemeClr val="dk1"/>
              </a:buClr>
              <a:buSzPts val="2400"/>
              <a:buChar char="▪"/>
            </a:pPr>
            <a:r>
              <a:rPr i="1" lang="en-US"/>
              <a:t>The componentname is the name of the user-defined component</a:t>
            </a:r>
            <a:endParaRPr/>
          </a:p>
        </p:txBody>
      </p:sp>
      <p:sp>
        <p:nvSpPr>
          <p:cNvPr id="185" name="Google Shape;185;p9"/>
          <p:cNvSpPr/>
          <p:nvPr/>
        </p:nvSpPr>
        <p:spPr>
          <a:xfrm>
            <a:off x="2793241" y="4781036"/>
            <a:ext cx="6604000" cy="369332"/>
          </a:xfrm>
          <a:prstGeom prst="rect">
            <a:avLst/>
          </a:prstGeom>
          <a:noFill/>
          <a:ln cap="flat" cmpd="sng" w="9525">
            <a:solidFill>
              <a:srgbClr val="BDB3AE"/>
            </a:solidFill>
            <a:prstDash val="solid"/>
            <a:round/>
            <a:headEnd len="sm" w="sm" type="none"/>
            <a:tailEnd len="sm" w="sm" type="none"/>
          </a:ln>
        </p:spPr>
        <p:txBody>
          <a:bodyPr anchorCtr="0" anchor="ctr" bIns="0" lIns="0" spcFirstLastPara="1" rIns="0" wrap="square" tIns="0">
            <a:spAutoFit/>
          </a:bodyPr>
          <a:lstStyle/>
          <a:p>
            <a:pPr indent="0" lvl="0" marL="177800" marR="0" rtl="0" algn="l">
              <a:lnSpc>
                <a:spcPct val="100000"/>
              </a:lnSpc>
              <a:spcBef>
                <a:spcPts val="0"/>
              </a:spcBef>
              <a:spcAft>
                <a:spcPts val="0"/>
              </a:spcAft>
              <a:buClr>
                <a:srgbClr val="C00000"/>
              </a:buClr>
              <a:buSzPts val="2400"/>
              <a:buFont typeface="Consolas"/>
              <a:buNone/>
            </a:pPr>
            <a:r>
              <a:rPr b="1" i="0" lang="en-US" sz="2400" u="none" cap="none" strike="noStrike">
                <a:solidFill>
                  <a:srgbClr val="C00000"/>
                </a:solidFill>
                <a:latin typeface="Consolas"/>
                <a:ea typeface="Consolas"/>
                <a:cs typeface="Consolas"/>
                <a:sym typeface="Consolas"/>
              </a:rPr>
              <a:t>const elementName = &lt;ComponentName /&gt;;</a:t>
            </a:r>
            <a:r>
              <a:rPr b="0" i="0" lang="en-US" sz="2400" u="none" cap="none" strike="noStrike">
                <a:solidFill>
                  <a:srgbClr val="C00000"/>
                </a:solidFill>
                <a:latin typeface="Arial"/>
                <a:ea typeface="Arial"/>
                <a:cs typeface="Arial"/>
                <a:sym typeface="Arial"/>
              </a:rPr>
              <a:t> </a:t>
            </a:r>
            <a:endParaRPr b="0" i="0" sz="2400" u="none" cap="none" strike="noStrike">
              <a:solidFill>
                <a:srgbClr val="C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Rendering React Components</a:t>
            </a:r>
            <a:endParaRPr/>
          </a:p>
        </p:txBody>
      </p:sp>
      <p:sp>
        <p:nvSpPr>
          <p:cNvPr id="191" name="Google Shape;191;p1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273239"/>
              </a:buClr>
              <a:buSzPts val="2800"/>
              <a:buChar char="▪"/>
            </a:pPr>
            <a:r>
              <a:rPr b="1" i="0" lang="en-US">
                <a:solidFill>
                  <a:srgbClr val="273239"/>
                </a:solidFill>
                <a:latin typeface="Nunito"/>
                <a:ea typeface="Nunito"/>
                <a:cs typeface="Nunito"/>
                <a:sym typeface="Nunito"/>
              </a:rPr>
              <a:t>Example</a:t>
            </a:r>
            <a:endParaRPr/>
          </a:p>
        </p:txBody>
      </p:sp>
      <p:pic>
        <p:nvPicPr>
          <p:cNvPr id="192" name="Google Shape;192;p10"/>
          <p:cNvPicPr preferRelativeResize="0"/>
          <p:nvPr/>
        </p:nvPicPr>
        <p:blipFill rotWithShape="1">
          <a:blip r:embed="rId3">
            <a:alphaModFix/>
          </a:blip>
          <a:srcRect b="0" l="0" r="0" t="0"/>
          <a:stretch/>
        </p:blipFill>
        <p:spPr>
          <a:xfrm>
            <a:off x="1104900" y="2160308"/>
            <a:ext cx="4991100" cy="4411054"/>
          </a:xfrm>
          <a:prstGeom prst="rect">
            <a:avLst/>
          </a:prstGeom>
          <a:noFill/>
          <a:ln>
            <a:noFill/>
          </a:ln>
          <a:effectLst>
            <a:outerShdw blurRad="292100" rotWithShape="0" algn="tl" dir="2700000" dist="139700">
              <a:srgbClr val="333333">
                <a:alpha val="64705"/>
              </a:srgbClr>
            </a:outerShdw>
          </a:effectLst>
        </p:spPr>
      </p:pic>
      <p:sp>
        <p:nvSpPr>
          <p:cNvPr id="193" name="Google Shape;193;p10"/>
          <p:cNvSpPr txBox="1"/>
          <p:nvPr/>
        </p:nvSpPr>
        <p:spPr>
          <a:xfrm>
            <a:off x="6323841" y="2160308"/>
            <a:ext cx="5539467" cy="1200329"/>
          </a:xfrm>
          <a:prstGeom prst="rect">
            <a:avLst/>
          </a:prstGeom>
          <a:noFill/>
          <a:ln cap="flat" cmpd="sng" w="9525">
            <a:solidFill>
              <a:srgbClr val="BDB3A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273239"/>
                </a:solidFill>
                <a:latin typeface="Nunito"/>
                <a:ea typeface="Nunito"/>
                <a:cs typeface="Nunito"/>
                <a:sym typeface="Nunito"/>
              </a:rPr>
              <a:t>Output: </a:t>
            </a:r>
            <a:r>
              <a:rPr b="0" i="0" lang="en-US" sz="2400">
                <a:solidFill>
                  <a:srgbClr val="273239"/>
                </a:solidFill>
                <a:latin typeface="Nunito"/>
                <a:ea typeface="Nunito"/>
                <a:cs typeface="Nunito"/>
                <a:sym typeface="Nunito"/>
              </a:rPr>
              <a:t>This output will be visible on the </a:t>
            </a:r>
            <a:r>
              <a:rPr b="1" i="0" lang="en-US" sz="2400">
                <a:solidFill>
                  <a:srgbClr val="273239"/>
                </a:solidFill>
                <a:latin typeface="Nunito"/>
                <a:ea typeface="Nunito"/>
                <a:cs typeface="Nunito"/>
                <a:sym typeface="Nunito"/>
              </a:rPr>
              <a:t>http://localhost:3000/ </a:t>
            </a:r>
            <a:r>
              <a:rPr b="0" i="0" lang="en-US" sz="2400">
                <a:solidFill>
                  <a:srgbClr val="273239"/>
                </a:solidFill>
                <a:latin typeface="Nunito"/>
                <a:ea typeface="Nunito"/>
                <a:cs typeface="Nunito"/>
                <a:sym typeface="Nunito"/>
              </a:rPr>
              <a:t>on the browser window.</a:t>
            </a:r>
            <a:endParaRPr sz="2400">
              <a:solidFill>
                <a:schemeClr val="dk1"/>
              </a:solidFill>
              <a:latin typeface="Arial"/>
              <a:ea typeface="Arial"/>
              <a:cs typeface="Arial"/>
              <a:sym typeface="Arial"/>
            </a:endParaRPr>
          </a:p>
        </p:txBody>
      </p:sp>
      <p:pic>
        <p:nvPicPr>
          <p:cNvPr id="194" name="Google Shape;194;p10"/>
          <p:cNvPicPr preferRelativeResize="0"/>
          <p:nvPr/>
        </p:nvPicPr>
        <p:blipFill rotWithShape="1">
          <a:blip r:embed="rId4">
            <a:alphaModFix/>
          </a:blip>
          <a:srcRect b="0" l="0" r="0" t="0"/>
          <a:stretch/>
        </p:blipFill>
        <p:spPr>
          <a:xfrm>
            <a:off x="7005894" y="3787675"/>
            <a:ext cx="4079688" cy="96360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Rendering React Components</a:t>
            </a:r>
            <a:endParaRPr/>
          </a:p>
        </p:txBody>
      </p:sp>
      <p:sp>
        <p:nvSpPr>
          <p:cNvPr id="200" name="Google Shape;200;p1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Explanation</a:t>
            </a:r>
            <a:r>
              <a:rPr lang="en-US"/>
              <a:t>:</a:t>
            </a:r>
            <a:endParaRPr/>
          </a:p>
          <a:p>
            <a:pPr indent="-228600" lvl="1" marL="685800" rtl="0" algn="l">
              <a:lnSpc>
                <a:spcPct val="100000"/>
              </a:lnSpc>
              <a:spcBef>
                <a:spcPts val="600"/>
              </a:spcBef>
              <a:spcAft>
                <a:spcPts val="0"/>
              </a:spcAft>
              <a:buClr>
                <a:schemeClr val="dk1"/>
              </a:buClr>
              <a:buSzPts val="2400"/>
              <a:buChar char="▪"/>
            </a:pPr>
            <a:r>
              <a:rPr lang="en-US"/>
              <a:t>Call the </a:t>
            </a:r>
            <a:r>
              <a:rPr b="1" lang="en-US"/>
              <a:t>ReactDOM.render() </a:t>
            </a:r>
            <a:r>
              <a:rPr lang="en-US"/>
              <a:t>as the first parameter.</a:t>
            </a:r>
            <a:endParaRPr/>
          </a:p>
          <a:p>
            <a:pPr indent="-228600" lvl="1" marL="685800" rtl="0" algn="just">
              <a:lnSpc>
                <a:spcPct val="100000"/>
              </a:lnSpc>
              <a:spcBef>
                <a:spcPts val="600"/>
              </a:spcBef>
              <a:spcAft>
                <a:spcPts val="0"/>
              </a:spcAft>
              <a:buClr>
                <a:schemeClr val="dk1"/>
              </a:buClr>
              <a:buSzPts val="2400"/>
              <a:buChar char="▪"/>
            </a:pPr>
            <a:r>
              <a:rPr lang="en-US"/>
              <a:t>React then calls the component </a:t>
            </a:r>
            <a:r>
              <a:rPr b="1" lang="en-US"/>
              <a:t>Welcome</a:t>
            </a:r>
            <a:r>
              <a:rPr lang="en-US"/>
              <a:t>, which returns </a:t>
            </a:r>
            <a:r>
              <a:rPr b="1" lang="en-US"/>
              <a:t>&lt;h1&gt;Hello World!&lt;/h1&gt;; </a:t>
            </a:r>
            <a:r>
              <a:rPr lang="en-US"/>
              <a:t>as the result.</a:t>
            </a:r>
            <a:endParaRPr/>
          </a:p>
          <a:p>
            <a:pPr indent="-228600" lvl="1" marL="685800" rtl="0" algn="l">
              <a:lnSpc>
                <a:spcPct val="100000"/>
              </a:lnSpc>
              <a:spcBef>
                <a:spcPts val="600"/>
              </a:spcBef>
              <a:spcAft>
                <a:spcPts val="0"/>
              </a:spcAft>
              <a:buClr>
                <a:schemeClr val="dk1"/>
              </a:buClr>
              <a:buSzPts val="2400"/>
              <a:buChar char="▪"/>
            </a:pPr>
            <a:r>
              <a:rPr lang="en-US"/>
              <a:t>Then the </a:t>
            </a:r>
            <a:r>
              <a:rPr b="1" lang="en-US"/>
              <a:t>ReactDOM</a:t>
            </a:r>
            <a:r>
              <a:rPr lang="en-US"/>
              <a:t> efficiently updates the DOM to match with the returned element and renders that element to the DOM element with id as “root”.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Rendering React Components</a:t>
            </a:r>
            <a:endParaRPr/>
          </a:p>
        </p:txBody>
      </p:sp>
      <p:sp>
        <p:nvSpPr>
          <p:cNvPr id="206" name="Google Shape;206;p1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just">
              <a:lnSpc>
                <a:spcPct val="100000"/>
              </a:lnSpc>
              <a:spcBef>
                <a:spcPts val="0"/>
              </a:spcBef>
              <a:spcAft>
                <a:spcPts val="0"/>
              </a:spcAft>
              <a:buClr>
                <a:srgbClr val="C00000"/>
              </a:buClr>
              <a:buSzPts val="2800"/>
              <a:buChar char="▪"/>
            </a:pPr>
            <a:r>
              <a:rPr b="1" i="0" lang="en-US">
                <a:solidFill>
                  <a:srgbClr val="C00000"/>
                </a:solidFill>
                <a:latin typeface="Arial"/>
                <a:ea typeface="Arial"/>
                <a:cs typeface="Arial"/>
                <a:sym typeface="Arial"/>
              </a:rPr>
              <a:t>Props: </a:t>
            </a:r>
            <a:r>
              <a:rPr b="1" i="0" lang="en-US">
                <a:solidFill>
                  <a:srgbClr val="273239"/>
                </a:solidFill>
                <a:latin typeface="Arial"/>
                <a:ea typeface="Arial"/>
                <a:cs typeface="Arial"/>
                <a:sym typeface="Arial"/>
              </a:rPr>
              <a:t>(short for properties)</a:t>
            </a:r>
            <a:r>
              <a:rPr b="0" i="0" lang="en-US">
                <a:solidFill>
                  <a:srgbClr val="273239"/>
                </a:solidFill>
                <a:latin typeface="Arial"/>
                <a:ea typeface="Arial"/>
                <a:cs typeface="Arial"/>
                <a:sym typeface="Arial"/>
              </a:rPr>
              <a:t> are a way to pass data from the parent component to the child component.</a:t>
            </a:r>
            <a:endParaRPr/>
          </a:p>
          <a:p>
            <a:pPr indent="-228600" lvl="1" marL="685800" rtl="0" algn="l">
              <a:lnSpc>
                <a:spcPct val="100000"/>
              </a:lnSpc>
              <a:spcBef>
                <a:spcPts val="600"/>
              </a:spcBef>
              <a:spcAft>
                <a:spcPts val="0"/>
              </a:spcAft>
              <a:buClr>
                <a:srgbClr val="273239"/>
              </a:buClr>
              <a:buSzPts val="2400"/>
              <a:buFont typeface="Arial"/>
              <a:buChar char="•"/>
            </a:pPr>
            <a:r>
              <a:rPr b="0" i="0" lang="en-US">
                <a:solidFill>
                  <a:srgbClr val="273239"/>
                </a:solidFill>
                <a:latin typeface="Arial"/>
                <a:ea typeface="Arial"/>
                <a:cs typeface="Arial"/>
                <a:sym typeface="Arial"/>
              </a:rPr>
              <a:t>Props are like </a:t>
            </a:r>
            <a:r>
              <a:rPr b="1" i="0" lang="en-US">
                <a:solidFill>
                  <a:srgbClr val="273239"/>
                </a:solidFill>
                <a:latin typeface="Arial"/>
                <a:ea typeface="Arial"/>
                <a:cs typeface="Arial"/>
                <a:sym typeface="Arial"/>
              </a:rPr>
              <a:t>function arguments</a:t>
            </a:r>
            <a:r>
              <a:rPr b="0" i="0" lang="en-US">
                <a:solidFill>
                  <a:srgbClr val="273239"/>
                </a:solidFill>
                <a:latin typeface="Arial"/>
                <a:ea typeface="Arial"/>
                <a:cs typeface="Arial"/>
                <a:sym typeface="Arial"/>
              </a:rPr>
              <a:t>, you can use them as attributes in components.</a:t>
            </a:r>
            <a:endParaRPr/>
          </a:p>
          <a:p>
            <a:pPr indent="-228600" lvl="0" marL="228600" rtl="0" algn="l">
              <a:lnSpc>
                <a:spcPct val="100000"/>
              </a:lnSpc>
              <a:spcBef>
                <a:spcPts val="2400"/>
              </a:spcBef>
              <a:spcAft>
                <a:spcPts val="0"/>
              </a:spcAft>
              <a:buClr>
                <a:srgbClr val="273239"/>
              </a:buClr>
              <a:buSzPts val="2800"/>
              <a:buFont typeface="Arial"/>
              <a:buChar char="•"/>
            </a:pPr>
            <a:r>
              <a:rPr lang="en-US">
                <a:solidFill>
                  <a:srgbClr val="273239"/>
                </a:solidFill>
                <a:latin typeface="Arial"/>
                <a:ea typeface="Arial"/>
                <a:cs typeface="Arial"/>
                <a:sym typeface="Arial"/>
              </a:rPr>
              <a:t>Example: </a:t>
            </a:r>
            <a:endParaRPr b="0" i="0">
              <a:solidFill>
                <a:srgbClr val="273239"/>
              </a:solidFill>
              <a:latin typeface="Arial"/>
              <a:ea typeface="Arial"/>
              <a:cs typeface="Arial"/>
              <a:sym typeface="Arial"/>
            </a:endParaRPr>
          </a:p>
          <a:p>
            <a:pPr indent="-50800" lvl="0" marL="228600" rtl="0" algn="l">
              <a:lnSpc>
                <a:spcPct val="100000"/>
              </a:lnSpc>
              <a:spcBef>
                <a:spcPts val="2400"/>
              </a:spcBef>
              <a:spcAft>
                <a:spcPts val="0"/>
              </a:spcAft>
              <a:buClr>
                <a:schemeClr val="dk1"/>
              </a:buClr>
              <a:buSzPts val="2800"/>
              <a:buNone/>
            </a:pPr>
            <a:r>
              <a:t/>
            </a:r>
            <a:endParaRPr>
              <a:latin typeface="Arial"/>
              <a:ea typeface="Arial"/>
              <a:cs typeface="Arial"/>
              <a:sym typeface="Arial"/>
            </a:endParaRPr>
          </a:p>
        </p:txBody>
      </p:sp>
      <p:pic>
        <p:nvPicPr>
          <p:cNvPr id="207" name="Google Shape;207;p12"/>
          <p:cNvPicPr preferRelativeResize="0"/>
          <p:nvPr/>
        </p:nvPicPr>
        <p:blipFill rotWithShape="1">
          <a:blip r:embed="rId3">
            <a:alphaModFix/>
          </a:blip>
          <a:srcRect b="0" l="0" r="0" t="0"/>
          <a:stretch/>
        </p:blipFill>
        <p:spPr>
          <a:xfrm>
            <a:off x="3166882" y="3657377"/>
            <a:ext cx="7918700" cy="251482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Components in Components</a:t>
            </a:r>
            <a:endParaRPr/>
          </a:p>
        </p:txBody>
      </p:sp>
      <p:sp>
        <p:nvSpPr>
          <p:cNvPr id="213" name="Google Shape;213;p1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We can call components inside another component</a:t>
            </a:r>
            <a:endParaRPr/>
          </a:p>
          <a:p>
            <a:pPr indent="-228600" lvl="0" marL="228600" rtl="0" algn="l">
              <a:lnSpc>
                <a:spcPct val="100000"/>
              </a:lnSpc>
              <a:spcBef>
                <a:spcPts val="1800"/>
              </a:spcBef>
              <a:spcAft>
                <a:spcPts val="0"/>
              </a:spcAft>
              <a:buClr>
                <a:schemeClr val="dk1"/>
              </a:buClr>
              <a:buSzPts val="2800"/>
              <a:buChar char="▪"/>
            </a:pPr>
            <a:r>
              <a:rPr lang="en-US"/>
              <a:t>Example: </a:t>
            </a:r>
            <a:endParaRPr/>
          </a:p>
        </p:txBody>
      </p:sp>
      <p:pic>
        <p:nvPicPr>
          <p:cNvPr id="214" name="Google Shape;214;p13"/>
          <p:cNvPicPr preferRelativeResize="0"/>
          <p:nvPr/>
        </p:nvPicPr>
        <p:blipFill rotWithShape="1">
          <a:blip r:embed="rId3">
            <a:alphaModFix/>
          </a:blip>
          <a:srcRect b="0" l="0" r="0" t="0"/>
          <a:stretch/>
        </p:blipFill>
        <p:spPr>
          <a:xfrm>
            <a:off x="3624682" y="2140872"/>
            <a:ext cx="4311004" cy="4640928"/>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t/>
            </a:r>
            <a:endParaRPr/>
          </a:p>
        </p:txBody>
      </p:sp>
      <p:sp>
        <p:nvSpPr>
          <p:cNvPr id="220" name="Google Shape;220;p1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&lt;ScrollView&gt; Component</a:t>
            </a:r>
            <a:endParaRPr/>
          </a:p>
          <a:p>
            <a:pPr indent="-228600" lvl="1" marL="685800" rtl="0" algn="l">
              <a:lnSpc>
                <a:spcPct val="100000"/>
              </a:lnSpc>
              <a:spcBef>
                <a:spcPts val="600"/>
              </a:spcBef>
              <a:spcAft>
                <a:spcPts val="0"/>
              </a:spcAft>
              <a:buClr>
                <a:schemeClr val="dk1"/>
              </a:buClr>
              <a:buSzPts val="2400"/>
              <a:buChar char="▪"/>
            </a:pPr>
            <a:r>
              <a:rPr lang="en-US"/>
              <a:t>The </a:t>
            </a:r>
            <a:r>
              <a:rPr b="1" lang="en-US"/>
              <a:t>&lt;ScrollView&gt;</a:t>
            </a:r>
            <a:r>
              <a:rPr lang="en-US"/>
              <a:t> component is a generic “visible” container with scrolling, but it’s less performant than &lt;View&gt;, making it less suitable for simple styling and short lines of text.</a:t>
            </a:r>
            <a:endParaRPr/>
          </a:p>
          <a:p>
            <a:pPr indent="-228600" lvl="0" marL="228600" rtl="0" algn="l">
              <a:lnSpc>
                <a:spcPct val="100000"/>
              </a:lnSpc>
              <a:spcBef>
                <a:spcPts val="1800"/>
              </a:spcBef>
              <a:spcAft>
                <a:spcPts val="0"/>
              </a:spcAft>
              <a:buClr>
                <a:srgbClr val="FF0000"/>
              </a:buClr>
              <a:buSzPts val="2800"/>
              <a:buChar char="▪"/>
            </a:pPr>
            <a:r>
              <a:rPr b="1" lang="en-US">
                <a:solidFill>
                  <a:srgbClr val="FF0000"/>
                </a:solidFill>
              </a:rPr>
              <a:t>&lt;Text&gt; Component</a:t>
            </a:r>
            <a:endParaRPr/>
          </a:p>
          <a:p>
            <a:pPr indent="-228600" lvl="1" marL="685800" rtl="0" algn="l">
              <a:lnSpc>
                <a:spcPct val="100000"/>
              </a:lnSpc>
              <a:spcBef>
                <a:spcPts val="600"/>
              </a:spcBef>
              <a:spcAft>
                <a:spcPts val="0"/>
              </a:spcAft>
              <a:buClr>
                <a:schemeClr val="dk1"/>
              </a:buClr>
              <a:buSzPts val="2400"/>
              <a:buChar char="▪"/>
            </a:pPr>
            <a:r>
              <a:rPr b="1" lang="en-US"/>
              <a:t>The &lt;Text&gt; </a:t>
            </a:r>
            <a:r>
              <a:rPr lang="en-US"/>
              <a:t>component is the only way to display text in React Native. These components can be nested to inherit and modify styling.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Learn to Work with API- JavaScript</a:t>
            </a:r>
            <a:endParaRPr/>
          </a:p>
        </p:txBody>
      </p:sp>
      <p:sp>
        <p:nvSpPr>
          <p:cNvPr id="227" name="Google Shape;227;p1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What is an API (Application Programming Interface)?</a:t>
            </a:r>
            <a:endParaRPr/>
          </a:p>
          <a:p>
            <a:pPr indent="-228600" lvl="1" marL="685800" rtl="0" algn="just">
              <a:lnSpc>
                <a:spcPct val="100000"/>
              </a:lnSpc>
              <a:spcBef>
                <a:spcPts val="600"/>
              </a:spcBef>
              <a:spcAft>
                <a:spcPts val="0"/>
              </a:spcAft>
              <a:buClr>
                <a:schemeClr val="dk1"/>
              </a:buClr>
              <a:buSzPts val="2400"/>
              <a:buChar char="▪"/>
            </a:pPr>
            <a:r>
              <a:rPr b="1" lang="en-US"/>
              <a:t>APIs</a:t>
            </a:r>
            <a:r>
              <a:rPr lang="en-US"/>
              <a:t> are mechanisms that enable two software components to communicate with each other using a set of definitions and protocols. </a:t>
            </a:r>
            <a:endParaRPr/>
          </a:p>
          <a:p>
            <a:pPr indent="-228600" lvl="1" marL="685800" rtl="0" algn="just">
              <a:lnSpc>
                <a:spcPct val="100000"/>
              </a:lnSpc>
              <a:spcBef>
                <a:spcPts val="600"/>
              </a:spcBef>
              <a:spcAft>
                <a:spcPts val="0"/>
              </a:spcAft>
              <a:buClr>
                <a:schemeClr val="dk1"/>
              </a:buClr>
              <a:buSzPts val="2400"/>
              <a:buChar char="▪"/>
            </a:pPr>
            <a:r>
              <a:rPr lang="en-US"/>
              <a:t>For example, the weather bureau’s software system contains daily weather data. The weather app on your phone “talks” to this system via APIs and shows you daily weather updates on your phone.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Learn to Work with API- JavaScript</a:t>
            </a:r>
            <a:endParaRPr/>
          </a:p>
        </p:txBody>
      </p:sp>
      <p:sp>
        <p:nvSpPr>
          <p:cNvPr id="233" name="Google Shape;233;p1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What is an API (Application Programming Interface)?</a:t>
            </a:r>
            <a:endParaRPr/>
          </a:p>
          <a:p>
            <a:pPr indent="-228600" lvl="0" marL="228600" rtl="0" algn="l">
              <a:lnSpc>
                <a:spcPct val="100000"/>
              </a:lnSpc>
              <a:spcBef>
                <a:spcPts val="1800"/>
              </a:spcBef>
              <a:spcAft>
                <a:spcPts val="0"/>
              </a:spcAft>
              <a:buClr>
                <a:schemeClr val="dk1"/>
              </a:buClr>
              <a:buSzPts val="2800"/>
              <a:buFont typeface="Arial"/>
              <a:buChar char="•"/>
            </a:pPr>
            <a:r>
              <a:rPr b="1" lang="en-US"/>
              <a:t>Common Uses</a:t>
            </a:r>
            <a:r>
              <a:rPr lang="en-US"/>
              <a:t>:</a:t>
            </a:r>
            <a:endParaRPr/>
          </a:p>
          <a:p>
            <a:pPr indent="-228600" lvl="1" marL="685800" rtl="0" algn="l">
              <a:lnSpc>
                <a:spcPct val="100000"/>
              </a:lnSpc>
              <a:spcBef>
                <a:spcPts val="600"/>
              </a:spcBef>
              <a:spcAft>
                <a:spcPts val="0"/>
              </a:spcAft>
              <a:buClr>
                <a:schemeClr val="dk1"/>
              </a:buClr>
              <a:buSzPts val="2400"/>
              <a:buFont typeface="Arial"/>
              <a:buChar char="•"/>
            </a:pPr>
            <a:r>
              <a:rPr lang="en-US"/>
              <a:t>Fetching data (e.g., weather, stock prices)</a:t>
            </a:r>
            <a:endParaRPr/>
          </a:p>
          <a:p>
            <a:pPr indent="-228600" lvl="1" marL="685800" rtl="0" algn="l">
              <a:lnSpc>
                <a:spcPct val="100000"/>
              </a:lnSpc>
              <a:spcBef>
                <a:spcPts val="600"/>
              </a:spcBef>
              <a:spcAft>
                <a:spcPts val="0"/>
              </a:spcAft>
              <a:buClr>
                <a:schemeClr val="dk1"/>
              </a:buClr>
              <a:buSzPts val="2400"/>
              <a:buFont typeface="Arial"/>
              <a:buChar char="•"/>
            </a:pPr>
            <a:r>
              <a:rPr lang="en-US"/>
              <a:t>Sending data (e.g., form submissions, payments)</a:t>
            </a:r>
            <a:endParaRPr/>
          </a:p>
          <a:p>
            <a:pPr indent="-228600" lvl="1" marL="685800" rtl="0" algn="l">
              <a:lnSpc>
                <a:spcPct val="100000"/>
              </a:lnSpc>
              <a:spcBef>
                <a:spcPts val="600"/>
              </a:spcBef>
              <a:spcAft>
                <a:spcPts val="0"/>
              </a:spcAft>
              <a:buClr>
                <a:schemeClr val="dk1"/>
              </a:buClr>
              <a:buSzPts val="2400"/>
              <a:buFont typeface="Arial"/>
              <a:buChar char="•"/>
            </a:pPr>
            <a:r>
              <a:rPr lang="en-US"/>
              <a:t>Integration with third-party services</a:t>
            </a:r>
            <a:endParaRPr/>
          </a:p>
          <a:p>
            <a:pPr indent="-228600" lvl="0" marL="228600" rtl="0" algn="l">
              <a:lnSpc>
                <a:spcPct val="100000"/>
              </a:lnSpc>
              <a:spcBef>
                <a:spcPts val="1800"/>
              </a:spcBef>
              <a:spcAft>
                <a:spcPts val="0"/>
              </a:spcAft>
              <a:buClr>
                <a:schemeClr val="dk1"/>
              </a:buClr>
              <a:buSzPts val="2800"/>
              <a:buChar char="▪"/>
            </a:pPr>
            <a:r>
              <a:rPr b="1" lang="en-US"/>
              <a:t>Types of APIs</a:t>
            </a:r>
            <a:endParaRPr/>
          </a:p>
          <a:p>
            <a:pPr indent="-228600" lvl="1" marL="685800" rtl="0" algn="l">
              <a:lnSpc>
                <a:spcPct val="100000"/>
              </a:lnSpc>
              <a:spcBef>
                <a:spcPts val="600"/>
              </a:spcBef>
              <a:spcAft>
                <a:spcPts val="0"/>
              </a:spcAft>
              <a:buClr>
                <a:schemeClr val="dk1"/>
              </a:buClr>
              <a:buSzPts val="2400"/>
              <a:buFont typeface="Arial"/>
              <a:buChar char="•"/>
            </a:pPr>
            <a:r>
              <a:rPr b="1" lang="en-US"/>
              <a:t>Web APIs</a:t>
            </a:r>
            <a:r>
              <a:rPr lang="en-US"/>
              <a:t>: REST, GraphQL</a:t>
            </a:r>
            <a:endParaRPr/>
          </a:p>
          <a:p>
            <a:pPr indent="-228600" lvl="1" marL="685800" rtl="0" algn="l">
              <a:lnSpc>
                <a:spcPct val="100000"/>
              </a:lnSpc>
              <a:spcBef>
                <a:spcPts val="600"/>
              </a:spcBef>
              <a:spcAft>
                <a:spcPts val="0"/>
              </a:spcAft>
              <a:buClr>
                <a:schemeClr val="dk1"/>
              </a:buClr>
              <a:buSzPts val="2400"/>
              <a:buFont typeface="Arial"/>
              <a:buChar char="•"/>
            </a:pPr>
            <a:r>
              <a:rPr b="1" lang="en-US"/>
              <a:t>Browser APIs</a:t>
            </a:r>
            <a:r>
              <a:rPr lang="en-US"/>
              <a:t>: DOM, Geolocation, Fetch</a:t>
            </a:r>
            <a:endParaRPr/>
          </a:p>
          <a:p>
            <a:pPr indent="-228600" lvl="1" marL="685800" rtl="0" algn="l">
              <a:lnSpc>
                <a:spcPct val="100000"/>
              </a:lnSpc>
              <a:spcBef>
                <a:spcPts val="600"/>
              </a:spcBef>
              <a:spcAft>
                <a:spcPts val="0"/>
              </a:spcAft>
              <a:buClr>
                <a:schemeClr val="dk1"/>
              </a:buClr>
              <a:buSzPts val="2400"/>
              <a:buFont typeface="Arial"/>
              <a:buChar char="•"/>
            </a:pPr>
            <a:r>
              <a:rPr b="1" lang="en-US"/>
              <a:t>Third-party APIs</a:t>
            </a:r>
            <a:r>
              <a:rPr lang="en-US"/>
              <a:t>: Social media, Payment gateways</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a:t>HTTP Basics for APIs</a:t>
            </a:r>
            <a:endParaRPr/>
          </a:p>
        </p:txBody>
      </p:sp>
      <p:sp>
        <p:nvSpPr>
          <p:cNvPr id="239" name="Google Shape;239;p2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HTTP Methods</a:t>
            </a:r>
            <a:r>
              <a:rPr lang="en-US"/>
              <a:t>:</a:t>
            </a:r>
            <a:endParaRPr/>
          </a:p>
          <a:p>
            <a:pPr indent="-228600" lvl="1" marL="685800" rtl="0" algn="l">
              <a:lnSpc>
                <a:spcPct val="100000"/>
              </a:lnSpc>
              <a:spcBef>
                <a:spcPts val="600"/>
              </a:spcBef>
              <a:spcAft>
                <a:spcPts val="0"/>
              </a:spcAft>
              <a:buClr>
                <a:schemeClr val="dk1"/>
              </a:buClr>
              <a:buSzPts val="2400"/>
              <a:buChar char="▪"/>
            </a:pPr>
            <a:r>
              <a:rPr lang="en-US"/>
              <a:t>GET: Retrieve data</a:t>
            </a:r>
            <a:endParaRPr/>
          </a:p>
          <a:p>
            <a:pPr indent="-228600" lvl="1" marL="685800" rtl="0" algn="l">
              <a:lnSpc>
                <a:spcPct val="100000"/>
              </a:lnSpc>
              <a:spcBef>
                <a:spcPts val="600"/>
              </a:spcBef>
              <a:spcAft>
                <a:spcPts val="0"/>
              </a:spcAft>
              <a:buClr>
                <a:schemeClr val="dk1"/>
              </a:buClr>
              <a:buSzPts val="2400"/>
              <a:buChar char="▪"/>
            </a:pPr>
            <a:r>
              <a:rPr lang="en-US"/>
              <a:t>POST: Submit data</a:t>
            </a:r>
            <a:endParaRPr/>
          </a:p>
          <a:p>
            <a:pPr indent="-228600" lvl="1" marL="685800" rtl="0" algn="l">
              <a:lnSpc>
                <a:spcPct val="100000"/>
              </a:lnSpc>
              <a:spcBef>
                <a:spcPts val="600"/>
              </a:spcBef>
              <a:spcAft>
                <a:spcPts val="0"/>
              </a:spcAft>
              <a:buClr>
                <a:schemeClr val="dk1"/>
              </a:buClr>
              <a:buSzPts val="2400"/>
              <a:buChar char="▪"/>
            </a:pPr>
            <a:r>
              <a:rPr lang="en-US"/>
              <a:t>PUT/PATCH: Update data</a:t>
            </a:r>
            <a:endParaRPr/>
          </a:p>
          <a:p>
            <a:pPr indent="-228600" lvl="1" marL="685800" rtl="0" algn="l">
              <a:lnSpc>
                <a:spcPct val="100000"/>
              </a:lnSpc>
              <a:spcBef>
                <a:spcPts val="600"/>
              </a:spcBef>
              <a:spcAft>
                <a:spcPts val="0"/>
              </a:spcAft>
              <a:buClr>
                <a:schemeClr val="dk1"/>
              </a:buClr>
              <a:buSzPts val="2400"/>
              <a:buChar char="▪"/>
            </a:pPr>
            <a:r>
              <a:rPr lang="en-US"/>
              <a:t>DELETE: Remove data</a:t>
            </a:r>
            <a:endParaRPr/>
          </a:p>
          <a:p>
            <a:pPr indent="-228600" lvl="0" marL="228600" rtl="0" algn="l">
              <a:lnSpc>
                <a:spcPct val="100000"/>
              </a:lnSpc>
              <a:spcBef>
                <a:spcPts val="1800"/>
              </a:spcBef>
              <a:spcAft>
                <a:spcPts val="0"/>
              </a:spcAft>
              <a:buClr>
                <a:srgbClr val="FF0000"/>
              </a:buClr>
              <a:buSzPts val="2800"/>
              <a:buChar char="▪"/>
            </a:pPr>
            <a:r>
              <a:rPr b="1" lang="en-US">
                <a:solidFill>
                  <a:srgbClr val="FF0000"/>
                </a:solidFill>
              </a:rPr>
              <a:t>Status Codes:</a:t>
            </a:r>
            <a:endParaRPr/>
          </a:p>
          <a:p>
            <a:pPr indent="-228600" lvl="1" marL="685800" rtl="0" algn="l">
              <a:lnSpc>
                <a:spcPct val="100000"/>
              </a:lnSpc>
              <a:spcBef>
                <a:spcPts val="600"/>
              </a:spcBef>
              <a:spcAft>
                <a:spcPts val="0"/>
              </a:spcAft>
              <a:buClr>
                <a:schemeClr val="dk1"/>
              </a:buClr>
              <a:buSzPts val="2400"/>
              <a:buChar char="▪"/>
            </a:pPr>
            <a:r>
              <a:rPr lang="en-US"/>
              <a:t>200: Success</a:t>
            </a:r>
            <a:endParaRPr/>
          </a:p>
          <a:p>
            <a:pPr indent="-228600" lvl="1" marL="685800" rtl="0" algn="l">
              <a:lnSpc>
                <a:spcPct val="100000"/>
              </a:lnSpc>
              <a:spcBef>
                <a:spcPts val="600"/>
              </a:spcBef>
              <a:spcAft>
                <a:spcPts val="0"/>
              </a:spcAft>
              <a:buClr>
                <a:schemeClr val="dk1"/>
              </a:buClr>
              <a:buSzPts val="2400"/>
              <a:buChar char="▪"/>
            </a:pPr>
            <a:r>
              <a:rPr lang="en-US"/>
              <a:t>404: Not Found</a:t>
            </a:r>
            <a:endParaRPr/>
          </a:p>
          <a:p>
            <a:pPr indent="-228600" lvl="1" marL="685800" rtl="0" algn="l">
              <a:lnSpc>
                <a:spcPct val="100000"/>
              </a:lnSpc>
              <a:spcBef>
                <a:spcPts val="600"/>
              </a:spcBef>
              <a:spcAft>
                <a:spcPts val="0"/>
              </a:spcAft>
              <a:buClr>
                <a:schemeClr val="dk1"/>
              </a:buClr>
              <a:buSzPts val="2400"/>
              <a:buChar char="▪"/>
            </a:pPr>
            <a:r>
              <a:rPr lang="en-US"/>
              <a:t>500: Server Error</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JavaScript Tools for API Work</a:t>
            </a:r>
            <a:endParaRPr/>
          </a:p>
        </p:txBody>
      </p:sp>
      <p:sp>
        <p:nvSpPr>
          <p:cNvPr id="245" name="Google Shape;245;p2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Font typeface="Arial"/>
              <a:buChar char="•"/>
            </a:pPr>
            <a:r>
              <a:rPr b="1" lang="en-US"/>
              <a:t>Fetch API</a:t>
            </a:r>
            <a:r>
              <a:rPr lang="en-US"/>
              <a:t>: Built-in for making HTTP requests.</a:t>
            </a:r>
            <a:endParaRPr/>
          </a:p>
          <a:p>
            <a:pPr indent="-228600" lvl="0" marL="228600" rtl="0" algn="l">
              <a:lnSpc>
                <a:spcPct val="100000"/>
              </a:lnSpc>
              <a:spcBef>
                <a:spcPts val="1800"/>
              </a:spcBef>
              <a:spcAft>
                <a:spcPts val="0"/>
              </a:spcAft>
              <a:buClr>
                <a:schemeClr val="dk1"/>
              </a:buClr>
              <a:buSzPts val="2800"/>
              <a:buFont typeface="Arial"/>
              <a:buChar char="•"/>
            </a:pPr>
            <a:r>
              <a:rPr b="1" lang="en-US"/>
              <a:t>Axios</a:t>
            </a:r>
            <a:r>
              <a:rPr lang="en-US"/>
              <a:t>: A popular library for advanced use cases.</a:t>
            </a:r>
            <a:endParaRPr/>
          </a:p>
          <a:p>
            <a:pPr indent="-228600" lvl="0" marL="228600" rtl="0" algn="l">
              <a:lnSpc>
                <a:spcPct val="100000"/>
              </a:lnSpc>
              <a:spcBef>
                <a:spcPts val="1800"/>
              </a:spcBef>
              <a:spcAft>
                <a:spcPts val="0"/>
              </a:spcAft>
              <a:buClr>
                <a:schemeClr val="dk1"/>
              </a:buClr>
              <a:buSzPts val="2800"/>
              <a:buFont typeface="Arial"/>
              <a:buChar char="•"/>
            </a:pPr>
            <a:r>
              <a:rPr b="1" lang="en-US"/>
              <a:t>Promises and Async/Await</a:t>
            </a:r>
            <a:r>
              <a:rPr lang="en-US"/>
              <a:t>: Handle asynchronous operations.</a:t>
            </a:r>
            <a:endParaRPr/>
          </a:p>
          <a:p>
            <a:pPr indent="-50800" lvl="0" marL="228600" rtl="0" algn="l">
              <a:lnSpc>
                <a:spcPct val="100000"/>
              </a:lnSpc>
              <a:spcBef>
                <a:spcPts val="18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251" name="Google Shape;251;p2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A modern interface for making HTTP requests in JavaScript.</a:t>
            </a:r>
            <a:endParaRPr/>
          </a:p>
          <a:p>
            <a:pPr indent="-228600" lvl="0" marL="228600" rtl="0" algn="just">
              <a:lnSpc>
                <a:spcPct val="100000"/>
              </a:lnSpc>
              <a:spcBef>
                <a:spcPts val="1800"/>
              </a:spcBef>
              <a:spcAft>
                <a:spcPts val="0"/>
              </a:spcAft>
              <a:buClr>
                <a:schemeClr val="dk1"/>
              </a:buClr>
              <a:buSzPts val="2800"/>
              <a:buChar char="▪"/>
            </a:pPr>
            <a:r>
              <a:rPr lang="en-US"/>
              <a:t>Replaces XMLHttpRequest for cleaner and more powerful code.</a:t>
            </a:r>
            <a:endParaRPr/>
          </a:p>
          <a:p>
            <a:pPr indent="-228600" lvl="0" marL="228600" rtl="0" algn="just">
              <a:lnSpc>
                <a:spcPct val="100000"/>
              </a:lnSpc>
              <a:spcBef>
                <a:spcPts val="1800"/>
              </a:spcBef>
              <a:spcAft>
                <a:spcPts val="0"/>
              </a:spcAft>
              <a:buClr>
                <a:schemeClr val="dk1"/>
              </a:buClr>
              <a:buSzPts val="2800"/>
              <a:buChar char="▪"/>
            </a:pPr>
            <a:r>
              <a:rPr lang="en-US"/>
              <a:t>Part of the browser's native JavaScript environment.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257" name="Google Shape;257;p23"/>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Key Features of Fetch API:</a:t>
            </a:r>
            <a:endParaRPr/>
          </a:p>
          <a:p>
            <a:pPr indent="-228600" lvl="1" marL="685800" rtl="0" algn="l">
              <a:lnSpc>
                <a:spcPct val="100000"/>
              </a:lnSpc>
              <a:spcBef>
                <a:spcPts val="600"/>
              </a:spcBef>
              <a:spcAft>
                <a:spcPts val="0"/>
              </a:spcAft>
              <a:buClr>
                <a:schemeClr val="dk1"/>
              </a:buClr>
              <a:buSzPts val="2400"/>
              <a:buChar char="▪"/>
            </a:pPr>
            <a:r>
              <a:rPr lang="en-US"/>
              <a:t>Uses Promises for handling asynchronous tasks.</a:t>
            </a:r>
            <a:endParaRPr/>
          </a:p>
          <a:p>
            <a:pPr indent="-228600" lvl="1" marL="685800" rtl="0" algn="l">
              <a:lnSpc>
                <a:spcPct val="100000"/>
              </a:lnSpc>
              <a:spcBef>
                <a:spcPts val="600"/>
              </a:spcBef>
              <a:spcAft>
                <a:spcPts val="0"/>
              </a:spcAft>
              <a:buClr>
                <a:schemeClr val="dk1"/>
              </a:buClr>
              <a:buSzPts val="2400"/>
              <a:buChar char="▪"/>
            </a:pPr>
            <a:r>
              <a:rPr lang="en-US"/>
              <a:t>Supports HTTP methods: GET, POST, PUT, DELETE, etc.</a:t>
            </a:r>
            <a:endParaRPr/>
          </a:p>
          <a:p>
            <a:pPr indent="-228600" lvl="1" marL="685800" rtl="0" algn="l">
              <a:lnSpc>
                <a:spcPct val="100000"/>
              </a:lnSpc>
              <a:spcBef>
                <a:spcPts val="600"/>
              </a:spcBef>
              <a:spcAft>
                <a:spcPts val="0"/>
              </a:spcAft>
              <a:buClr>
                <a:schemeClr val="dk1"/>
              </a:buClr>
              <a:buSzPts val="2400"/>
              <a:buChar char="▪"/>
            </a:pPr>
            <a:r>
              <a:rPr lang="en-US"/>
              <a:t>Handles JSON and other content types seamlessly.</a:t>
            </a:r>
            <a:endParaRPr/>
          </a:p>
          <a:p>
            <a:pPr indent="-228600" lvl="1" marL="685800" rtl="0" algn="l">
              <a:lnSpc>
                <a:spcPct val="100000"/>
              </a:lnSpc>
              <a:spcBef>
                <a:spcPts val="600"/>
              </a:spcBef>
              <a:spcAft>
                <a:spcPts val="0"/>
              </a:spcAft>
              <a:buClr>
                <a:schemeClr val="dk1"/>
              </a:buClr>
              <a:buSzPts val="2400"/>
              <a:buChar char="▪"/>
            </a:pPr>
            <a:r>
              <a:rPr lang="en-US"/>
              <a:t>Provides more flexible request/response handling.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263" name="Google Shape;263;p2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Basic Syntax</a:t>
            </a:r>
            <a:r>
              <a:rPr lang="en-US"/>
              <a:t>:</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228600" lvl="1" marL="685800" rtl="0" algn="l">
              <a:lnSpc>
                <a:spcPct val="100000"/>
              </a:lnSpc>
              <a:spcBef>
                <a:spcPts val="600"/>
              </a:spcBef>
              <a:spcAft>
                <a:spcPts val="0"/>
              </a:spcAft>
              <a:buClr>
                <a:schemeClr val="dk1"/>
              </a:buClr>
              <a:buSzPts val="2400"/>
              <a:buChar char="▪"/>
            </a:pPr>
            <a:r>
              <a:rPr i="1" lang="en-US"/>
              <a:t>url: The endpoint of the </a:t>
            </a:r>
            <a:r>
              <a:rPr i="1" lang="en-US">
                <a:solidFill>
                  <a:srgbClr val="FF0000"/>
                </a:solidFill>
              </a:rPr>
              <a:t>request.options</a:t>
            </a:r>
            <a:r>
              <a:rPr i="1" lang="en-US"/>
              <a:t>: </a:t>
            </a:r>
            <a:endParaRPr/>
          </a:p>
          <a:p>
            <a:pPr indent="-228600" lvl="1" marL="685800" rtl="0" algn="l">
              <a:lnSpc>
                <a:spcPct val="100000"/>
              </a:lnSpc>
              <a:spcBef>
                <a:spcPts val="600"/>
              </a:spcBef>
              <a:spcAft>
                <a:spcPts val="0"/>
              </a:spcAft>
              <a:buClr>
                <a:schemeClr val="dk1"/>
              </a:buClr>
              <a:buSzPts val="2400"/>
              <a:buChar char="▪"/>
            </a:pPr>
            <a:r>
              <a:rPr i="1" lang="en-US"/>
              <a:t>Optional configurations (method, headers, body, etc.).</a:t>
            </a:r>
            <a:endParaRPr/>
          </a:p>
        </p:txBody>
      </p:sp>
      <p:sp>
        <p:nvSpPr>
          <p:cNvPr id="264" name="Google Shape;264;p24"/>
          <p:cNvSpPr txBox="1"/>
          <p:nvPr/>
        </p:nvSpPr>
        <p:spPr>
          <a:xfrm>
            <a:off x="4245744" y="1828647"/>
            <a:ext cx="5733000" cy="26781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onsolas"/>
                <a:ea typeface="Consolas"/>
                <a:cs typeface="Consolas"/>
                <a:sym typeface="Consolas"/>
              </a:rPr>
              <a:t>fetch(url, options)</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.then(response =&gt;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 Process the response</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.catch(error =&gt;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 Handle errors</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270" name="Google Shape;270;p2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 GET Request</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50800" lvl="0" marL="228600" rtl="0" algn="l">
              <a:lnSpc>
                <a:spcPct val="100000"/>
              </a:lnSpc>
              <a:spcBef>
                <a:spcPts val="1800"/>
              </a:spcBef>
              <a:spcAft>
                <a:spcPts val="0"/>
              </a:spcAft>
              <a:buClr>
                <a:schemeClr val="dk1"/>
              </a:buClr>
              <a:buSzPts val="2800"/>
              <a:buNone/>
            </a:pPr>
            <a:r>
              <a:t/>
            </a:r>
            <a:endParaRPr/>
          </a:p>
          <a:p>
            <a:pPr indent="-228600" lvl="1" marL="685800" rtl="0" algn="l">
              <a:lnSpc>
                <a:spcPct val="100000"/>
              </a:lnSpc>
              <a:spcBef>
                <a:spcPts val="600"/>
              </a:spcBef>
              <a:spcAft>
                <a:spcPts val="0"/>
              </a:spcAft>
              <a:buClr>
                <a:schemeClr val="dk1"/>
              </a:buClr>
              <a:buSzPts val="2400"/>
              <a:buChar char="▪"/>
            </a:pPr>
            <a:r>
              <a:rPr i="1" lang="en-US"/>
              <a:t>response.json(): Parses the JSON response.</a:t>
            </a:r>
            <a:endParaRPr/>
          </a:p>
          <a:p>
            <a:pPr indent="-228600" lvl="1" marL="685800" rtl="0" algn="l">
              <a:lnSpc>
                <a:spcPct val="100000"/>
              </a:lnSpc>
              <a:spcBef>
                <a:spcPts val="600"/>
              </a:spcBef>
              <a:spcAft>
                <a:spcPts val="0"/>
              </a:spcAft>
              <a:buClr>
                <a:schemeClr val="dk1"/>
              </a:buClr>
              <a:buSzPts val="2400"/>
              <a:buChar char="▪"/>
            </a:pPr>
            <a:r>
              <a:rPr i="1" lang="en-US"/>
              <a:t>Handles errors with .catch().</a:t>
            </a:r>
            <a:endParaRPr/>
          </a:p>
        </p:txBody>
      </p:sp>
      <p:sp>
        <p:nvSpPr>
          <p:cNvPr id="271" name="Google Shape;271;p25"/>
          <p:cNvSpPr txBox="1"/>
          <p:nvPr/>
        </p:nvSpPr>
        <p:spPr>
          <a:xfrm>
            <a:off x="2728685" y="2459504"/>
            <a:ext cx="7271657" cy="1938992"/>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70C0"/>
                </a:solidFill>
                <a:latin typeface="Consolas"/>
                <a:ea typeface="Consolas"/>
                <a:cs typeface="Consolas"/>
                <a:sym typeface="Consolas"/>
              </a:rPr>
              <a:t>fetch</a:t>
            </a:r>
            <a:r>
              <a:rPr b="1" lang="en-US" sz="2400">
                <a:solidFill>
                  <a:schemeClr val="dk1"/>
                </a:solidFill>
                <a:latin typeface="Consolas"/>
                <a:ea typeface="Consolas"/>
                <a:cs typeface="Consolas"/>
                <a:sym typeface="Consolas"/>
              </a:rPr>
              <a:t>('https://api.example.com/data')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then</a:t>
            </a:r>
            <a:r>
              <a:rPr b="1" lang="en-US" sz="2400">
                <a:solidFill>
                  <a:schemeClr val="dk1"/>
                </a:solidFill>
                <a:latin typeface="Consolas"/>
                <a:ea typeface="Consolas"/>
                <a:cs typeface="Consolas"/>
                <a:sym typeface="Consolas"/>
              </a:rPr>
              <a:t>(response =&gt; </a:t>
            </a:r>
            <a:r>
              <a:rPr b="1" lang="en-US" sz="2400">
                <a:solidFill>
                  <a:srgbClr val="FF0000"/>
                </a:solidFill>
                <a:latin typeface="Consolas"/>
                <a:ea typeface="Consolas"/>
                <a:cs typeface="Consolas"/>
                <a:sym typeface="Consolas"/>
              </a:rPr>
              <a:t>response.json</a:t>
            </a:r>
            <a:r>
              <a:rPr b="1" lang="en-US" sz="24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then</a:t>
            </a:r>
            <a:r>
              <a:rPr b="1" lang="en-US" sz="2400">
                <a:solidFill>
                  <a:schemeClr val="dk1"/>
                </a:solidFill>
                <a:latin typeface="Consolas"/>
                <a:ea typeface="Consolas"/>
                <a:cs typeface="Consolas"/>
                <a:sym typeface="Consolas"/>
              </a:rPr>
              <a:t>(data =&gt; console.log(data))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catch</a:t>
            </a:r>
            <a:r>
              <a:rPr b="1" lang="en-US" sz="2400">
                <a:solidFill>
                  <a:schemeClr val="dk1"/>
                </a:solidFill>
                <a:latin typeface="Consolas"/>
                <a:ea typeface="Consolas"/>
                <a:cs typeface="Consolas"/>
                <a:sym typeface="Consolas"/>
              </a:rPr>
              <a:t>(error =&gt; console.error('Error:', error));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278" name="Google Shape;278;p2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 POST Request</a:t>
            </a:r>
            <a:endParaRPr/>
          </a:p>
          <a:p>
            <a:pPr indent="-50800" lvl="0" marL="228600" rtl="0" algn="l">
              <a:lnSpc>
                <a:spcPct val="100000"/>
              </a:lnSpc>
              <a:spcBef>
                <a:spcPts val="1800"/>
              </a:spcBef>
              <a:spcAft>
                <a:spcPts val="0"/>
              </a:spcAft>
              <a:buClr>
                <a:schemeClr val="dk1"/>
              </a:buClr>
              <a:buSzPts val="2800"/>
              <a:buNone/>
            </a:pPr>
            <a:r>
              <a:t/>
            </a:r>
            <a:endParaRPr/>
          </a:p>
        </p:txBody>
      </p:sp>
      <p:sp>
        <p:nvSpPr>
          <p:cNvPr id="279" name="Google Shape;279;p26"/>
          <p:cNvSpPr txBox="1"/>
          <p:nvPr/>
        </p:nvSpPr>
        <p:spPr>
          <a:xfrm>
            <a:off x="1306288" y="2204667"/>
            <a:ext cx="8969826" cy="3785652"/>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B0F0"/>
                </a:solidFill>
                <a:latin typeface="Consolas"/>
                <a:ea typeface="Consolas"/>
                <a:cs typeface="Consolas"/>
                <a:sym typeface="Consolas"/>
              </a:rPr>
              <a:t>fetch</a:t>
            </a:r>
            <a:r>
              <a:rPr b="1" lang="en-US" sz="2400">
                <a:solidFill>
                  <a:schemeClr val="dk1"/>
                </a:solidFill>
                <a:latin typeface="Consolas"/>
                <a:ea typeface="Consolas"/>
                <a:cs typeface="Consolas"/>
                <a:sym typeface="Consolas"/>
              </a:rPr>
              <a:t>('https://api.example.com/data',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method: 'POST',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headers: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'Content-Type': 'application/json',</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B0F0"/>
                </a:solidFill>
                <a:latin typeface="Consolas"/>
                <a:ea typeface="Consolas"/>
                <a:cs typeface="Consolas"/>
                <a:sym typeface="Consolas"/>
              </a:rPr>
              <a:t>body: JSON.stringify</a:t>
            </a:r>
            <a:r>
              <a:rPr b="1" lang="en-US" sz="2400">
                <a:solidFill>
                  <a:schemeClr val="dk1"/>
                </a:solidFill>
                <a:latin typeface="Consolas"/>
                <a:ea typeface="Consolas"/>
                <a:cs typeface="Consolas"/>
                <a:sym typeface="Consolas"/>
              </a:rPr>
              <a:t>({ key: 'value'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B0F0"/>
                </a:solidFill>
                <a:latin typeface="Consolas"/>
                <a:ea typeface="Consolas"/>
                <a:cs typeface="Consolas"/>
                <a:sym typeface="Consolas"/>
              </a:rPr>
              <a:t>then</a:t>
            </a:r>
            <a:r>
              <a:rPr b="1" lang="en-US" sz="2400">
                <a:solidFill>
                  <a:schemeClr val="dk1"/>
                </a:solidFill>
                <a:latin typeface="Consolas"/>
                <a:ea typeface="Consolas"/>
                <a:cs typeface="Consolas"/>
                <a:sym typeface="Consolas"/>
              </a:rPr>
              <a:t>(response =&gt; response.json())</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B0F0"/>
                </a:solidFill>
                <a:latin typeface="Consolas"/>
                <a:ea typeface="Consolas"/>
                <a:cs typeface="Consolas"/>
                <a:sym typeface="Consolas"/>
              </a:rPr>
              <a:t>then</a:t>
            </a:r>
            <a:r>
              <a:rPr b="1" lang="en-US" sz="2400">
                <a:solidFill>
                  <a:schemeClr val="dk1"/>
                </a:solidFill>
                <a:latin typeface="Consolas"/>
                <a:ea typeface="Consolas"/>
                <a:cs typeface="Consolas"/>
                <a:sym typeface="Consolas"/>
              </a:rPr>
              <a:t>(data =&gt; console.log('Success:', 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B0F0"/>
                </a:solidFill>
                <a:latin typeface="Consolas"/>
                <a:ea typeface="Consolas"/>
                <a:cs typeface="Consolas"/>
                <a:sym typeface="Consolas"/>
              </a:rPr>
              <a:t>catch</a:t>
            </a:r>
            <a:r>
              <a:rPr b="1" lang="en-US" sz="2400">
                <a:solidFill>
                  <a:schemeClr val="dk1"/>
                </a:solidFill>
                <a:latin typeface="Consolas"/>
                <a:ea typeface="Consolas"/>
                <a:cs typeface="Consolas"/>
                <a:sym typeface="Consolas"/>
              </a:rPr>
              <a:t>(error =&gt; console.error('Error:', error));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285" name="Google Shape;285;p2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b="1" lang="en-US"/>
              <a:t>Error Handling</a:t>
            </a:r>
            <a:r>
              <a:rPr lang="en-US"/>
              <a:t>:</a:t>
            </a:r>
            <a:endParaRPr/>
          </a:p>
          <a:p>
            <a:pPr indent="-228600" lvl="1" marL="685800" rtl="0" algn="l">
              <a:lnSpc>
                <a:spcPct val="100000"/>
              </a:lnSpc>
              <a:spcBef>
                <a:spcPts val="600"/>
              </a:spcBef>
              <a:spcAft>
                <a:spcPts val="0"/>
              </a:spcAft>
              <a:buClr>
                <a:schemeClr val="dk1"/>
              </a:buClr>
              <a:buSzPts val="2400"/>
              <a:buChar char="▪"/>
            </a:pPr>
            <a:r>
              <a:rPr lang="en-US"/>
              <a:t>Use </a:t>
            </a:r>
            <a:r>
              <a:rPr b="1" i="1" lang="en-US">
                <a:solidFill>
                  <a:srgbClr val="C00000"/>
                </a:solidFill>
              </a:rPr>
              <a:t>.catch() </a:t>
            </a:r>
            <a:r>
              <a:rPr lang="en-US"/>
              <a:t>to catch network or runtime errors.</a:t>
            </a:r>
            <a:endParaRPr/>
          </a:p>
          <a:p>
            <a:pPr indent="-228600" lvl="1" marL="685800" rtl="0" algn="l">
              <a:lnSpc>
                <a:spcPct val="100000"/>
              </a:lnSpc>
              <a:spcBef>
                <a:spcPts val="600"/>
              </a:spcBef>
              <a:spcAft>
                <a:spcPts val="0"/>
              </a:spcAft>
              <a:buClr>
                <a:schemeClr val="dk1"/>
              </a:buClr>
              <a:buSzPts val="2400"/>
              <a:buChar char="▪"/>
            </a:pPr>
            <a:r>
              <a:rPr lang="en-US"/>
              <a:t>Check </a:t>
            </a:r>
            <a:r>
              <a:rPr b="1" i="1" lang="en-US">
                <a:solidFill>
                  <a:srgbClr val="C00000"/>
                </a:solidFill>
              </a:rPr>
              <a:t>response.ok </a:t>
            </a:r>
            <a:r>
              <a:rPr lang="en-US"/>
              <a:t>for HTTP status codes.</a:t>
            </a:r>
            <a:endParaRPr/>
          </a:p>
        </p:txBody>
      </p:sp>
      <p:sp>
        <p:nvSpPr>
          <p:cNvPr id="286" name="Google Shape;286;p27"/>
          <p:cNvSpPr txBox="1"/>
          <p:nvPr/>
        </p:nvSpPr>
        <p:spPr>
          <a:xfrm>
            <a:off x="1103382" y="3184995"/>
            <a:ext cx="9980682" cy="2862322"/>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onsolas"/>
                <a:ea typeface="Consolas"/>
                <a:cs typeface="Consolas"/>
                <a:sym typeface="Consolas"/>
              </a:rPr>
              <a:t>fetch('https://api.example.com/data')</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.then(response =&gt;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if (!response.ok)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throw new Error('Network response was not ok');</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return response.json();</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.catch(error =&gt; console.error('There was a problem with the fetch operation:', error));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292" name="Google Shape;292;p2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Fetch API vs. XMLHttpRequest</a:t>
            </a:r>
            <a:endParaRPr b="1">
              <a:solidFill>
                <a:srgbClr val="FF0000"/>
              </a:solidFill>
            </a:endParaRPr>
          </a:p>
        </p:txBody>
      </p:sp>
      <p:graphicFrame>
        <p:nvGraphicFramePr>
          <p:cNvPr id="293" name="Google Shape;293;p28"/>
          <p:cNvGraphicFramePr/>
          <p:nvPr/>
        </p:nvGraphicFramePr>
        <p:xfrm>
          <a:off x="1104900" y="2376713"/>
          <a:ext cx="3000000" cy="3000000"/>
        </p:xfrm>
        <a:graphic>
          <a:graphicData uri="http://schemas.openxmlformats.org/drawingml/2006/table">
            <a:tbl>
              <a:tblPr>
                <a:noFill/>
                <a:tableStyleId>{75C25212-3E5A-4603-8A53-6B52964FEA18}</a:tableStyleId>
              </a:tblPr>
              <a:tblGrid>
                <a:gridCol w="3326900"/>
                <a:gridCol w="3326900"/>
                <a:gridCol w="3326900"/>
              </a:tblGrid>
              <a:tr h="531950">
                <a:tc>
                  <a:txBody>
                    <a:bodyPr/>
                    <a:lstStyle/>
                    <a:p>
                      <a:pPr indent="0" lvl="0" marL="0" marR="0" rtl="0" algn="l">
                        <a:spcBef>
                          <a:spcPts val="0"/>
                        </a:spcBef>
                        <a:spcAft>
                          <a:spcPts val="0"/>
                        </a:spcAft>
                        <a:buNone/>
                      </a:pPr>
                      <a:r>
                        <a:rPr b="1" lang="en-US" sz="2000" u="none" cap="none" strike="noStrike"/>
                        <a:t>Feature</a:t>
                      </a:r>
                      <a:endParaRPr sz="2000"/>
                    </a:p>
                  </a:txBody>
                  <a:tcPr marT="45725" marB="45725" marR="91450" marL="91450" anchor="ctr">
                    <a:solidFill>
                      <a:srgbClr val="DADDE2"/>
                    </a:solidFill>
                  </a:tcPr>
                </a:tc>
                <a:tc>
                  <a:txBody>
                    <a:bodyPr/>
                    <a:lstStyle/>
                    <a:p>
                      <a:pPr indent="0" lvl="0" marL="0" marR="0" rtl="0" algn="l">
                        <a:spcBef>
                          <a:spcPts val="0"/>
                        </a:spcBef>
                        <a:spcAft>
                          <a:spcPts val="0"/>
                        </a:spcAft>
                        <a:buNone/>
                      </a:pPr>
                      <a:r>
                        <a:rPr b="1" lang="en-US" sz="2000"/>
                        <a:t>Fetch API</a:t>
                      </a:r>
                      <a:endParaRPr sz="2000"/>
                    </a:p>
                  </a:txBody>
                  <a:tcPr marT="45725" marB="45725" marR="91450" marL="91450" anchor="ctr">
                    <a:solidFill>
                      <a:srgbClr val="DADDE2"/>
                    </a:solidFill>
                  </a:tcPr>
                </a:tc>
                <a:tc>
                  <a:txBody>
                    <a:bodyPr/>
                    <a:lstStyle/>
                    <a:p>
                      <a:pPr indent="0" lvl="0" marL="0" marR="0" rtl="0" algn="l">
                        <a:spcBef>
                          <a:spcPts val="0"/>
                        </a:spcBef>
                        <a:spcAft>
                          <a:spcPts val="0"/>
                        </a:spcAft>
                        <a:buNone/>
                      </a:pPr>
                      <a:r>
                        <a:rPr b="1" lang="en-US" sz="2000"/>
                        <a:t>XMLHttpRequest</a:t>
                      </a:r>
                      <a:endParaRPr sz="2000"/>
                    </a:p>
                  </a:txBody>
                  <a:tcPr marT="45725" marB="45725" marR="91450" marL="91450" anchor="ctr">
                    <a:solidFill>
                      <a:srgbClr val="DADDE2"/>
                    </a:solidFill>
                  </a:tcPr>
                </a:tc>
              </a:tr>
              <a:tr h="531950">
                <a:tc>
                  <a:txBody>
                    <a:bodyPr/>
                    <a:lstStyle/>
                    <a:p>
                      <a:pPr indent="0" lvl="0" marL="0" marR="0" rtl="0" algn="l">
                        <a:spcBef>
                          <a:spcPts val="0"/>
                        </a:spcBef>
                        <a:spcAft>
                          <a:spcPts val="0"/>
                        </a:spcAft>
                        <a:buNone/>
                      </a:pPr>
                      <a:r>
                        <a:rPr lang="en-US" sz="2000"/>
                        <a:t>Syntax</a:t>
                      </a:r>
                      <a:endParaRPr/>
                    </a:p>
                  </a:txBody>
                  <a:tcPr marT="45725" marB="45725" marR="91450" marL="91450" anchor="ctr"/>
                </a:tc>
                <a:tc>
                  <a:txBody>
                    <a:bodyPr/>
                    <a:lstStyle/>
                    <a:p>
                      <a:pPr indent="0" lvl="0" marL="0" marR="0" rtl="0" algn="l">
                        <a:spcBef>
                          <a:spcPts val="0"/>
                        </a:spcBef>
                        <a:spcAft>
                          <a:spcPts val="0"/>
                        </a:spcAft>
                        <a:buNone/>
                      </a:pPr>
                      <a:r>
                        <a:rPr lang="en-US" sz="2000"/>
                        <a:t>Cleaner, Promise-based</a:t>
                      </a:r>
                      <a:endParaRPr/>
                    </a:p>
                  </a:txBody>
                  <a:tcPr marT="45725" marB="45725" marR="91450" marL="91450" anchor="ctr"/>
                </a:tc>
                <a:tc>
                  <a:txBody>
                    <a:bodyPr/>
                    <a:lstStyle/>
                    <a:p>
                      <a:pPr indent="0" lvl="0" marL="0" marR="0" rtl="0" algn="l">
                        <a:spcBef>
                          <a:spcPts val="0"/>
                        </a:spcBef>
                        <a:spcAft>
                          <a:spcPts val="0"/>
                        </a:spcAft>
                        <a:buNone/>
                      </a:pPr>
                      <a:r>
                        <a:rPr lang="en-US" sz="2000"/>
                        <a:t>Callback-based</a:t>
                      </a:r>
                      <a:endParaRPr/>
                    </a:p>
                  </a:txBody>
                  <a:tcPr marT="45725" marB="45725" marR="91450" marL="91450" anchor="ctr"/>
                </a:tc>
              </a:tr>
              <a:tr h="531950">
                <a:tc>
                  <a:txBody>
                    <a:bodyPr/>
                    <a:lstStyle/>
                    <a:p>
                      <a:pPr indent="0" lvl="0" marL="0" marR="0" rtl="0" algn="l">
                        <a:spcBef>
                          <a:spcPts val="0"/>
                        </a:spcBef>
                        <a:spcAft>
                          <a:spcPts val="0"/>
                        </a:spcAft>
                        <a:buNone/>
                      </a:pPr>
                      <a:r>
                        <a:rPr lang="en-US" sz="2000"/>
                        <a:t>Native JSON Parsing</a:t>
                      </a:r>
                      <a:endParaRPr/>
                    </a:p>
                  </a:txBody>
                  <a:tcPr marT="45725" marB="45725" marR="91450" marL="91450" anchor="ctr"/>
                </a:tc>
                <a:tc>
                  <a:txBody>
                    <a:bodyPr/>
                    <a:lstStyle/>
                    <a:p>
                      <a:pPr indent="0" lvl="0" marL="0" marR="0" rtl="0" algn="l">
                        <a:spcBef>
                          <a:spcPts val="0"/>
                        </a:spcBef>
                        <a:spcAft>
                          <a:spcPts val="0"/>
                        </a:spcAft>
                        <a:buNone/>
                      </a:pPr>
                      <a:r>
                        <a:rPr lang="en-US" sz="2000"/>
                        <a:t>Yes</a:t>
                      </a:r>
                      <a:endParaRPr/>
                    </a:p>
                  </a:txBody>
                  <a:tcPr marT="45725" marB="45725" marR="91450" marL="91450" anchor="ctr"/>
                </a:tc>
                <a:tc>
                  <a:txBody>
                    <a:bodyPr/>
                    <a:lstStyle/>
                    <a:p>
                      <a:pPr indent="0" lvl="0" marL="0" marR="0" rtl="0" algn="l">
                        <a:spcBef>
                          <a:spcPts val="0"/>
                        </a:spcBef>
                        <a:spcAft>
                          <a:spcPts val="0"/>
                        </a:spcAft>
                        <a:buNone/>
                      </a:pPr>
                      <a:r>
                        <a:rPr lang="en-US" sz="2000"/>
                        <a:t>No</a:t>
                      </a:r>
                      <a:endParaRPr/>
                    </a:p>
                  </a:txBody>
                  <a:tcPr marT="45725" marB="45725" marR="91450" marL="91450" anchor="ctr"/>
                </a:tc>
              </a:tr>
              <a:tr h="531950">
                <a:tc>
                  <a:txBody>
                    <a:bodyPr/>
                    <a:lstStyle/>
                    <a:p>
                      <a:pPr indent="0" lvl="0" marL="0" marR="0" rtl="0" algn="l">
                        <a:spcBef>
                          <a:spcPts val="0"/>
                        </a:spcBef>
                        <a:spcAft>
                          <a:spcPts val="0"/>
                        </a:spcAft>
                        <a:buNone/>
                      </a:pPr>
                      <a:r>
                        <a:rPr lang="en-US" sz="2000"/>
                        <a:t>Streaming Responses</a:t>
                      </a:r>
                      <a:endParaRPr/>
                    </a:p>
                  </a:txBody>
                  <a:tcPr marT="45725" marB="45725" marR="91450" marL="91450" anchor="ctr"/>
                </a:tc>
                <a:tc>
                  <a:txBody>
                    <a:bodyPr/>
                    <a:lstStyle/>
                    <a:p>
                      <a:pPr indent="0" lvl="0" marL="0" marR="0" rtl="0" algn="l">
                        <a:spcBef>
                          <a:spcPts val="0"/>
                        </a:spcBef>
                        <a:spcAft>
                          <a:spcPts val="0"/>
                        </a:spcAft>
                        <a:buNone/>
                      </a:pPr>
                      <a:r>
                        <a:rPr lang="en-US" sz="2000"/>
                        <a:t>Supported</a:t>
                      </a:r>
                      <a:endParaRPr/>
                    </a:p>
                  </a:txBody>
                  <a:tcPr marT="45725" marB="45725" marR="91450" marL="91450" anchor="ctr"/>
                </a:tc>
                <a:tc>
                  <a:txBody>
                    <a:bodyPr/>
                    <a:lstStyle/>
                    <a:p>
                      <a:pPr indent="0" lvl="0" marL="0" marR="0" rtl="0" algn="l">
                        <a:spcBef>
                          <a:spcPts val="0"/>
                        </a:spcBef>
                        <a:spcAft>
                          <a:spcPts val="0"/>
                        </a:spcAft>
                        <a:buNone/>
                      </a:pPr>
                      <a:r>
                        <a:rPr lang="en-US" sz="2000"/>
                        <a:t>Not Supported</a:t>
                      </a:r>
                      <a:endParaRPr/>
                    </a:p>
                  </a:txBody>
                  <a:tcPr marT="45725" marB="45725" marR="91450" marL="91450" anchor="ctr"/>
                </a:tc>
              </a:tr>
              <a:tr h="531950">
                <a:tc>
                  <a:txBody>
                    <a:bodyPr/>
                    <a:lstStyle/>
                    <a:p>
                      <a:pPr indent="0" lvl="0" marL="0" marR="0" rtl="0" algn="l">
                        <a:spcBef>
                          <a:spcPts val="0"/>
                        </a:spcBef>
                        <a:spcAft>
                          <a:spcPts val="0"/>
                        </a:spcAft>
                        <a:buNone/>
                      </a:pPr>
                      <a:r>
                        <a:rPr lang="en-US" sz="2000"/>
                        <a:t>Modern Standards</a:t>
                      </a:r>
                      <a:endParaRPr/>
                    </a:p>
                  </a:txBody>
                  <a:tcPr marT="45725" marB="45725" marR="91450" marL="91450" anchor="ctr"/>
                </a:tc>
                <a:tc>
                  <a:txBody>
                    <a:bodyPr/>
                    <a:lstStyle/>
                    <a:p>
                      <a:pPr indent="0" lvl="0" marL="0" marR="0" rtl="0" algn="l">
                        <a:spcBef>
                          <a:spcPts val="0"/>
                        </a:spcBef>
                        <a:spcAft>
                          <a:spcPts val="0"/>
                        </a:spcAft>
                        <a:buNone/>
                      </a:pPr>
                      <a:r>
                        <a:rPr lang="en-US" sz="2000"/>
                        <a:t>Yes</a:t>
                      </a:r>
                      <a:endParaRPr/>
                    </a:p>
                  </a:txBody>
                  <a:tcPr marT="45725" marB="45725" marR="91450" marL="91450" anchor="ctr"/>
                </a:tc>
                <a:tc>
                  <a:txBody>
                    <a:bodyPr/>
                    <a:lstStyle/>
                    <a:p>
                      <a:pPr indent="0" lvl="0" marL="0" marR="0" rtl="0" algn="l">
                        <a:spcBef>
                          <a:spcPts val="0"/>
                        </a:spcBef>
                        <a:spcAft>
                          <a:spcPts val="0"/>
                        </a:spcAft>
                        <a:buNone/>
                      </a:pPr>
                      <a:r>
                        <a:rPr lang="en-US" sz="2000"/>
                        <a:t>Outdated</a:t>
                      </a:r>
                      <a:endParaRPr/>
                    </a:p>
                  </a:txBody>
                  <a:tcPr marT="45725" marB="45725" marR="91450" marL="91450" anchor="ct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300" name="Google Shape;300;p2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C00000"/>
              </a:buClr>
              <a:buSzPts val="2800"/>
              <a:buChar char="▪"/>
            </a:pPr>
            <a:r>
              <a:rPr b="1" lang="en-US">
                <a:solidFill>
                  <a:srgbClr val="C00000"/>
                </a:solidFill>
              </a:rPr>
              <a:t>Advanced Features</a:t>
            </a:r>
            <a:endParaRPr/>
          </a:p>
          <a:p>
            <a:pPr indent="-228600" lvl="1" marL="685800" rtl="0" algn="l">
              <a:lnSpc>
                <a:spcPct val="100000"/>
              </a:lnSpc>
              <a:spcBef>
                <a:spcPts val="600"/>
              </a:spcBef>
              <a:spcAft>
                <a:spcPts val="0"/>
              </a:spcAft>
              <a:buClr>
                <a:schemeClr val="dk1"/>
              </a:buClr>
              <a:buSzPts val="2400"/>
              <a:buChar char="▪"/>
            </a:pPr>
            <a:r>
              <a:rPr lang="en-US"/>
              <a:t>Streaming Responses: Fetch supports reading large responses in chunks.</a:t>
            </a:r>
            <a:endParaRPr/>
          </a:p>
          <a:p>
            <a:pPr indent="-228600" lvl="1" marL="685800" rtl="0" algn="l">
              <a:lnSpc>
                <a:spcPct val="100000"/>
              </a:lnSpc>
              <a:spcBef>
                <a:spcPts val="600"/>
              </a:spcBef>
              <a:spcAft>
                <a:spcPts val="0"/>
              </a:spcAft>
              <a:buClr>
                <a:schemeClr val="dk1"/>
              </a:buClr>
              <a:buSzPts val="2400"/>
              <a:buChar char="▪"/>
            </a:pPr>
            <a:r>
              <a:rPr lang="en-US"/>
              <a:t>AbortController: Allows you to cancel ongoing requests.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307" name="Google Shape;307;p3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Example</a:t>
            </a:r>
            <a:endParaRPr/>
          </a:p>
        </p:txBody>
      </p:sp>
      <p:sp>
        <p:nvSpPr>
          <p:cNvPr id="308" name="Google Shape;308;p30"/>
          <p:cNvSpPr txBox="1"/>
          <p:nvPr/>
        </p:nvSpPr>
        <p:spPr>
          <a:xfrm>
            <a:off x="3047999" y="1600200"/>
            <a:ext cx="8037583" cy="440120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onsolas"/>
                <a:ea typeface="Consolas"/>
                <a:cs typeface="Consolas"/>
                <a:sym typeface="Consolas"/>
              </a:rPr>
              <a:t>const controller = new AbortController();</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const signal = controller.signal;</a:t>
            </a:r>
            <a:endParaRPr/>
          </a:p>
          <a:p>
            <a:pPr indent="0" lvl="0" marL="0" marR="0" rtl="0" algn="l">
              <a:spcBef>
                <a:spcPts val="0"/>
              </a:spcBef>
              <a:spcAft>
                <a:spcPts val="0"/>
              </a:spcAft>
              <a:buNone/>
            </a:pPr>
            <a:r>
              <a:t/>
            </a:r>
            <a:endParaRPr b="1" sz="2000">
              <a:solidFill>
                <a:schemeClr val="dk1"/>
              </a:solidFill>
              <a:latin typeface="Consolas"/>
              <a:ea typeface="Consolas"/>
              <a:cs typeface="Consolas"/>
              <a:sym typeface="Consolas"/>
            </a:endParaRPr>
          </a:p>
          <a:p>
            <a:pPr indent="0" lvl="0" marL="0" marR="0" rtl="0" algn="l">
              <a:spcBef>
                <a:spcPts val="0"/>
              </a:spcBef>
              <a:spcAft>
                <a:spcPts val="0"/>
              </a:spcAft>
              <a:buNone/>
            </a:pPr>
            <a:r>
              <a:rPr b="1" lang="en-US" sz="2000">
                <a:solidFill>
                  <a:srgbClr val="0070C0"/>
                </a:solidFill>
                <a:latin typeface="Consolas"/>
                <a:ea typeface="Consolas"/>
                <a:cs typeface="Consolas"/>
                <a:sym typeface="Consolas"/>
              </a:rPr>
              <a:t>fetch</a:t>
            </a:r>
            <a:r>
              <a:rPr b="1" lang="en-US" sz="2000">
                <a:solidFill>
                  <a:schemeClr val="dk1"/>
                </a:solidFill>
                <a:latin typeface="Consolas"/>
                <a:ea typeface="Consolas"/>
                <a:cs typeface="Consolas"/>
                <a:sym typeface="Consolas"/>
              </a:rPr>
              <a:t>('https://api.example.com/data', { signal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r>
              <a:rPr b="1" lang="en-US" sz="2000">
                <a:solidFill>
                  <a:srgbClr val="0070C0"/>
                </a:solidFill>
                <a:latin typeface="Consolas"/>
                <a:ea typeface="Consolas"/>
                <a:cs typeface="Consolas"/>
                <a:sym typeface="Consolas"/>
              </a:rPr>
              <a:t>then</a:t>
            </a:r>
            <a:r>
              <a:rPr b="1" lang="en-US" sz="2000">
                <a:solidFill>
                  <a:schemeClr val="dk1"/>
                </a:solidFill>
                <a:latin typeface="Consolas"/>
                <a:ea typeface="Consolas"/>
                <a:cs typeface="Consolas"/>
                <a:sym typeface="Consolas"/>
              </a:rPr>
              <a:t>(response =&gt; response.json())</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r>
              <a:rPr b="1" lang="en-US" sz="2000">
                <a:solidFill>
                  <a:srgbClr val="0070C0"/>
                </a:solidFill>
                <a:latin typeface="Consolas"/>
                <a:ea typeface="Consolas"/>
                <a:cs typeface="Consolas"/>
                <a:sym typeface="Consolas"/>
              </a:rPr>
              <a:t>then</a:t>
            </a:r>
            <a:r>
              <a:rPr b="1" lang="en-US" sz="2000">
                <a:solidFill>
                  <a:schemeClr val="dk1"/>
                </a:solidFill>
                <a:latin typeface="Consolas"/>
                <a:ea typeface="Consolas"/>
                <a:cs typeface="Consolas"/>
                <a:sym typeface="Consolas"/>
              </a:rPr>
              <a:t>(data =&gt; console.log(data))</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r>
              <a:rPr b="1" lang="en-US" sz="2000">
                <a:solidFill>
                  <a:srgbClr val="0070C0"/>
                </a:solidFill>
                <a:latin typeface="Consolas"/>
                <a:ea typeface="Consolas"/>
                <a:cs typeface="Consolas"/>
                <a:sym typeface="Consolas"/>
              </a:rPr>
              <a:t>catch</a:t>
            </a:r>
            <a:r>
              <a:rPr b="1" lang="en-US" sz="2000">
                <a:solidFill>
                  <a:schemeClr val="dk1"/>
                </a:solidFill>
                <a:latin typeface="Consolas"/>
                <a:ea typeface="Consolas"/>
                <a:cs typeface="Consolas"/>
                <a:sym typeface="Consolas"/>
              </a:rPr>
              <a:t>(err =&gt;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if (err.name === 'AbortError')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console.log('Request was aborted');</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 else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console.error(err);</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000">
                <a:solidFill>
                  <a:srgbClr val="0070C0"/>
                </a:solidFill>
                <a:latin typeface="Consolas"/>
                <a:ea typeface="Consolas"/>
                <a:cs typeface="Consolas"/>
                <a:sym typeface="Consolas"/>
              </a:rPr>
              <a:t>controller.abort</a:t>
            </a:r>
            <a:r>
              <a:rPr b="1" lang="en-US" sz="2000">
                <a:solidFill>
                  <a:schemeClr val="dk1"/>
                </a:solidFill>
                <a:latin typeface="Consolas"/>
                <a:ea typeface="Consolas"/>
                <a:cs typeface="Consolas"/>
                <a:sym typeface="Consolas"/>
              </a:rPr>
              <a:t>(); // Cancels the fetch</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1"/>
              </a:buClr>
              <a:buSzPts val="3600"/>
              <a:buFont typeface="Arial"/>
              <a:buNone/>
            </a:pPr>
            <a:r>
              <a:rPr b="1" lang="en-US"/>
              <a:t>Fetch API</a:t>
            </a:r>
            <a:endParaRPr/>
          </a:p>
        </p:txBody>
      </p:sp>
      <p:sp>
        <p:nvSpPr>
          <p:cNvPr id="315" name="Google Shape;315;p3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Limitations of Fetch API</a:t>
            </a:r>
            <a:endParaRPr/>
          </a:p>
          <a:p>
            <a:pPr indent="-228600" lvl="1" marL="685800" rtl="0" algn="l">
              <a:lnSpc>
                <a:spcPct val="100000"/>
              </a:lnSpc>
              <a:spcBef>
                <a:spcPts val="600"/>
              </a:spcBef>
              <a:spcAft>
                <a:spcPts val="0"/>
              </a:spcAft>
              <a:buClr>
                <a:schemeClr val="dk1"/>
              </a:buClr>
              <a:buSzPts val="2400"/>
              <a:buChar char="▪"/>
            </a:pPr>
            <a:r>
              <a:rPr lang="en-US"/>
              <a:t>Doesn't support timeout natively (requires custom implementation).</a:t>
            </a:r>
            <a:endParaRPr/>
          </a:p>
          <a:p>
            <a:pPr indent="-228600" lvl="1" marL="685800" rtl="0" algn="l">
              <a:lnSpc>
                <a:spcPct val="100000"/>
              </a:lnSpc>
              <a:spcBef>
                <a:spcPts val="600"/>
              </a:spcBef>
              <a:spcAft>
                <a:spcPts val="0"/>
              </a:spcAft>
              <a:buClr>
                <a:schemeClr val="dk1"/>
              </a:buClr>
              <a:buSzPts val="2400"/>
              <a:buChar char="▪"/>
            </a:pPr>
            <a:r>
              <a:rPr lang="en-US"/>
              <a:t>HTTP errors (like 404, 500) do not reject the Promise.</a:t>
            </a:r>
            <a:endParaRPr/>
          </a:p>
          <a:p>
            <a:pPr indent="-228600" lvl="1" marL="685800" rtl="0" algn="l">
              <a:lnSpc>
                <a:spcPct val="100000"/>
              </a:lnSpc>
              <a:spcBef>
                <a:spcPts val="600"/>
              </a:spcBef>
              <a:spcAft>
                <a:spcPts val="0"/>
              </a:spcAft>
              <a:buClr>
                <a:schemeClr val="dk1"/>
              </a:buClr>
              <a:buSzPts val="2400"/>
              <a:buChar char="▪"/>
            </a:pPr>
            <a:r>
              <a:rPr lang="en-US"/>
              <a:t>Limited browser support in older versions.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2"/>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solidFill>
                <a:schemeClr val="dk2"/>
              </a:solidFill>
            </a:endParaRPr>
          </a:p>
        </p:txBody>
      </p:sp>
      <p:sp>
        <p:nvSpPr>
          <p:cNvPr id="322" name="Google Shape;322;p32"/>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Axios</a:t>
            </a:r>
            <a:r>
              <a:rPr lang="en-US"/>
              <a:t> is a JavaScript library that allows developers to make HTTP requests to servers to fetch data.</a:t>
            </a:r>
            <a:endParaRPr/>
          </a:p>
          <a:p>
            <a:pPr indent="-228600" lvl="1" marL="685800" rtl="0" algn="l">
              <a:lnSpc>
                <a:spcPct val="100000"/>
              </a:lnSpc>
              <a:spcBef>
                <a:spcPts val="600"/>
              </a:spcBef>
              <a:spcAft>
                <a:spcPts val="0"/>
              </a:spcAft>
              <a:buClr>
                <a:schemeClr val="dk1"/>
              </a:buClr>
              <a:buSzPts val="2400"/>
              <a:buChar char="▪"/>
            </a:pPr>
            <a:r>
              <a:rPr lang="en-US"/>
              <a:t>It is based on Promises and works both in the browser and Node.js.</a:t>
            </a:r>
            <a:endParaRPr/>
          </a:p>
          <a:p>
            <a:pPr indent="-228600" lvl="1" marL="685800" rtl="0" algn="l">
              <a:lnSpc>
                <a:spcPct val="100000"/>
              </a:lnSpc>
              <a:spcBef>
                <a:spcPts val="600"/>
              </a:spcBef>
              <a:spcAft>
                <a:spcPts val="0"/>
              </a:spcAft>
              <a:buClr>
                <a:schemeClr val="dk1"/>
              </a:buClr>
              <a:buSzPts val="2400"/>
              <a:buChar char="▪"/>
            </a:pPr>
            <a:r>
              <a:rPr lang="en-US"/>
              <a:t>Provides a simple API for sending asynchronous requests to APIs and handling responses.</a:t>
            </a:r>
            <a:endParaRPr/>
          </a:p>
          <a:p>
            <a:pPr indent="-228600" lvl="1" marL="685800" rtl="0" algn="l">
              <a:lnSpc>
                <a:spcPct val="100000"/>
              </a:lnSpc>
              <a:spcBef>
                <a:spcPts val="600"/>
              </a:spcBef>
              <a:spcAft>
                <a:spcPts val="0"/>
              </a:spcAft>
              <a:buClr>
                <a:schemeClr val="dk1"/>
              </a:buClr>
              <a:buSzPts val="2400"/>
              <a:buChar char="▪"/>
            </a:pPr>
            <a:r>
              <a:rPr lang="en-US"/>
              <a:t>Supports modern JavaScript features and integrates easily with frameworks like React, Vue, and Angular.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3"/>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28" name="Google Shape;328;p33"/>
          <p:cNvSpPr txBox="1"/>
          <p:nvPr>
            <p:ph idx="1" type="body"/>
          </p:nvPr>
        </p:nvSpPr>
        <p:spPr>
          <a:xfrm>
            <a:off x="1104900" y="1600200"/>
            <a:ext cx="4831444" cy="3450771"/>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This diagram represents how Axios interacts with an application</a:t>
            </a:r>
            <a:endParaRPr/>
          </a:p>
        </p:txBody>
      </p:sp>
      <p:pic>
        <p:nvPicPr>
          <p:cNvPr descr="Axios interaction" id="329" name="Google Shape;329;p33"/>
          <p:cNvPicPr preferRelativeResize="0"/>
          <p:nvPr/>
        </p:nvPicPr>
        <p:blipFill rotWithShape="1">
          <a:blip r:embed="rId3">
            <a:alphaModFix/>
          </a:blip>
          <a:srcRect b="3225" l="9378" r="5363" t="5858"/>
          <a:stretch/>
        </p:blipFill>
        <p:spPr>
          <a:xfrm>
            <a:off x="6095241" y="370115"/>
            <a:ext cx="5105696" cy="5627914"/>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4"/>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35" name="Google Shape;335;p34"/>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lnSpcReduction="10000"/>
          </a:bodyPr>
          <a:lstStyle/>
          <a:p>
            <a:pPr indent="-228600" lvl="0" marL="228600" rtl="0" algn="l">
              <a:lnSpc>
                <a:spcPct val="100000"/>
              </a:lnSpc>
              <a:spcBef>
                <a:spcPts val="0"/>
              </a:spcBef>
              <a:spcAft>
                <a:spcPts val="0"/>
              </a:spcAft>
              <a:buClr>
                <a:srgbClr val="C00000"/>
              </a:buClr>
              <a:buSzPts val="2800"/>
              <a:buChar char="▪"/>
            </a:pPr>
            <a:r>
              <a:rPr b="1" lang="en-US">
                <a:solidFill>
                  <a:srgbClr val="C00000"/>
                </a:solidFill>
              </a:rPr>
              <a:t>Features of Axios</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Easy to use: Simplified syntax compared to traditional XMLHttpRequest or fetch.</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Supports request cancellation using tokens.</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Intercept requests and responses for error handling or token updates.</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Automatically transforms request/response data to JSON.</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Works with timeout configurations.</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Supports both GET, POST, PUT, DELETE, and other HTTP methods.</a:t>
            </a:r>
            <a:endParaRPr/>
          </a:p>
          <a:p>
            <a:pPr indent="-228600" lvl="1" marL="685800" rtl="0" algn="l">
              <a:lnSpc>
                <a:spcPct val="100000"/>
              </a:lnSpc>
              <a:spcBef>
                <a:spcPts val="600"/>
              </a:spcBef>
              <a:spcAft>
                <a:spcPts val="0"/>
              </a:spcAft>
              <a:buClr>
                <a:schemeClr val="dk2"/>
              </a:buClr>
              <a:buSzPts val="2400"/>
              <a:buChar char="▪"/>
            </a:pPr>
            <a:r>
              <a:rPr lang="en-US">
                <a:solidFill>
                  <a:schemeClr val="dk2"/>
                </a:solidFill>
              </a:rPr>
              <a:t>Supports cross-site requests (CORS).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5"/>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41" name="Google Shape;341;p35"/>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chemeClr val="dk1"/>
              </a:buClr>
              <a:buSzPts val="2800"/>
              <a:buChar char="▪"/>
            </a:pPr>
            <a:r>
              <a:rPr lang="en-US"/>
              <a:t>Installing Axios</a:t>
            </a:r>
            <a:endParaRPr/>
          </a:p>
          <a:p>
            <a:pPr indent="-228600" lvl="1" marL="685800" rtl="0" algn="l">
              <a:lnSpc>
                <a:spcPct val="100000"/>
              </a:lnSpc>
              <a:spcBef>
                <a:spcPts val="600"/>
              </a:spcBef>
              <a:spcAft>
                <a:spcPts val="0"/>
              </a:spcAft>
              <a:buClr>
                <a:schemeClr val="dk1"/>
              </a:buClr>
              <a:buSzPts val="2400"/>
              <a:buChar char="▪"/>
            </a:pPr>
            <a:r>
              <a:rPr lang="en-US"/>
              <a:t>Using </a:t>
            </a:r>
            <a:r>
              <a:rPr b="1" lang="en-US"/>
              <a:t>npm:</a:t>
            </a:r>
            <a:endParaRPr/>
          </a:p>
          <a:p>
            <a:pPr indent="0" lvl="1" marL="457200" rtl="0" algn="l">
              <a:lnSpc>
                <a:spcPct val="100000"/>
              </a:lnSpc>
              <a:spcBef>
                <a:spcPts val="600"/>
              </a:spcBef>
              <a:spcAft>
                <a:spcPts val="0"/>
              </a:spcAft>
              <a:buClr>
                <a:schemeClr val="dk1"/>
              </a:buClr>
              <a:buSzPts val="2400"/>
              <a:buNone/>
            </a:pPr>
            <a:r>
              <a:t/>
            </a:r>
            <a:endParaRPr b="1"/>
          </a:p>
          <a:p>
            <a:pPr indent="-228600" lvl="1" marL="685800" rtl="0" algn="l">
              <a:lnSpc>
                <a:spcPct val="100000"/>
              </a:lnSpc>
              <a:spcBef>
                <a:spcPts val="600"/>
              </a:spcBef>
              <a:spcAft>
                <a:spcPts val="0"/>
              </a:spcAft>
              <a:buClr>
                <a:schemeClr val="dk1"/>
              </a:buClr>
              <a:buSzPts val="2400"/>
              <a:buChar char="▪"/>
            </a:pPr>
            <a:r>
              <a:rPr lang="en-US"/>
              <a:t>Using </a:t>
            </a:r>
            <a:r>
              <a:rPr b="1" lang="en-US"/>
              <a:t>yarn:</a:t>
            </a:r>
            <a:endParaRPr/>
          </a:p>
          <a:p>
            <a:pPr indent="-76200" lvl="1" marL="685800" rtl="0" algn="l">
              <a:lnSpc>
                <a:spcPct val="100000"/>
              </a:lnSpc>
              <a:spcBef>
                <a:spcPts val="600"/>
              </a:spcBef>
              <a:spcAft>
                <a:spcPts val="0"/>
              </a:spcAft>
              <a:buClr>
                <a:schemeClr val="dk1"/>
              </a:buClr>
              <a:buSzPts val="2400"/>
              <a:buNone/>
            </a:pPr>
            <a:r>
              <a:t/>
            </a:r>
            <a:endParaRPr b="1"/>
          </a:p>
          <a:p>
            <a:pPr indent="-228600" lvl="1" marL="685800" rtl="0" algn="l">
              <a:lnSpc>
                <a:spcPct val="100000"/>
              </a:lnSpc>
              <a:spcBef>
                <a:spcPts val="600"/>
              </a:spcBef>
              <a:spcAft>
                <a:spcPts val="0"/>
              </a:spcAft>
              <a:buClr>
                <a:schemeClr val="dk1"/>
              </a:buClr>
              <a:buSzPts val="2400"/>
              <a:buChar char="▪"/>
            </a:pPr>
            <a:r>
              <a:rPr lang="en-US"/>
              <a:t>Include via CDN</a:t>
            </a:r>
            <a:r>
              <a:rPr b="1" lang="en-US"/>
              <a:t>:  </a:t>
            </a:r>
            <a:endParaRPr/>
          </a:p>
        </p:txBody>
      </p:sp>
      <p:sp>
        <p:nvSpPr>
          <p:cNvPr id="342" name="Google Shape;342;p35"/>
          <p:cNvSpPr txBox="1"/>
          <p:nvPr/>
        </p:nvSpPr>
        <p:spPr>
          <a:xfrm>
            <a:off x="3701143" y="2086819"/>
            <a:ext cx="3541486" cy="46166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onsolas"/>
                <a:ea typeface="Consolas"/>
                <a:cs typeface="Consolas"/>
                <a:sym typeface="Consolas"/>
              </a:rPr>
              <a:t>npm install axios</a:t>
            </a:r>
            <a:endParaRPr b="1" sz="2400">
              <a:solidFill>
                <a:schemeClr val="dk1"/>
              </a:solidFill>
              <a:latin typeface="Consolas"/>
              <a:ea typeface="Consolas"/>
              <a:cs typeface="Consolas"/>
              <a:sym typeface="Consolas"/>
            </a:endParaRPr>
          </a:p>
        </p:txBody>
      </p:sp>
      <p:sp>
        <p:nvSpPr>
          <p:cNvPr id="343" name="Google Shape;343;p35"/>
          <p:cNvSpPr txBox="1"/>
          <p:nvPr/>
        </p:nvSpPr>
        <p:spPr>
          <a:xfrm>
            <a:off x="3701143" y="2967335"/>
            <a:ext cx="3541486" cy="46166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onsolas"/>
                <a:ea typeface="Consolas"/>
                <a:cs typeface="Consolas"/>
                <a:sym typeface="Consolas"/>
              </a:rPr>
              <a:t>yarn add axios</a:t>
            </a:r>
            <a:endParaRPr b="1" sz="2400">
              <a:solidFill>
                <a:schemeClr val="dk1"/>
              </a:solidFill>
              <a:latin typeface="Consolas"/>
              <a:ea typeface="Consolas"/>
              <a:cs typeface="Consolas"/>
              <a:sym typeface="Consolas"/>
            </a:endParaRPr>
          </a:p>
        </p:txBody>
      </p:sp>
      <p:sp>
        <p:nvSpPr>
          <p:cNvPr id="344" name="Google Shape;344;p35"/>
          <p:cNvSpPr txBox="1"/>
          <p:nvPr/>
        </p:nvSpPr>
        <p:spPr>
          <a:xfrm>
            <a:off x="1683657" y="4400490"/>
            <a:ext cx="9980682" cy="96622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Consolas"/>
                <a:ea typeface="Consolas"/>
                <a:cs typeface="Consolas"/>
                <a:sym typeface="Consolas"/>
              </a:rPr>
              <a:t>&lt;script src="https://cdn.jsdelivr.net/npm/axios/dist/axios.min.js"&gt;</a:t>
            </a:r>
            <a:endParaRPr/>
          </a:p>
          <a:p>
            <a:pPr indent="0" lvl="0" marL="0" marR="0" rtl="0" algn="l">
              <a:lnSpc>
                <a:spcPct val="150000"/>
              </a:lnSpc>
              <a:spcBef>
                <a:spcPts val="0"/>
              </a:spcBef>
              <a:spcAft>
                <a:spcPts val="0"/>
              </a:spcAft>
              <a:buNone/>
            </a:pPr>
            <a:r>
              <a:rPr b="1" lang="en-US" sz="2000">
                <a:solidFill>
                  <a:schemeClr val="dk1"/>
                </a:solidFill>
                <a:latin typeface="Consolas"/>
                <a:ea typeface="Consolas"/>
                <a:cs typeface="Consolas"/>
                <a:sym typeface="Consolas"/>
              </a:rPr>
              <a:t>&lt;/script&gt;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6"/>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51" name="Google Shape;351;p36"/>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Making a Simple Request with Axios</a:t>
            </a:r>
            <a:endParaRPr/>
          </a:p>
        </p:txBody>
      </p:sp>
      <p:sp>
        <p:nvSpPr>
          <p:cNvPr id="352" name="Google Shape;352;p36"/>
          <p:cNvSpPr txBox="1"/>
          <p:nvPr/>
        </p:nvSpPr>
        <p:spPr>
          <a:xfrm>
            <a:off x="1104900" y="2229454"/>
            <a:ext cx="9982199" cy="3785652"/>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onsolas"/>
                <a:ea typeface="Consolas"/>
                <a:cs typeface="Consolas"/>
                <a:sym typeface="Consolas"/>
              </a:rPr>
              <a:t>// Import Axios</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const axios = require('axios');</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Send a GET request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axios.get('https://api.example.com/data')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then</a:t>
            </a:r>
            <a:r>
              <a:rPr b="1" lang="en-US" sz="2400">
                <a:solidFill>
                  <a:schemeClr val="dk1"/>
                </a:solidFill>
                <a:latin typeface="Consolas"/>
                <a:ea typeface="Consolas"/>
                <a:cs typeface="Consolas"/>
                <a:sym typeface="Consolas"/>
              </a:rPr>
              <a:t>(response =&gt;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console.log(response.data); // Process the 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catch</a:t>
            </a:r>
            <a:r>
              <a:rPr b="1" lang="en-US" sz="2400">
                <a:solidFill>
                  <a:schemeClr val="dk1"/>
                </a:solidFill>
                <a:latin typeface="Consolas"/>
                <a:ea typeface="Consolas"/>
                <a:cs typeface="Consolas"/>
                <a:sym typeface="Consolas"/>
              </a:rPr>
              <a:t>(error =&gt;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console.error('Error:', error); // Handle errors</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7"/>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59" name="Google Shape;359;p37"/>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Axios with Async/Await</a:t>
            </a:r>
            <a:r>
              <a:rPr lang="en-US"/>
              <a:t>: Using Axios with Async/Await</a:t>
            </a:r>
            <a:endParaRPr/>
          </a:p>
        </p:txBody>
      </p:sp>
      <p:sp>
        <p:nvSpPr>
          <p:cNvPr id="360" name="Google Shape;360;p37"/>
          <p:cNvSpPr txBox="1"/>
          <p:nvPr/>
        </p:nvSpPr>
        <p:spPr>
          <a:xfrm>
            <a:off x="158898" y="2178040"/>
            <a:ext cx="11872685" cy="341632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onsolas"/>
                <a:ea typeface="Consolas"/>
                <a:cs typeface="Consolas"/>
                <a:sym typeface="Consolas"/>
              </a:rPr>
              <a:t>async function fetchData()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try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const response = await axios.get('https://api.example.com/data');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console.log(response.data);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 catch (error)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console.error('Error:', error);</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fetchData();</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66" name="Google Shape;366;p38"/>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Axios Configuration</a:t>
            </a:r>
            <a:r>
              <a:rPr lang="en-US"/>
              <a:t>: </a:t>
            </a:r>
            <a:r>
              <a:rPr i="1" lang="en-US"/>
              <a:t>Configuring Axios Requests</a:t>
            </a:r>
            <a:endParaRPr/>
          </a:p>
        </p:txBody>
      </p:sp>
      <p:sp>
        <p:nvSpPr>
          <p:cNvPr id="367" name="Google Shape;367;p38"/>
          <p:cNvSpPr txBox="1"/>
          <p:nvPr/>
        </p:nvSpPr>
        <p:spPr>
          <a:xfrm>
            <a:off x="1104899" y="2455039"/>
            <a:ext cx="9980681" cy="341632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onsolas"/>
                <a:ea typeface="Consolas"/>
                <a:cs typeface="Consolas"/>
                <a:sym typeface="Consolas"/>
              </a:rPr>
              <a:t>const </a:t>
            </a:r>
            <a:r>
              <a:rPr b="1" lang="en-US" sz="2400">
                <a:solidFill>
                  <a:srgbClr val="C00000"/>
                </a:solidFill>
                <a:latin typeface="Consolas"/>
                <a:ea typeface="Consolas"/>
                <a:cs typeface="Consolas"/>
                <a:sym typeface="Consolas"/>
              </a:rPr>
              <a:t>config</a:t>
            </a:r>
            <a:r>
              <a:rPr b="1" lang="en-US" sz="2400">
                <a:solidFill>
                  <a:schemeClr val="dk1"/>
                </a:solidFill>
                <a:latin typeface="Consolas"/>
                <a:ea typeface="Consolas"/>
                <a:cs typeface="Consolas"/>
                <a:sym typeface="Consolas"/>
              </a:rPr>
              <a:t> =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method</a:t>
            </a:r>
            <a:r>
              <a:rPr b="1" lang="en-US" sz="2400">
                <a:solidFill>
                  <a:schemeClr val="dk1"/>
                </a:solidFill>
                <a:latin typeface="Consolas"/>
                <a:ea typeface="Consolas"/>
                <a:cs typeface="Consolas"/>
                <a:sym typeface="Consolas"/>
              </a:rPr>
              <a:t>: 'post',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url</a:t>
            </a:r>
            <a:r>
              <a:rPr b="1" lang="en-US" sz="2400">
                <a:solidFill>
                  <a:schemeClr val="dk1"/>
                </a:solidFill>
                <a:latin typeface="Consolas"/>
                <a:ea typeface="Consolas"/>
                <a:cs typeface="Consolas"/>
                <a:sym typeface="Consolas"/>
              </a:rPr>
              <a:t>: 'https://api.example.com/data',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data</a:t>
            </a:r>
            <a:r>
              <a:rPr b="1" lang="en-US" sz="2400">
                <a:solidFill>
                  <a:schemeClr val="dk1"/>
                </a:solidFill>
                <a:latin typeface="Consolas"/>
                <a:ea typeface="Consolas"/>
                <a:cs typeface="Consolas"/>
                <a:sym typeface="Consolas"/>
              </a:rPr>
              <a:t>: { key: 'value'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headers</a:t>
            </a:r>
            <a:r>
              <a:rPr b="1" lang="en-US" sz="2400">
                <a:solidFill>
                  <a:schemeClr val="dk1"/>
                </a:solidFill>
                <a:latin typeface="Consolas"/>
                <a:ea typeface="Consolas"/>
                <a:cs typeface="Consolas"/>
                <a:sym typeface="Consolas"/>
              </a:rPr>
              <a:t>: { 'Authorization': 'Bearer token' },</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axios(config)</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then</a:t>
            </a:r>
            <a:r>
              <a:rPr b="1" lang="en-US" sz="2400">
                <a:solidFill>
                  <a:schemeClr val="dk1"/>
                </a:solidFill>
                <a:latin typeface="Consolas"/>
                <a:ea typeface="Consolas"/>
                <a:cs typeface="Consolas"/>
                <a:sym typeface="Consolas"/>
              </a:rPr>
              <a:t>(response =&gt; console.log(response.data))</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a:t>
            </a:r>
            <a:r>
              <a:rPr b="1" lang="en-US" sz="2400">
                <a:solidFill>
                  <a:srgbClr val="0070C0"/>
                </a:solidFill>
                <a:latin typeface="Consolas"/>
                <a:ea typeface="Consolas"/>
                <a:cs typeface="Consolas"/>
                <a:sym typeface="Consolas"/>
              </a:rPr>
              <a:t>catch</a:t>
            </a:r>
            <a:r>
              <a:rPr b="1" lang="en-US" sz="2400">
                <a:solidFill>
                  <a:schemeClr val="dk1"/>
                </a:solidFill>
                <a:latin typeface="Consolas"/>
                <a:ea typeface="Consolas"/>
                <a:cs typeface="Consolas"/>
                <a:sym typeface="Consolas"/>
              </a:rPr>
              <a:t>(error =&gt; console.error('Error:', error));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9"/>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74" name="Google Shape;374;p39"/>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Interceptors in Axios</a:t>
            </a:r>
            <a:r>
              <a:rPr lang="en-US"/>
              <a:t>: </a:t>
            </a:r>
            <a:r>
              <a:rPr i="1" lang="en-US"/>
              <a:t>Using Axios Interceptors</a:t>
            </a:r>
            <a:endParaRPr/>
          </a:p>
          <a:p>
            <a:pPr indent="-50800" lvl="0" marL="228600" rtl="0" algn="l">
              <a:lnSpc>
                <a:spcPct val="100000"/>
              </a:lnSpc>
              <a:spcBef>
                <a:spcPts val="1800"/>
              </a:spcBef>
              <a:spcAft>
                <a:spcPts val="0"/>
              </a:spcAft>
              <a:buClr>
                <a:schemeClr val="dk1"/>
              </a:buClr>
              <a:buSzPts val="2800"/>
              <a:buNone/>
            </a:pPr>
            <a:r>
              <a:t/>
            </a:r>
            <a:endParaRPr i="1"/>
          </a:p>
        </p:txBody>
      </p:sp>
      <p:sp>
        <p:nvSpPr>
          <p:cNvPr id="375" name="Google Shape;375;p39"/>
          <p:cNvSpPr txBox="1"/>
          <p:nvPr/>
        </p:nvSpPr>
        <p:spPr>
          <a:xfrm>
            <a:off x="1364342" y="2224598"/>
            <a:ext cx="9721239" cy="409342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onsolas"/>
                <a:ea typeface="Consolas"/>
                <a:cs typeface="Consolas"/>
                <a:sym typeface="Consolas"/>
              </a:rPr>
              <a:t>axios.interceptors.request.use(config =&gt;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console.log('Request sent:', config);</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return config;</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error =&gt;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return Promise.reject(error);</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a:t>
            </a:r>
            <a:endParaRPr/>
          </a:p>
          <a:p>
            <a:pPr indent="0" lvl="0" marL="0" marR="0" rtl="0" algn="l">
              <a:spcBef>
                <a:spcPts val="0"/>
              </a:spcBef>
              <a:spcAft>
                <a:spcPts val="0"/>
              </a:spcAft>
              <a:buNone/>
            </a:pPr>
            <a:r>
              <a:t/>
            </a:r>
            <a:endParaRPr b="1" sz="2000">
              <a:solidFill>
                <a:schemeClr val="dk1"/>
              </a:solidFill>
              <a:latin typeface="Consolas"/>
              <a:ea typeface="Consolas"/>
              <a:cs typeface="Consolas"/>
              <a:sym typeface="Consolas"/>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axios.interceptors.response.use(response =&gt;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console.log('Response received:', response);</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return response;</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error =&gt; {</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  return Promise.reject(error);</a:t>
            </a:r>
            <a:endParaRPr/>
          </a:p>
          <a:p>
            <a:pPr indent="0" lvl="0" marL="0" marR="0" rtl="0" algn="l">
              <a:spcBef>
                <a:spcPts val="0"/>
              </a:spcBef>
              <a:spcAft>
                <a:spcPts val="0"/>
              </a:spcAft>
              <a:buNone/>
            </a:pPr>
            <a:r>
              <a:rPr b="1" lang="en-US" sz="2000">
                <a:solidFill>
                  <a:schemeClr val="dk1"/>
                </a:solidFill>
                <a:latin typeface="Consolas"/>
                <a:ea typeface="Consolas"/>
                <a:cs typeface="Consolas"/>
                <a:sym typeface="Consolas"/>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0"/>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81" name="Google Shape;381;p40"/>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Error Handling in Axios</a:t>
            </a:r>
            <a:endParaRPr/>
          </a:p>
        </p:txBody>
      </p:sp>
      <p:sp>
        <p:nvSpPr>
          <p:cNvPr id="382" name="Google Shape;382;p40"/>
          <p:cNvSpPr txBox="1"/>
          <p:nvPr/>
        </p:nvSpPr>
        <p:spPr>
          <a:xfrm>
            <a:off x="1104899" y="2348583"/>
            <a:ext cx="9980681" cy="3816429"/>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chemeClr val="dk1"/>
                </a:solidFill>
                <a:latin typeface="Consolas"/>
                <a:ea typeface="Consolas"/>
                <a:cs typeface="Consolas"/>
                <a:sym typeface="Consolas"/>
              </a:rPr>
              <a:t>axios.get('https://api.example.com/data')</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a:t>
            </a:r>
            <a:r>
              <a:rPr b="1" lang="en-US" sz="2200">
                <a:solidFill>
                  <a:srgbClr val="0070C0"/>
                </a:solidFill>
                <a:latin typeface="Consolas"/>
                <a:ea typeface="Consolas"/>
                <a:cs typeface="Consolas"/>
                <a:sym typeface="Consolas"/>
              </a:rPr>
              <a:t>then</a:t>
            </a:r>
            <a:r>
              <a:rPr b="1" lang="en-US" sz="2200">
                <a:solidFill>
                  <a:schemeClr val="dk1"/>
                </a:solidFill>
                <a:latin typeface="Consolas"/>
                <a:ea typeface="Consolas"/>
                <a:cs typeface="Consolas"/>
                <a:sym typeface="Consolas"/>
              </a:rPr>
              <a:t>(response =&gt; console.log(response.data))</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a:t>
            </a:r>
            <a:r>
              <a:rPr b="1" lang="en-US" sz="2200">
                <a:solidFill>
                  <a:srgbClr val="0070C0"/>
                </a:solidFill>
                <a:latin typeface="Consolas"/>
                <a:ea typeface="Consolas"/>
                <a:cs typeface="Consolas"/>
                <a:sym typeface="Consolas"/>
              </a:rPr>
              <a:t>catch</a:t>
            </a:r>
            <a:r>
              <a:rPr b="1" lang="en-US" sz="2200">
                <a:solidFill>
                  <a:schemeClr val="dk1"/>
                </a:solidFill>
                <a:latin typeface="Consolas"/>
                <a:ea typeface="Consolas"/>
                <a:cs typeface="Consolas"/>
                <a:sym typeface="Consolas"/>
              </a:rPr>
              <a:t>(error =&gt; {</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a:t>
            </a:r>
            <a:r>
              <a:rPr b="1" lang="en-US" sz="2200">
                <a:solidFill>
                  <a:srgbClr val="0070C0"/>
                </a:solidFill>
                <a:latin typeface="Consolas"/>
                <a:ea typeface="Consolas"/>
                <a:cs typeface="Consolas"/>
                <a:sym typeface="Consolas"/>
              </a:rPr>
              <a:t>if</a:t>
            </a:r>
            <a:r>
              <a:rPr b="1" lang="en-US" sz="2200">
                <a:solidFill>
                  <a:schemeClr val="dk1"/>
                </a:solidFill>
                <a:latin typeface="Consolas"/>
                <a:ea typeface="Consolas"/>
                <a:cs typeface="Consolas"/>
                <a:sym typeface="Consolas"/>
              </a:rPr>
              <a:t> (error.response) {</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console.error('Response error:', error.response.status);</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 </a:t>
            </a:r>
            <a:r>
              <a:rPr b="1" lang="en-US" sz="2200">
                <a:solidFill>
                  <a:srgbClr val="0070C0"/>
                </a:solidFill>
                <a:latin typeface="Consolas"/>
                <a:ea typeface="Consolas"/>
                <a:cs typeface="Consolas"/>
                <a:sym typeface="Consolas"/>
              </a:rPr>
              <a:t>else if </a:t>
            </a:r>
            <a:r>
              <a:rPr b="1" lang="en-US" sz="2200">
                <a:solidFill>
                  <a:schemeClr val="dk1"/>
                </a:solidFill>
                <a:latin typeface="Consolas"/>
                <a:ea typeface="Consolas"/>
                <a:cs typeface="Consolas"/>
                <a:sym typeface="Consolas"/>
              </a:rPr>
              <a:t>(error.request) {</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console.error('No response received:', error.request);</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 </a:t>
            </a:r>
            <a:r>
              <a:rPr b="1" lang="en-US" sz="2200">
                <a:solidFill>
                  <a:srgbClr val="0070C0"/>
                </a:solidFill>
                <a:latin typeface="Consolas"/>
                <a:ea typeface="Consolas"/>
                <a:cs typeface="Consolas"/>
                <a:sym typeface="Consolas"/>
              </a:rPr>
              <a:t>else </a:t>
            </a:r>
            <a:r>
              <a:rPr b="1" lang="en-US" sz="2200">
                <a:solidFill>
                  <a:schemeClr val="dk1"/>
                </a:solidFill>
                <a:latin typeface="Consolas"/>
                <a:ea typeface="Consolas"/>
                <a:cs typeface="Consolas"/>
                <a:sym typeface="Consolas"/>
              </a:rPr>
              <a:t>{</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console.error('Request setup error:', error.message);</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a:t>
            </a:r>
            <a:endParaRPr/>
          </a:p>
          <a:p>
            <a:pPr indent="0" lvl="0" marL="0" marR="0" rtl="0" algn="l">
              <a:spcBef>
                <a:spcPts val="0"/>
              </a:spcBef>
              <a:spcAft>
                <a:spcPts val="0"/>
              </a:spcAft>
              <a:buNone/>
            </a:pPr>
            <a:r>
              <a:rPr b="1" lang="en-US" sz="2200">
                <a:solidFill>
                  <a:schemeClr val="dk1"/>
                </a:solidFill>
                <a:latin typeface="Consolas"/>
                <a:ea typeface="Consolas"/>
                <a:cs typeface="Consolas"/>
                <a:sym typeface="Consolas"/>
              </a:rPr>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1"/>
          <p:cNvSpPr txBox="1"/>
          <p:nvPr>
            <p:ph type="title"/>
          </p:nvPr>
        </p:nvSpPr>
        <p:spPr>
          <a:xfrm>
            <a:off x="1104900" y="76200"/>
            <a:ext cx="9980682" cy="1096962"/>
          </a:xfrm>
          <a:prstGeom prst="rect">
            <a:avLst/>
          </a:prstGeom>
          <a:noFill/>
          <a:ln>
            <a:noFill/>
          </a:ln>
        </p:spPr>
        <p:txBody>
          <a:bodyPr anchorCtr="0" anchor="b" bIns="45700" lIns="0" spcFirstLastPara="1" rIns="0" wrap="square" tIns="45700">
            <a:normAutofit/>
          </a:bodyPr>
          <a:lstStyle/>
          <a:p>
            <a:pPr indent="0" lvl="0" marL="0" rtl="0" algn="l">
              <a:lnSpc>
                <a:spcPct val="90000"/>
              </a:lnSpc>
              <a:spcBef>
                <a:spcPts val="0"/>
              </a:spcBef>
              <a:spcAft>
                <a:spcPts val="0"/>
              </a:spcAft>
              <a:buClr>
                <a:schemeClr val="dk2"/>
              </a:buClr>
              <a:buSzPts val="3600"/>
              <a:buFont typeface="Arial"/>
              <a:buNone/>
            </a:pPr>
            <a:r>
              <a:rPr b="1" lang="en-US">
                <a:solidFill>
                  <a:schemeClr val="dk2"/>
                </a:solidFill>
              </a:rPr>
              <a:t>Axios</a:t>
            </a:r>
            <a:endParaRPr/>
          </a:p>
        </p:txBody>
      </p:sp>
      <p:sp>
        <p:nvSpPr>
          <p:cNvPr id="388" name="Google Shape;388;p41"/>
          <p:cNvSpPr txBox="1"/>
          <p:nvPr>
            <p:ph idx="1" type="body"/>
          </p:nvPr>
        </p:nvSpPr>
        <p:spPr>
          <a:xfrm>
            <a:off x="1104900" y="1600200"/>
            <a:ext cx="9982200" cy="4572000"/>
          </a:xfrm>
          <a:prstGeom prst="rect">
            <a:avLst/>
          </a:prstGeom>
          <a:noFill/>
          <a:ln>
            <a:noFill/>
          </a:ln>
        </p:spPr>
        <p:txBody>
          <a:bodyPr anchorCtr="0" anchor="t" bIns="45700" lIns="0" spcFirstLastPara="1" rIns="0" wrap="square" tIns="45700">
            <a:normAutofit/>
          </a:bodyPr>
          <a:lstStyle/>
          <a:p>
            <a:pPr indent="-228600" lvl="0" marL="228600" rtl="0" algn="l">
              <a:lnSpc>
                <a:spcPct val="100000"/>
              </a:lnSpc>
              <a:spcBef>
                <a:spcPts val="0"/>
              </a:spcBef>
              <a:spcAft>
                <a:spcPts val="0"/>
              </a:spcAft>
              <a:buClr>
                <a:srgbClr val="FF0000"/>
              </a:buClr>
              <a:buSzPts val="2800"/>
              <a:buChar char="▪"/>
            </a:pPr>
            <a:r>
              <a:rPr b="1" lang="en-US">
                <a:solidFill>
                  <a:srgbClr val="FF0000"/>
                </a:solidFill>
              </a:rPr>
              <a:t>Advanced Features of Axios</a:t>
            </a:r>
            <a:endParaRPr/>
          </a:p>
          <a:p>
            <a:pPr indent="-228600" lvl="1" marL="685800" rtl="0" algn="l">
              <a:lnSpc>
                <a:spcPct val="100000"/>
              </a:lnSpc>
              <a:spcBef>
                <a:spcPts val="600"/>
              </a:spcBef>
              <a:spcAft>
                <a:spcPts val="0"/>
              </a:spcAft>
              <a:buClr>
                <a:schemeClr val="dk1"/>
              </a:buClr>
              <a:buSzPts val="2400"/>
              <a:buChar char="▪"/>
            </a:pPr>
            <a:r>
              <a:rPr i="1" lang="en-US"/>
              <a:t>Cancel Tokens</a:t>
            </a:r>
            <a:r>
              <a:rPr lang="en-US"/>
              <a:t>: Cancel ongoing requests to save resources.Instance </a:t>
            </a:r>
            <a:r>
              <a:rPr i="1" lang="en-US"/>
              <a:t>Creation</a:t>
            </a:r>
            <a:r>
              <a:rPr lang="en-US"/>
              <a:t>: Create custom Axios instances with pre-configured settings</a:t>
            </a:r>
            <a:endParaRPr/>
          </a:p>
        </p:txBody>
      </p:sp>
      <p:sp>
        <p:nvSpPr>
          <p:cNvPr id="389" name="Google Shape;389;p41"/>
          <p:cNvSpPr txBox="1"/>
          <p:nvPr/>
        </p:nvSpPr>
        <p:spPr>
          <a:xfrm>
            <a:off x="1828800" y="3429000"/>
            <a:ext cx="9256780" cy="15696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onsolas"/>
                <a:ea typeface="Consolas"/>
                <a:cs typeface="Consolas"/>
                <a:sym typeface="Consolas"/>
              </a:rPr>
              <a:t>const api = axios.create({</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baseURL: 'https://api.example.com/',</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  timeout: 1000,</a:t>
            </a:r>
            <a:endParaRPr/>
          </a:p>
          <a:p>
            <a:pPr indent="0" lvl="0" marL="0" marR="0" rtl="0" algn="l">
              <a:spcBef>
                <a:spcPts val="0"/>
              </a:spcBef>
              <a:spcAft>
                <a:spcPts val="0"/>
              </a:spcAft>
              <a:buNone/>
            </a:pPr>
            <a:r>
              <a:rPr b="1" lang="en-US" sz="2400">
                <a:solidFill>
                  <a:schemeClr val="dk1"/>
                </a:solidFill>
                <a:latin typeface="Consolas"/>
                <a:ea typeface="Consolas"/>
                <a:cs typeface="Consolas"/>
                <a:sym typeface="Consolas"/>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2024-10-17T15:22:21Z</dcterms:created>
  <dc:creator>License For You And Lifetime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