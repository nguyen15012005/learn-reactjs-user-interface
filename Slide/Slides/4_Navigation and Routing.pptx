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6858000" cx="12192000"/>
  <p:notesSz cx="6858000" cy="9144000"/>
  <p:embeddedFontLst>
    <p:embeddedFont>
      <p:font typeface="Roboto"/>
      <p:regular r:id="rId51"/>
      <p:bold r:id="rId52"/>
      <p:italic r:id="rId53"/>
      <p:boldItalic r:id="rId54"/>
    </p:embeddedFont>
    <p:embeddedFont>
      <p:font typeface="Arial Black"/>
      <p:regular r:id="rId55"/>
    </p:embeddedFont>
    <p:embeddedFont>
      <p:font typeface="Roboto Mono"/>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60" roundtripDataSignature="AMtx7mgV95mNIDGeXlfQKy2XoYkVsokC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customschemas.google.com/relationships/presentationmetadata" Target="meta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regular.fntdata"/><Relationship Id="rId50" Type="http://schemas.openxmlformats.org/officeDocument/2006/relationships/slide" Target="slides/slide45.xml"/><Relationship Id="rId53" Type="http://schemas.openxmlformats.org/officeDocument/2006/relationships/font" Target="fonts/Roboto-italic.fntdata"/><Relationship Id="rId52" Type="http://schemas.openxmlformats.org/officeDocument/2006/relationships/font" Target="fonts/Roboto-bold.fntdata"/><Relationship Id="rId11" Type="http://schemas.openxmlformats.org/officeDocument/2006/relationships/slide" Target="slides/slide6.xml"/><Relationship Id="rId55" Type="http://schemas.openxmlformats.org/officeDocument/2006/relationships/font" Target="fonts/ArialBlack-regular.fntdata"/><Relationship Id="rId10" Type="http://schemas.openxmlformats.org/officeDocument/2006/relationships/slide" Target="slides/slide5.xml"/><Relationship Id="rId54" Type="http://schemas.openxmlformats.org/officeDocument/2006/relationships/font" Target="fonts/Roboto-boldItalic.fntdata"/><Relationship Id="rId13" Type="http://schemas.openxmlformats.org/officeDocument/2006/relationships/slide" Target="slides/slide8.xml"/><Relationship Id="rId57" Type="http://schemas.openxmlformats.org/officeDocument/2006/relationships/font" Target="fonts/RobotoMono-bold.fntdata"/><Relationship Id="rId12" Type="http://schemas.openxmlformats.org/officeDocument/2006/relationships/slide" Target="slides/slide7.xml"/><Relationship Id="rId56" Type="http://schemas.openxmlformats.org/officeDocument/2006/relationships/font" Target="fonts/RobotoMono-regular.fntdata"/><Relationship Id="rId15" Type="http://schemas.openxmlformats.org/officeDocument/2006/relationships/slide" Target="slides/slide10.xml"/><Relationship Id="rId59" Type="http://schemas.openxmlformats.org/officeDocument/2006/relationships/font" Target="fonts/RobotoMono-boldItalic.fntdata"/><Relationship Id="rId14" Type="http://schemas.openxmlformats.org/officeDocument/2006/relationships/slide" Target="slides/slide9.xml"/><Relationship Id="rId58" Type="http://schemas.openxmlformats.org/officeDocument/2006/relationships/font" Target="fonts/RobotoMon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1" lang="en-US">
                <a:latin typeface="Arial"/>
                <a:ea typeface="Arial"/>
                <a:cs typeface="Arial"/>
                <a:sym typeface="Arial"/>
              </a:rPr>
              <a:t>NOTE:</a:t>
            </a:r>
            <a:endParaRPr/>
          </a:p>
          <a:p>
            <a:pPr indent="0" lvl="0" marL="0" rtl="0" algn="l">
              <a:spcBef>
                <a:spcPts val="0"/>
              </a:spcBef>
              <a:spcAft>
                <a:spcPts val="0"/>
              </a:spcAft>
              <a:buNone/>
            </a:pPr>
            <a:r>
              <a:rPr i="1" lang="en-US">
                <a:latin typeface="Arial"/>
                <a:ea typeface="Arial"/>
                <a:cs typeface="Arial"/>
                <a:sym typeface="Arial"/>
              </a:rPr>
              <a:t>To change the  image on this slide, select the picture and delete it. Then click the Pictures icon in the placeholder to insert your own image.</a:t>
            </a:r>
            <a:endParaRPr/>
          </a:p>
        </p:txBody>
      </p:sp>
      <p:sp>
        <p:nvSpPr>
          <p:cNvPr id="124" name="Google Shape;1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from 'react'</a:t>
            </a:r>
            <a:endParaRPr/>
          </a:p>
          <a:p>
            <a:pPr indent="0" lvl="0" marL="0" rtl="0" algn="l">
              <a:spcBef>
                <a:spcPts val="0"/>
              </a:spcBef>
              <a:spcAft>
                <a:spcPts val="0"/>
              </a:spcAft>
              <a:buNone/>
            </a:pPr>
            <a:r>
              <a:rPr lang="en-US"/>
              <a:t>import {createBrowserRouter, RouterProvider } from 'react-router-dom'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import './App.css'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function Home()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&lt;h1&gt;My Home Page&lt;/h1&gt;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function Product()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&lt;h1&gt;Product Page!&lt;/h1&gt;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router = createBrowserRouter(</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{path: '/', element: &lt;Home /&gt;},</a:t>
            </a:r>
            <a:endParaRPr/>
          </a:p>
          <a:p>
            <a:pPr indent="0" lvl="0" marL="0" rtl="0" algn="l">
              <a:spcBef>
                <a:spcPts val="0"/>
              </a:spcBef>
              <a:spcAft>
                <a:spcPts val="0"/>
              </a:spcAft>
              <a:buNone/>
            </a:pPr>
            <a:r>
              <a:rPr lang="en-US"/>
              <a:t>    {path: '/product', element: &lt;Product /&gt;},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&lt;RouterProvider router={router} /&gt;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a:p>
            <a:pPr indent="0" lvl="0" marL="0" rtl="0" algn="l">
              <a:spcBef>
                <a:spcPts val="0"/>
              </a:spcBef>
              <a:spcAft>
                <a:spcPts val="0"/>
              </a:spcAft>
              <a:buNone/>
            </a:pPr>
            <a:r>
              <a:t/>
            </a:r>
            <a:endParaRPr/>
          </a:p>
        </p:txBody>
      </p:sp>
      <p:sp>
        <p:nvSpPr>
          <p:cNvPr id="189" name="Google Shape;18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from 'react'</a:t>
            </a:r>
            <a:endParaRPr/>
          </a:p>
          <a:p>
            <a:pPr indent="0" lvl="0" marL="0" rtl="0" algn="l">
              <a:spcBef>
                <a:spcPts val="0"/>
              </a:spcBef>
              <a:spcAft>
                <a:spcPts val="0"/>
              </a:spcAft>
              <a:buNone/>
            </a:pPr>
            <a:r>
              <a:rPr lang="en-US"/>
              <a:t>import {createBrowserRouter, createRoutesFromElements, RouterProvider, Route } from 'react-router-dom'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import './App.css'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function Home()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&lt;h1&gt;My Home Page&lt;/h1&gt;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function Product()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&lt;h1&gt;Product Page!&lt;/h1&gt;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routerDefinitions =  createRoutesFromElements(</a:t>
            </a:r>
            <a:endParaRPr/>
          </a:p>
          <a:p>
            <a:pPr indent="0" lvl="0" marL="0" rtl="0" algn="l">
              <a:spcBef>
                <a:spcPts val="0"/>
              </a:spcBef>
              <a:spcAft>
                <a:spcPts val="0"/>
              </a:spcAft>
              <a:buNone/>
            </a:pPr>
            <a:r>
              <a:rPr lang="en-US"/>
              <a:t>  &lt;Route&gt;</a:t>
            </a:r>
            <a:endParaRPr/>
          </a:p>
          <a:p>
            <a:pPr indent="0" lvl="0" marL="0" rtl="0" algn="l">
              <a:spcBef>
                <a:spcPts val="0"/>
              </a:spcBef>
              <a:spcAft>
                <a:spcPts val="0"/>
              </a:spcAft>
              <a:buNone/>
            </a:pPr>
            <a:r>
              <a:rPr lang="en-US"/>
              <a:t>    &lt;Route path="/" element={&lt;Home /&gt;} /&gt;</a:t>
            </a:r>
            <a:endParaRPr/>
          </a:p>
          <a:p>
            <a:pPr indent="0" lvl="0" marL="0" rtl="0" algn="l">
              <a:spcBef>
                <a:spcPts val="0"/>
              </a:spcBef>
              <a:spcAft>
                <a:spcPts val="0"/>
              </a:spcAft>
              <a:buNone/>
            </a:pPr>
            <a:r>
              <a:rPr lang="en-US"/>
              <a:t>    &lt;Route path="/product" element={&lt;Product /&gt;} /&gt;</a:t>
            </a:r>
            <a:endParaRPr/>
          </a:p>
          <a:p>
            <a:pPr indent="0" lvl="0" marL="0" rtl="0" algn="l">
              <a:spcBef>
                <a:spcPts val="0"/>
              </a:spcBef>
              <a:spcAft>
                <a:spcPts val="0"/>
              </a:spcAft>
              <a:buNone/>
            </a:pPr>
            <a:r>
              <a:rPr lang="en-US"/>
              <a:t>  &lt;/Route&gt;</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router = createBrowserRouter(routerDefinitions);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&lt;RouterProvider router={router} /&gt;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a:p>
            <a:pPr indent="0" lvl="0" marL="0" rtl="0" algn="l">
              <a:spcBef>
                <a:spcPts val="0"/>
              </a:spcBef>
              <a:spcAft>
                <a:spcPts val="0"/>
              </a:spcAft>
              <a:buNone/>
            </a:pPr>
            <a:r>
              <a:t/>
            </a:r>
            <a:endParaRPr/>
          </a:p>
        </p:txBody>
      </p:sp>
      <p:sp>
        <p:nvSpPr>
          <p:cNvPr id="203" name="Google Shape;20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from 'react'</a:t>
            </a:r>
            <a:endParaRPr/>
          </a:p>
          <a:p>
            <a:pPr indent="0" lvl="0" marL="0" rtl="0" algn="l">
              <a:spcBef>
                <a:spcPts val="0"/>
              </a:spcBef>
              <a:spcAft>
                <a:spcPts val="0"/>
              </a:spcAft>
              <a:buNone/>
            </a:pPr>
            <a:r>
              <a:rPr lang="en-US"/>
              <a:t>import {createBrowserRouter, RouterProvider, Link } from 'react-router-dom'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import './App.css'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function Home()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&lt;h1&gt;My Home Page&lt;/h1&gt;</a:t>
            </a:r>
            <a:endParaRPr/>
          </a:p>
          <a:p>
            <a:pPr indent="0" lvl="0" marL="0" rtl="0" algn="l">
              <a:spcBef>
                <a:spcPts val="0"/>
              </a:spcBef>
              <a:spcAft>
                <a:spcPts val="0"/>
              </a:spcAft>
              <a:buNone/>
            </a:pPr>
            <a:r>
              <a:rPr lang="en-US"/>
              <a:t>      &lt;p&gt; Go to &lt;Link to="/product"&gt;The list of Product&lt;/Link&gt;&lt;/p&gt;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function Product()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&lt;h1&gt;Product Page!&lt;/h1&gt;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router = createBrowserRouter(</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{path: '/', element: &lt;Home /&gt;},</a:t>
            </a:r>
            <a:endParaRPr/>
          </a:p>
          <a:p>
            <a:pPr indent="0" lvl="0" marL="0" rtl="0" algn="l">
              <a:spcBef>
                <a:spcPts val="0"/>
              </a:spcBef>
              <a:spcAft>
                <a:spcPts val="0"/>
              </a:spcAft>
              <a:buNone/>
            </a:pPr>
            <a:r>
              <a:rPr lang="en-US"/>
              <a:t>    {path: '/product', element: &lt;Product /&gt;},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&lt;RouterProvider router={router} /&gt;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10" name="Google Shape;2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from 'react'</a:t>
            </a:r>
            <a:endParaRPr/>
          </a:p>
          <a:p>
            <a:pPr indent="0" lvl="0" marL="0" rtl="0" algn="l">
              <a:spcBef>
                <a:spcPts val="0"/>
              </a:spcBef>
              <a:spcAft>
                <a:spcPts val="0"/>
              </a:spcAft>
              <a:buNone/>
            </a:pPr>
            <a:r>
              <a:rPr lang="en-US"/>
              <a:t>import {BrowserRouter, RouterProvider, Link, Routes, Route } from 'react-router-dom'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import './App.css'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function Home()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&lt;h1&gt;My Home Page&lt;/h1&gt;</a:t>
            </a:r>
            <a:endParaRPr/>
          </a:p>
          <a:p>
            <a:pPr indent="0" lvl="0" marL="0" rtl="0" algn="l">
              <a:spcBef>
                <a:spcPts val="0"/>
              </a:spcBef>
              <a:spcAft>
                <a:spcPts val="0"/>
              </a:spcAft>
              <a:buNone/>
            </a:pPr>
            <a:r>
              <a:rPr lang="en-US"/>
              <a:t>      &lt;p&gt; Go to &lt;Link to="/product"&gt;The list of Product&lt;/Link&gt;&lt;/p&gt;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function Product()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&lt;h1&gt;Product Page!&lt;/h1&gt;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&lt;&gt;</a:t>
            </a:r>
            <a:endParaRPr/>
          </a:p>
          <a:p>
            <a:pPr indent="0" lvl="0" marL="0" rtl="0" algn="l">
              <a:spcBef>
                <a:spcPts val="0"/>
              </a:spcBef>
              <a:spcAft>
                <a:spcPts val="0"/>
              </a:spcAft>
              <a:buNone/>
            </a:pPr>
            <a:r>
              <a:rPr lang="en-US"/>
              <a:t>    &lt;Routes&gt;</a:t>
            </a:r>
            <a:endParaRPr/>
          </a:p>
          <a:p>
            <a:pPr indent="0" lvl="0" marL="0" rtl="0" algn="l">
              <a:spcBef>
                <a:spcPts val="0"/>
              </a:spcBef>
              <a:spcAft>
                <a:spcPts val="0"/>
              </a:spcAft>
              <a:buNone/>
            </a:pPr>
            <a:r>
              <a:rPr lang="en-US"/>
              <a:t>      &lt;Route path="/" element={&lt;Home /&gt;} /&gt;</a:t>
            </a:r>
            <a:endParaRPr/>
          </a:p>
          <a:p>
            <a:pPr indent="0" lvl="0" marL="0" rtl="0" algn="l">
              <a:spcBef>
                <a:spcPts val="0"/>
              </a:spcBef>
              <a:spcAft>
                <a:spcPts val="0"/>
              </a:spcAft>
              <a:buNone/>
            </a:pPr>
            <a:r>
              <a:rPr lang="en-US"/>
              <a:t>      &lt;Route path="/product" element={&lt;Product /&gt;} /&gt;</a:t>
            </a:r>
            <a:endParaRPr/>
          </a:p>
          <a:p>
            <a:pPr indent="0" lvl="0" marL="0" rtl="0" algn="l">
              <a:spcBef>
                <a:spcPts val="0"/>
              </a:spcBef>
              <a:spcAft>
                <a:spcPts val="0"/>
              </a:spcAft>
              <a:buNone/>
            </a:pPr>
            <a:r>
              <a:rPr lang="en-US"/>
              <a:t>    &lt;/Routes&gt;</a:t>
            </a:r>
            <a:endParaRPr/>
          </a:p>
          <a:p>
            <a:pPr indent="0" lvl="0" marL="0" rtl="0" algn="l">
              <a:spcBef>
                <a:spcPts val="0"/>
              </a:spcBef>
              <a:spcAft>
                <a:spcPts val="0"/>
              </a:spcAft>
              <a:buNone/>
            </a:pPr>
            <a:r>
              <a:rPr lang="en-US"/>
              <a:t>    &lt;/&gt;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38" name="Google Shape;23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a:latin typeface="Arial"/>
                <a:ea typeface="Arial"/>
                <a:cs typeface="Arial"/>
                <a:sym typeface="Arial"/>
              </a:rPr>
              <a:t>How to fix No Routes Found Error</a:t>
            </a:r>
            <a:endParaRPr/>
          </a:p>
          <a:p>
            <a:pPr indent="0" lvl="0" marL="0" rtl="0" algn="l">
              <a:spcBef>
                <a:spcPts val="0"/>
              </a:spcBef>
              <a:spcAft>
                <a:spcPts val="0"/>
              </a:spcAft>
              <a:buNone/>
            </a:pPr>
            <a:r>
              <a:rPr b="0" i="0" lang="en-US">
                <a:solidFill>
                  <a:srgbClr val="2D3A5F"/>
                </a:solidFill>
                <a:latin typeface="Arial"/>
                <a:ea typeface="Arial"/>
                <a:cs typeface="Arial"/>
                <a:sym typeface="Arial"/>
              </a:rPr>
              <a:t>When routing, a situation may cause a user to access an unconfigured route or a route that does not exist; when this occurs, React does not display anything on the screen except a warning with the message "No routes matched location."</a:t>
            </a:r>
            <a:endParaRPr/>
          </a:p>
          <a:p>
            <a:pPr indent="0" lvl="0" marL="0" rtl="0" algn="l">
              <a:spcBef>
                <a:spcPts val="0"/>
              </a:spcBef>
              <a:spcAft>
                <a:spcPts val="0"/>
              </a:spcAft>
              <a:buNone/>
            </a:pPr>
            <a:r>
              <a:rPr b="0" i="0" lang="en-US">
                <a:solidFill>
                  <a:srgbClr val="2D3A5F"/>
                </a:solidFill>
                <a:latin typeface="Arial"/>
                <a:ea typeface="Arial"/>
                <a:cs typeface="Arial"/>
                <a:sym typeface="Arial"/>
              </a:rPr>
              <a:t>This can be fixed by configuring a new route to return a specific component when a user navigates to an unconfigured route as follows:</a:t>
            </a:r>
            <a:endParaRPr/>
          </a:p>
          <a:p>
            <a:pPr indent="0" lvl="0" marL="0" rtl="0" algn="l">
              <a:spcBef>
                <a:spcPts val="0"/>
              </a:spcBef>
              <a:spcAft>
                <a:spcPts val="0"/>
              </a:spcAft>
              <a:buNone/>
            </a:pPr>
            <a:r>
              <a:rPr i="1" lang="en-US">
                <a:solidFill>
                  <a:srgbClr val="637777"/>
                </a:solidFill>
              </a:rPr>
              <a:t>// App.js</a:t>
            </a:r>
            <a:endParaRPr>
              <a:solidFill>
                <a:srgbClr val="D6DEEB"/>
              </a:solidFill>
            </a:endParaRPr>
          </a:p>
          <a:p>
            <a:pPr indent="0" lvl="0" marL="0" rtl="0" algn="l">
              <a:spcBef>
                <a:spcPts val="0"/>
              </a:spcBef>
              <a:spcAft>
                <a:spcPts val="0"/>
              </a:spcAft>
              <a:buNone/>
            </a:pPr>
            <a:r>
              <a:rPr lang="en-US">
                <a:solidFill>
                  <a:srgbClr val="7FDBCA"/>
                </a:solidFill>
              </a:rPr>
              <a:t>import</a:t>
            </a:r>
            <a:r>
              <a:rPr lang="en-US">
                <a:solidFill>
                  <a:srgbClr val="D6DEEB"/>
                </a:solidFill>
              </a:rPr>
              <a:t> </a:t>
            </a:r>
            <a:r>
              <a:rPr lang="en-US">
                <a:solidFill>
                  <a:srgbClr val="C792EA"/>
                </a:solidFill>
              </a:rPr>
              <a:t>{</a:t>
            </a:r>
            <a:r>
              <a:rPr lang="en-US">
                <a:solidFill>
                  <a:srgbClr val="D6DEEB"/>
                </a:solidFill>
              </a:rPr>
              <a:t> Routes</a:t>
            </a:r>
            <a:r>
              <a:rPr lang="en-US">
                <a:solidFill>
                  <a:srgbClr val="C792EA"/>
                </a:solidFill>
              </a:rPr>
              <a:t>,</a:t>
            </a:r>
            <a:r>
              <a:rPr lang="en-US">
                <a:solidFill>
                  <a:srgbClr val="D6DEEB"/>
                </a:solidFill>
              </a:rPr>
              <a:t> Route </a:t>
            </a:r>
            <a:r>
              <a:rPr lang="en-US">
                <a:solidFill>
                  <a:srgbClr val="C792EA"/>
                </a:solidFill>
              </a:rPr>
              <a:t>}</a:t>
            </a:r>
            <a:r>
              <a:rPr lang="en-US">
                <a:solidFill>
                  <a:srgbClr val="D6DEEB"/>
                </a:solidFill>
              </a:rPr>
              <a:t> </a:t>
            </a:r>
            <a:r>
              <a:rPr lang="en-US">
                <a:solidFill>
                  <a:srgbClr val="7FDBCA"/>
                </a:solidFill>
              </a:rPr>
              <a:t>from</a:t>
            </a:r>
            <a:r>
              <a:rPr lang="en-US">
                <a:solidFill>
                  <a:srgbClr val="D6DEEB"/>
                </a:solidFill>
              </a:rPr>
              <a:t> </a:t>
            </a:r>
            <a:r>
              <a:rPr lang="en-US">
                <a:solidFill>
                  <a:srgbClr val="ADDB67"/>
                </a:solidFill>
              </a:rPr>
              <a:t>'react-router-dom'</a:t>
            </a:r>
            <a:r>
              <a:rPr lang="en-US">
                <a:solidFill>
                  <a:srgbClr val="C792EA"/>
                </a:solidFill>
              </a:rPr>
              <a:t>;</a:t>
            </a:r>
            <a:endParaRPr>
              <a:solidFill>
                <a:srgbClr val="D6DEEB"/>
              </a:solidFill>
            </a:endParaRPr>
          </a:p>
          <a:p>
            <a:pPr indent="0" lvl="0" marL="0" rtl="0" algn="l">
              <a:spcBef>
                <a:spcPts val="0"/>
              </a:spcBef>
              <a:spcAft>
                <a:spcPts val="0"/>
              </a:spcAft>
              <a:buNone/>
            </a:pPr>
            <a:r>
              <a:rPr lang="en-US">
                <a:solidFill>
                  <a:srgbClr val="7FDBCA"/>
                </a:solidFill>
              </a:rPr>
              <a:t>import</a:t>
            </a:r>
            <a:r>
              <a:rPr lang="en-US">
                <a:solidFill>
                  <a:srgbClr val="D6DEEB"/>
                </a:solidFill>
              </a:rPr>
              <a:t> NoMatch </a:t>
            </a:r>
            <a:r>
              <a:rPr lang="en-US">
                <a:solidFill>
                  <a:srgbClr val="7FDBCA"/>
                </a:solidFill>
              </a:rPr>
              <a:t>from</a:t>
            </a:r>
            <a:r>
              <a:rPr lang="en-US">
                <a:solidFill>
                  <a:srgbClr val="D6DEEB"/>
                </a:solidFill>
              </a:rPr>
              <a:t> </a:t>
            </a:r>
            <a:r>
              <a:rPr lang="en-US">
                <a:solidFill>
                  <a:srgbClr val="ADDB67"/>
                </a:solidFill>
              </a:rPr>
              <a:t>'./Components/NoMatch'</a:t>
            </a:r>
            <a:r>
              <a:rPr lang="en-US">
                <a:solidFill>
                  <a:srgbClr val="C792EA"/>
                </a:solidFill>
              </a:rPr>
              <a:t>;</a:t>
            </a:r>
            <a:endParaRPr>
              <a:solidFill>
                <a:srgbClr val="D6DEEB"/>
              </a:solidFill>
            </a:endParaRPr>
          </a:p>
          <a:p>
            <a:pPr indent="0" lvl="0" marL="0" rtl="0" algn="l">
              <a:spcBef>
                <a:spcPts val="0"/>
              </a:spcBef>
              <a:spcAft>
                <a:spcPts val="0"/>
              </a:spcAft>
              <a:buNone/>
            </a:pPr>
            <a:r>
              <a:rPr lang="en-US">
                <a:solidFill>
                  <a:srgbClr val="7FDBCA"/>
                </a:solidFill>
              </a:rPr>
              <a:t>const</a:t>
            </a:r>
            <a:r>
              <a:rPr lang="en-US">
                <a:solidFill>
                  <a:srgbClr val="D6DEEB"/>
                </a:solidFill>
              </a:rPr>
              <a:t> </a:t>
            </a:r>
            <a:r>
              <a:rPr lang="en-US">
                <a:solidFill>
                  <a:srgbClr val="82AAFF"/>
                </a:solidFill>
              </a:rPr>
              <a:t>App</a:t>
            </a:r>
            <a:r>
              <a:rPr lang="en-US">
                <a:solidFill>
                  <a:srgbClr val="D6DEEB"/>
                </a:solidFill>
              </a:rPr>
              <a:t> </a:t>
            </a:r>
            <a:r>
              <a:rPr lang="en-US">
                <a:solidFill>
                  <a:srgbClr val="7FDBCA"/>
                </a:solidFill>
              </a:rPr>
              <a:t>=</a:t>
            </a:r>
            <a:r>
              <a:rPr lang="en-US">
                <a:solidFill>
                  <a:srgbClr val="D6DEEB"/>
                </a:solidFill>
              </a:rPr>
              <a:t> </a:t>
            </a:r>
            <a:r>
              <a:rPr lang="en-US">
                <a:solidFill>
                  <a:srgbClr val="C792EA"/>
                </a:solidFill>
              </a:rPr>
              <a:t>()</a:t>
            </a:r>
            <a:r>
              <a:rPr lang="en-US">
                <a:solidFill>
                  <a:srgbClr val="D6DEEB"/>
                </a:solidFill>
              </a:rPr>
              <a:t> </a:t>
            </a:r>
            <a:r>
              <a:rPr lang="en-US">
                <a:solidFill>
                  <a:srgbClr val="7FDBCA"/>
                </a:solidFill>
              </a:rPr>
              <a:t>=&gt;</a:t>
            </a:r>
            <a:r>
              <a:rPr lang="en-US">
                <a:solidFill>
                  <a:srgbClr val="D6DEEB"/>
                </a:solidFill>
              </a:rPr>
              <a:t> </a:t>
            </a:r>
            <a:r>
              <a:rPr lang="en-US">
                <a:solidFill>
                  <a:srgbClr val="C792EA"/>
                </a:solidFill>
              </a:rPr>
              <a:t>{</a:t>
            </a:r>
            <a:endParaRPr>
              <a:solidFill>
                <a:srgbClr val="D6DEEB"/>
              </a:solidFill>
            </a:endParaRPr>
          </a:p>
          <a:p>
            <a:pPr indent="0" lvl="0" marL="0" rtl="0" algn="l">
              <a:spcBef>
                <a:spcPts val="0"/>
              </a:spcBef>
              <a:spcAft>
                <a:spcPts val="0"/>
              </a:spcAft>
              <a:buNone/>
            </a:pPr>
            <a:r>
              <a:rPr lang="en-US">
                <a:solidFill>
                  <a:srgbClr val="7FDBCA"/>
                </a:solidFill>
              </a:rPr>
              <a:t>return</a:t>
            </a:r>
            <a:r>
              <a:rPr lang="en-US">
                <a:solidFill>
                  <a:srgbClr val="D6DEEB"/>
                </a:solidFill>
              </a:rPr>
              <a:t> </a:t>
            </a:r>
            <a:r>
              <a:rPr lang="en-US">
                <a:solidFill>
                  <a:srgbClr val="C792EA"/>
                </a:solidFill>
              </a:rPr>
              <a:t>(</a:t>
            </a:r>
            <a:endParaRPr>
              <a:solidFill>
                <a:srgbClr val="D6DEEB"/>
              </a:solidFill>
            </a:endParaRPr>
          </a:p>
          <a:p>
            <a:pPr indent="0" lvl="0" marL="0" rtl="0" algn="l">
              <a:spcBef>
                <a:spcPts val="0"/>
              </a:spcBef>
              <a:spcAft>
                <a:spcPts val="0"/>
              </a:spcAft>
              <a:buNone/>
            </a:pPr>
            <a:r>
              <a:rPr lang="en-US">
                <a:solidFill>
                  <a:srgbClr val="7FDBCA"/>
                </a:solidFill>
              </a:rPr>
              <a:t>&lt;&gt;</a:t>
            </a:r>
            <a:endParaRPr>
              <a:solidFill>
                <a:srgbClr val="D6DEEB"/>
              </a:solidFill>
            </a:endParaRPr>
          </a:p>
          <a:p>
            <a:pPr indent="0" lvl="0" marL="0" rtl="0" algn="l">
              <a:spcBef>
                <a:spcPts val="0"/>
              </a:spcBef>
              <a:spcAft>
                <a:spcPts val="0"/>
              </a:spcAft>
              <a:buNone/>
            </a:pPr>
            <a:r>
              <a:rPr lang="en-US">
                <a:solidFill>
                  <a:srgbClr val="7FDBCA"/>
                </a:solidFill>
              </a:rPr>
              <a:t>&lt;</a:t>
            </a:r>
            <a:r>
              <a:rPr lang="en-US">
                <a:solidFill>
                  <a:srgbClr val="D6DEEB"/>
                </a:solidFill>
              </a:rPr>
              <a:t>Routes</a:t>
            </a:r>
            <a:r>
              <a:rPr lang="en-US">
                <a:solidFill>
                  <a:srgbClr val="7FDBCA"/>
                </a:solidFill>
              </a:rPr>
              <a:t>&gt;</a:t>
            </a:r>
            <a:endParaRPr>
              <a:solidFill>
                <a:srgbClr val="D6DEEB"/>
              </a:solidFill>
            </a:endParaRPr>
          </a:p>
          <a:p>
            <a:pPr indent="0" lvl="0" marL="0" rtl="0" algn="l">
              <a:spcBef>
                <a:spcPts val="0"/>
              </a:spcBef>
              <a:spcAft>
                <a:spcPts val="0"/>
              </a:spcAft>
              <a:buNone/>
            </a:pPr>
            <a:r>
              <a:rPr i="1" lang="en-US">
                <a:solidFill>
                  <a:srgbClr val="637777"/>
                </a:solidFill>
              </a:rPr>
              <a:t>// ...</a:t>
            </a:r>
            <a:endParaRPr>
              <a:solidFill>
                <a:srgbClr val="D6DEEB"/>
              </a:solidFill>
            </a:endParaRPr>
          </a:p>
          <a:p>
            <a:pPr indent="0" lvl="0" marL="0" rtl="0" algn="l">
              <a:spcBef>
                <a:spcPts val="0"/>
              </a:spcBef>
              <a:spcAft>
                <a:spcPts val="0"/>
              </a:spcAft>
              <a:buNone/>
            </a:pPr>
            <a:r>
              <a:rPr lang="en-US">
                <a:solidFill>
                  <a:srgbClr val="7FDBCA"/>
                </a:solidFill>
              </a:rPr>
              <a:t>&lt;</a:t>
            </a:r>
            <a:r>
              <a:rPr lang="en-US">
                <a:solidFill>
                  <a:srgbClr val="D6DEEB"/>
                </a:solidFill>
              </a:rPr>
              <a:t>Route path</a:t>
            </a:r>
            <a:r>
              <a:rPr lang="en-US">
                <a:solidFill>
                  <a:srgbClr val="7FDBCA"/>
                </a:solidFill>
              </a:rPr>
              <a:t>=</a:t>
            </a:r>
            <a:r>
              <a:rPr lang="en-US">
                <a:solidFill>
                  <a:srgbClr val="ADDB67"/>
                </a:solidFill>
              </a:rPr>
              <a:t>"*"</a:t>
            </a:r>
            <a:r>
              <a:rPr lang="en-US">
                <a:solidFill>
                  <a:srgbClr val="D6DEEB"/>
                </a:solidFill>
              </a:rPr>
              <a:t> element</a:t>
            </a:r>
            <a:r>
              <a:rPr lang="en-US">
                <a:solidFill>
                  <a:srgbClr val="7FDBCA"/>
                </a:solidFill>
              </a:rPr>
              <a:t>=</a:t>
            </a:r>
            <a:r>
              <a:rPr lang="en-US">
                <a:solidFill>
                  <a:srgbClr val="C792EA"/>
                </a:solidFill>
              </a:rPr>
              <a:t>{</a:t>
            </a:r>
            <a:r>
              <a:rPr lang="en-US">
                <a:solidFill>
                  <a:srgbClr val="7FDBCA"/>
                </a:solidFill>
              </a:rPr>
              <a:t>&lt;</a:t>
            </a:r>
            <a:r>
              <a:rPr lang="en-US">
                <a:solidFill>
                  <a:srgbClr val="D6DEEB"/>
                </a:solidFill>
              </a:rPr>
              <a:t>NoMatch </a:t>
            </a:r>
            <a:r>
              <a:rPr lang="en-US">
                <a:solidFill>
                  <a:srgbClr val="7FDBCA"/>
                </a:solidFill>
              </a:rPr>
              <a:t>/&gt;</a:t>
            </a:r>
            <a:r>
              <a:rPr lang="en-US">
                <a:solidFill>
                  <a:srgbClr val="C792EA"/>
                </a:solidFill>
              </a:rPr>
              <a:t>}</a:t>
            </a:r>
            <a:r>
              <a:rPr lang="en-US">
                <a:solidFill>
                  <a:srgbClr val="D6DEEB"/>
                </a:solidFill>
              </a:rPr>
              <a:t> </a:t>
            </a:r>
            <a:r>
              <a:rPr lang="en-US">
                <a:solidFill>
                  <a:srgbClr val="7FDBCA"/>
                </a:solidFill>
              </a:rPr>
              <a:t>/&gt;</a:t>
            </a:r>
            <a:endParaRPr>
              <a:solidFill>
                <a:srgbClr val="D6DEEB"/>
              </a:solidFill>
            </a:endParaRPr>
          </a:p>
          <a:p>
            <a:pPr indent="0" lvl="0" marL="0" rtl="0" algn="l">
              <a:spcBef>
                <a:spcPts val="0"/>
              </a:spcBef>
              <a:spcAft>
                <a:spcPts val="0"/>
              </a:spcAft>
              <a:buNone/>
            </a:pPr>
            <a:r>
              <a:rPr lang="en-US">
                <a:solidFill>
                  <a:srgbClr val="7FDBCA"/>
                </a:solidFill>
              </a:rPr>
              <a:t>&lt;/</a:t>
            </a:r>
            <a:r>
              <a:rPr lang="en-US">
                <a:solidFill>
                  <a:srgbClr val="D6DEEB"/>
                </a:solidFill>
              </a:rPr>
              <a:t>Routes</a:t>
            </a:r>
            <a:r>
              <a:rPr lang="en-US">
                <a:solidFill>
                  <a:srgbClr val="7FDBCA"/>
                </a:solidFill>
              </a:rPr>
              <a:t>&gt;</a:t>
            </a:r>
            <a:endParaRPr>
              <a:solidFill>
                <a:srgbClr val="D6DEEB"/>
              </a:solidFill>
            </a:endParaRPr>
          </a:p>
          <a:p>
            <a:pPr indent="0" lvl="0" marL="0" rtl="0" algn="l">
              <a:spcBef>
                <a:spcPts val="0"/>
              </a:spcBef>
              <a:spcAft>
                <a:spcPts val="0"/>
              </a:spcAft>
              <a:buNone/>
            </a:pPr>
            <a:r>
              <a:rPr lang="en-US">
                <a:solidFill>
                  <a:srgbClr val="7FDBCA"/>
                </a:solidFill>
              </a:rPr>
              <a:t>&lt;/&gt;</a:t>
            </a:r>
            <a:endParaRPr>
              <a:solidFill>
                <a:srgbClr val="D6DEEB"/>
              </a:solidFill>
            </a:endParaRPr>
          </a:p>
          <a:p>
            <a:pPr indent="0" lvl="0" marL="0" rtl="0" algn="l">
              <a:spcBef>
                <a:spcPts val="0"/>
              </a:spcBef>
              <a:spcAft>
                <a:spcPts val="0"/>
              </a:spcAft>
              <a:buNone/>
            </a:pPr>
            <a:r>
              <a:rPr lang="en-US">
                <a:solidFill>
                  <a:srgbClr val="C792EA"/>
                </a:solidFill>
              </a:rPr>
              <a:t>);</a:t>
            </a:r>
            <a:endParaRPr>
              <a:solidFill>
                <a:srgbClr val="D6DEEB"/>
              </a:solidFill>
            </a:endParaRPr>
          </a:p>
          <a:p>
            <a:pPr indent="0" lvl="0" marL="0" rtl="0" algn="l">
              <a:spcBef>
                <a:spcPts val="0"/>
              </a:spcBef>
              <a:spcAft>
                <a:spcPts val="0"/>
              </a:spcAft>
              <a:buNone/>
            </a:pPr>
            <a:r>
              <a:rPr lang="en-US">
                <a:solidFill>
                  <a:srgbClr val="C792EA"/>
                </a:solidFill>
              </a:rPr>
              <a:t>};</a:t>
            </a:r>
            <a:endParaRPr>
              <a:solidFill>
                <a:srgbClr val="D6DEEB"/>
              </a:solidFill>
            </a:endParaRPr>
          </a:p>
          <a:p>
            <a:pPr indent="0" lvl="0" marL="0" rtl="0" algn="l">
              <a:spcBef>
                <a:spcPts val="0"/>
              </a:spcBef>
              <a:spcAft>
                <a:spcPts val="0"/>
              </a:spcAft>
              <a:buNone/>
            </a:pPr>
            <a:r>
              <a:rPr lang="en-US">
                <a:solidFill>
                  <a:srgbClr val="7FDBCA"/>
                </a:solidFill>
              </a:rPr>
              <a:t>export</a:t>
            </a:r>
            <a:r>
              <a:rPr lang="en-US">
                <a:solidFill>
                  <a:srgbClr val="D6DEEB"/>
                </a:solidFill>
              </a:rPr>
              <a:t> </a:t>
            </a:r>
            <a:r>
              <a:rPr lang="en-US">
                <a:solidFill>
                  <a:srgbClr val="7FDBCA"/>
                </a:solidFill>
              </a:rPr>
              <a:t>default</a:t>
            </a:r>
            <a:r>
              <a:rPr lang="en-US">
                <a:solidFill>
                  <a:srgbClr val="D6DEEB"/>
                </a:solidFill>
              </a:rPr>
              <a:t> App</a:t>
            </a:r>
            <a:r>
              <a:rPr lang="en-US">
                <a:solidFill>
                  <a:srgbClr val="C792EA"/>
                </a:solidFill>
              </a:rPr>
              <a:t>;</a:t>
            </a:r>
            <a:endParaRPr>
              <a:solidFill>
                <a:srgbClr val="D6DEEB"/>
              </a:solidFill>
            </a:endParaRPr>
          </a:p>
          <a:p>
            <a:pPr indent="0" lvl="0" marL="0" rtl="0" algn="l">
              <a:spcBef>
                <a:spcPts val="0"/>
              </a:spcBef>
              <a:spcAft>
                <a:spcPts val="0"/>
              </a:spcAft>
              <a:buNone/>
            </a:pPr>
            <a:r>
              <a:rPr b="0" i="0" lang="en-US">
                <a:solidFill>
                  <a:srgbClr val="2D3A5F"/>
                </a:solidFill>
                <a:latin typeface="Arial"/>
                <a:ea typeface="Arial"/>
                <a:cs typeface="Arial"/>
                <a:sym typeface="Arial"/>
              </a:rPr>
              <a:t>In the preceding code, we created a route with the path </a:t>
            </a:r>
            <a:r>
              <a:rPr lang="en-US"/>
              <a:t>*</a:t>
            </a:r>
            <a:r>
              <a:rPr b="0" i="0" lang="en-US">
                <a:solidFill>
                  <a:srgbClr val="2D3A5F"/>
                </a:solidFill>
                <a:latin typeface="Arial"/>
                <a:ea typeface="Arial"/>
                <a:cs typeface="Arial"/>
                <a:sym typeface="Arial"/>
              </a:rPr>
              <a:t> to get all non-configured paths and assign them to the attached component.</a:t>
            </a:r>
            <a:endParaRPr/>
          </a:p>
        </p:txBody>
      </p:sp>
      <p:sp>
        <p:nvSpPr>
          <p:cNvPr id="267" name="Google Shape;26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38ebdf68dd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g338ebdf68dd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import React  from 'react'</a:t>
            </a:r>
            <a:endParaRPr b="1"/>
          </a:p>
          <a:p>
            <a:pPr indent="0" lvl="0" marL="0" rtl="0" algn="l">
              <a:spcBef>
                <a:spcPts val="0"/>
              </a:spcBef>
              <a:spcAft>
                <a:spcPts val="0"/>
              </a:spcAft>
              <a:buNone/>
            </a:pPr>
            <a:r>
              <a:rPr b="1" lang="en-US"/>
              <a:t>import {createBrowserRouter, RouterProvider, Link, Outlet} from 'react-router-dom'</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US"/>
              <a:t>import './App.css'</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US"/>
              <a:t>function ErrorPage(){</a:t>
            </a:r>
            <a:endParaRPr b="1"/>
          </a:p>
          <a:p>
            <a:pPr indent="0" lvl="0" marL="0" rtl="0" algn="l">
              <a:spcBef>
                <a:spcPts val="0"/>
              </a:spcBef>
              <a:spcAft>
                <a:spcPts val="0"/>
              </a:spcAft>
              <a:buNone/>
            </a:pPr>
            <a:r>
              <a:rPr b="1" lang="en-US"/>
              <a:t>  return (</a:t>
            </a:r>
            <a:endParaRPr b="1"/>
          </a:p>
          <a:p>
            <a:pPr indent="0" lvl="0" marL="0" rtl="0" algn="l">
              <a:spcBef>
                <a:spcPts val="0"/>
              </a:spcBef>
              <a:spcAft>
                <a:spcPts val="0"/>
              </a:spcAft>
              <a:buNone/>
            </a:pPr>
            <a:r>
              <a:rPr b="1" lang="en-US"/>
              <a:t>    &lt;div&gt;</a:t>
            </a:r>
            <a:endParaRPr b="1"/>
          </a:p>
          <a:p>
            <a:pPr indent="0" lvl="0" marL="0" rtl="0" algn="l">
              <a:spcBef>
                <a:spcPts val="0"/>
              </a:spcBef>
              <a:spcAft>
                <a:spcPts val="0"/>
              </a:spcAft>
              <a:buNone/>
            </a:pPr>
            <a:r>
              <a:rPr b="1" lang="en-US"/>
              <a:t>      &lt;MainNavigation /&gt;</a:t>
            </a:r>
            <a:endParaRPr b="1"/>
          </a:p>
          <a:p>
            <a:pPr indent="0" lvl="0" marL="0" rtl="0" algn="l">
              <a:spcBef>
                <a:spcPts val="0"/>
              </a:spcBef>
              <a:spcAft>
                <a:spcPts val="0"/>
              </a:spcAft>
              <a:buNone/>
            </a:pPr>
            <a:r>
              <a:rPr b="1" lang="en-US"/>
              <a:t>      &lt;h1&gt;404 Page Not Found!&lt;/h1&gt;</a:t>
            </a:r>
            <a:endParaRPr b="1"/>
          </a:p>
          <a:p>
            <a:pPr indent="0" lvl="0" marL="0" rtl="0" algn="l">
              <a:spcBef>
                <a:spcPts val="0"/>
              </a:spcBef>
              <a:spcAft>
                <a:spcPts val="0"/>
              </a:spcAft>
              <a:buNone/>
            </a:pPr>
            <a:r>
              <a:rPr b="1" lang="en-US"/>
              <a:t>    &lt;/div&gt;</a:t>
            </a:r>
            <a:endParaRPr b="1"/>
          </a:p>
          <a:p>
            <a:pPr indent="0" lvl="0" marL="0" rtl="0" algn="l">
              <a:spcBef>
                <a:spcPts val="0"/>
              </a:spcBef>
              <a:spcAft>
                <a:spcPts val="0"/>
              </a:spcAft>
              <a:buNone/>
            </a:pPr>
            <a:r>
              <a:rPr b="1" lang="en-US"/>
              <a:t>  )</a:t>
            </a:r>
            <a:endParaRPr b="1"/>
          </a:p>
          <a:p>
            <a:pPr indent="0" lvl="0" marL="0" rtl="0" algn="l">
              <a:spcBef>
                <a:spcPts val="0"/>
              </a:spcBef>
              <a:spcAft>
                <a:spcPts val="0"/>
              </a:spcAft>
              <a:buNone/>
            </a:pPr>
            <a:r>
              <a:rPr b="1" lang="en-US"/>
              <a:t>}</a:t>
            </a:r>
            <a:endParaRPr b="1"/>
          </a:p>
          <a:p>
            <a:pPr indent="0" lvl="0" marL="0" rtl="0" algn="l">
              <a:spcBef>
                <a:spcPts val="0"/>
              </a:spcBef>
              <a:spcAft>
                <a:spcPts val="0"/>
              </a:spcAft>
              <a:buNone/>
            </a:pPr>
            <a:r>
              <a:rPr b="1" lang="en-US"/>
              <a:t>function MainNavigation(){</a:t>
            </a:r>
            <a:endParaRPr b="1"/>
          </a:p>
          <a:p>
            <a:pPr indent="0" lvl="0" marL="0" rtl="0" algn="l">
              <a:spcBef>
                <a:spcPts val="0"/>
              </a:spcBef>
              <a:spcAft>
                <a:spcPts val="0"/>
              </a:spcAft>
              <a:buNone/>
            </a:pPr>
            <a:r>
              <a:rPr b="1" lang="en-US"/>
              <a:t>  return (</a:t>
            </a:r>
            <a:endParaRPr b="1"/>
          </a:p>
          <a:p>
            <a:pPr indent="0" lvl="0" marL="0" rtl="0" algn="l">
              <a:spcBef>
                <a:spcPts val="0"/>
              </a:spcBef>
              <a:spcAft>
                <a:spcPts val="0"/>
              </a:spcAft>
              <a:buNone/>
            </a:pPr>
            <a:r>
              <a:rPr b="1" lang="en-US"/>
              <a:t>    &lt;header&gt;</a:t>
            </a:r>
            <a:endParaRPr b="1"/>
          </a:p>
          <a:p>
            <a:pPr indent="0" lvl="0" marL="0" rtl="0" algn="l">
              <a:spcBef>
                <a:spcPts val="0"/>
              </a:spcBef>
              <a:spcAft>
                <a:spcPts val="0"/>
              </a:spcAft>
              <a:buNone/>
            </a:pPr>
            <a:r>
              <a:rPr b="1" lang="en-US"/>
              <a:t>      &lt;nav&gt;</a:t>
            </a:r>
            <a:endParaRPr b="1"/>
          </a:p>
          <a:p>
            <a:pPr indent="0" lvl="0" marL="0" rtl="0" algn="l">
              <a:spcBef>
                <a:spcPts val="0"/>
              </a:spcBef>
              <a:spcAft>
                <a:spcPts val="0"/>
              </a:spcAft>
              <a:buNone/>
            </a:pPr>
            <a:r>
              <a:rPr b="1" lang="en-US"/>
              <a:t>        &lt;ul&gt;</a:t>
            </a:r>
            <a:endParaRPr b="1"/>
          </a:p>
          <a:p>
            <a:pPr indent="0" lvl="0" marL="0" rtl="0" algn="l">
              <a:spcBef>
                <a:spcPts val="0"/>
              </a:spcBef>
              <a:spcAft>
                <a:spcPts val="0"/>
              </a:spcAft>
              <a:buNone/>
            </a:pPr>
            <a:r>
              <a:rPr b="1" lang="en-US"/>
              <a:t>          &lt;li&gt;</a:t>
            </a:r>
            <a:endParaRPr b="1"/>
          </a:p>
          <a:p>
            <a:pPr indent="0" lvl="0" marL="0" rtl="0" algn="l">
              <a:spcBef>
                <a:spcPts val="0"/>
              </a:spcBef>
              <a:spcAft>
                <a:spcPts val="0"/>
              </a:spcAft>
              <a:buNone/>
            </a:pPr>
            <a:r>
              <a:rPr b="1" lang="en-US"/>
              <a:t>            &lt;Link to="/"&gt;Home&lt;/Link&gt;</a:t>
            </a:r>
            <a:endParaRPr b="1"/>
          </a:p>
          <a:p>
            <a:pPr indent="0" lvl="0" marL="0" rtl="0" algn="l">
              <a:spcBef>
                <a:spcPts val="0"/>
              </a:spcBef>
              <a:spcAft>
                <a:spcPts val="0"/>
              </a:spcAft>
              <a:buNone/>
            </a:pPr>
            <a:r>
              <a:rPr b="1" lang="en-US"/>
              <a:t>          &lt;/li&gt;</a:t>
            </a:r>
            <a:endParaRPr b="1"/>
          </a:p>
          <a:p>
            <a:pPr indent="0" lvl="0" marL="0" rtl="0" algn="l">
              <a:spcBef>
                <a:spcPts val="0"/>
              </a:spcBef>
              <a:spcAft>
                <a:spcPts val="0"/>
              </a:spcAft>
              <a:buNone/>
            </a:pPr>
            <a:r>
              <a:rPr b="1" lang="en-US"/>
              <a:t>          &lt;li&gt;</a:t>
            </a:r>
            <a:endParaRPr b="1"/>
          </a:p>
          <a:p>
            <a:pPr indent="0" lvl="0" marL="0" rtl="0" algn="l">
              <a:spcBef>
                <a:spcPts val="0"/>
              </a:spcBef>
              <a:spcAft>
                <a:spcPts val="0"/>
              </a:spcAft>
              <a:buNone/>
            </a:pPr>
            <a:r>
              <a:rPr b="1" lang="en-US"/>
              <a:t>            &lt;Link to="/product"&gt;Product&lt;/Link&gt;</a:t>
            </a:r>
            <a:endParaRPr b="1"/>
          </a:p>
          <a:p>
            <a:pPr indent="0" lvl="0" marL="0" rtl="0" algn="l">
              <a:spcBef>
                <a:spcPts val="0"/>
              </a:spcBef>
              <a:spcAft>
                <a:spcPts val="0"/>
              </a:spcAft>
              <a:buNone/>
            </a:pPr>
            <a:r>
              <a:rPr b="1" lang="en-US"/>
              <a:t>          &lt;/li&gt;</a:t>
            </a:r>
            <a:endParaRPr b="1"/>
          </a:p>
          <a:p>
            <a:pPr indent="0" lvl="0" marL="0" rtl="0" algn="l">
              <a:spcBef>
                <a:spcPts val="0"/>
              </a:spcBef>
              <a:spcAft>
                <a:spcPts val="0"/>
              </a:spcAft>
              <a:buNone/>
            </a:pPr>
            <a:r>
              <a:rPr b="1" lang="en-US"/>
              <a:t>        &lt;/ul&gt;</a:t>
            </a:r>
            <a:endParaRPr b="1"/>
          </a:p>
          <a:p>
            <a:pPr indent="0" lvl="0" marL="0" rtl="0" algn="l">
              <a:spcBef>
                <a:spcPts val="0"/>
              </a:spcBef>
              <a:spcAft>
                <a:spcPts val="0"/>
              </a:spcAft>
              <a:buNone/>
            </a:pPr>
            <a:r>
              <a:rPr b="1" lang="en-US"/>
              <a:t>      &lt;/nav&gt;</a:t>
            </a:r>
            <a:endParaRPr b="1"/>
          </a:p>
          <a:p>
            <a:pPr indent="0" lvl="0" marL="0" rtl="0" algn="l">
              <a:spcBef>
                <a:spcPts val="0"/>
              </a:spcBef>
              <a:spcAft>
                <a:spcPts val="0"/>
              </a:spcAft>
              <a:buNone/>
            </a:pPr>
            <a:r>
              <a:rPr b="1" lang="en-US"/>
              <a:t>    &lt;/header&gt;</a:t>
            </a:r>
            <a:endParaRPr b="1"/>
          </a:p>
          <a:p>
            <a:pPr indent="0" lvl="0" marL="0" rtl="0" algn="l">
              <a:spcBef>
                <a:spcPts val="0"/>
              </a:spcBef>
              <a:spcAft>
                <a:spcPts val="0"/>
              </a:spcAft>
              <a:buNone/>
            </a:pPr>
            <a:r>
              <a:rPr b="1" lang="en-US"/>
              <a:t>  )</a:t>
            </a:r>
            <a:endParaRPr b="1"/>
          </a:p>
          <a:p>
            <a:pPr indent="0" lvl="0" marL="0" rtl="0" algn="l">
              <a:spcBef>
                <a:spcPts val="0"/>
              </a:spcBef>
              <a:spcAft>
                <a:spcPts val="0"/>
              </a:spcAft>
              <a:buNone/>
            </a:pPr>
            <a:r>
              <a:rPr b="1" lang="en-US"/>
              <a:t>}</a:t>
            </a:r>
            <a:endParaRPr b="1"/>
          </a:p>
          <a:p>
            <a:pPr indent="0" lvl="0" marL="0" rtl="0" algn="l">
              <a:spcBef>
                <a:spcPts val="0"/>
              </a:spcBef>
              <a:spcAft>
                <a:spcPts val="0"/>
              </a:spcAft>
              <a:buNone/>
            </a:pPr>
            <a:r>
              <a:rPr b="1" lang="en-US"/>
              <a:t>function Home() {</a:t>
            </a:r>
            <a:endParaRPr b="1"/>
          </a:p>
          <a:p>
            <a:pPr indent="0" lvl="0" marL="0" rtl="0" algn="l">
              <a:spcBef>
                <a:spcPts val="0"/>
              </a:spcBef>
              <a:spcAft>
                <a:spcPts val="0"/>
              </a:spcAft>
              <a:buNone/>
            </a:pPr>
            <a:r>
              <a:rPr b="1" lang="en-US"/>
              <a:t>  return (</a:t>
            </a:r>
            <a:endParaRPr b="1"/>
          </a:p>
          <a:p>
            <a:pPr indent="0" lvl="0" marL="0" rtl="0" algn="l">
              <a:spcBef>
                <a:spcPts val="0"/>
              </a:spcBef>
              <a:spcAft>
                <a:spcPts val="0"/>
              </a:spcAft>
              <a:buNone/>
            </a:pPr>
            <a:r>
              <a:rPr b="1" lang="en-US"/>
              <a:t>    &lt;div&gt;</a:t>
            </a:r>
            <a:endParaRPr b="1"/>
          </a:p>
          <a:p>
            <a:pPr indent="0" lvl="0" marL="0" rtl="0" algn="l">
              <a:spcBef>
                <a:spcPts val="0"/>
              </a:spcBef>
              <a:spcAft>
                <a:spcPts val="0"/>
              </a:spcAft>
              <a:buNone/>
            </a:pPr>
            <a:r>
              <a:rPr b="1" lang="en-US"/>
              <a:t>      &lt;h1&gt;My Home Page&lt;/h1&gt;</a:t>
            </a:r>
            <a:endParaRPr b="1"/>
          </a:p>
          <a:p>
            <a:pPr indent="0" lvl="0" marL="0" rtl="0" algn="l">
              <a:spcBef>
                <a:spcPts val="0"/>
              </a:spcBef>
              <a:spcAft>
                <a:spcPts val="0"/>
              </a:spcAft>
              <a:buNone/>
            </a:pPr>
            <a:r>
              <a:rPr b="1" lang="en-US"/>
              <a:t>    &lt;/div&gt;</a:t>
            </a:r>
            <a:endParaRPr b="1"/>
          </a:p>
          <a:p>
            <a:pPr indent="0" lvl="0" marL="0" rtl="0" algn="l">
              <a:spcBef>
                <a:spcPts val="0"/>
              </a:spcBef>
              <a:spcAft>
                <a:spcPts val="0"/>
              </a:spcAft>
              <a:buNone/>
            </a:pPr>
            <a:r>
              <a:rPr b="1" lang="en-US"/>
              <a:t>  )</a:t>
            </a:r>
            <a:endParaRPr b="1"/>
          </a:p>
          <a:p>
            <a:pPr indent="0" lvl="0" marL="0" rtl="0" algn="l">
              <a:spcBef>
                <a:spcPts val="0"/>
              </a:spcBef>
              <a:spcAft>
                <a:spcPts val="0"/>
              </a:spcAft>
              <a:buNone/>
            </a:pPr>
            <a:r>
              <a:rPr b="1" lang="en-US"/>
              <a:t>}</a:t>
            </a:r>
            <a:endParaRPr b="1"/>
          </a:p>
          <a:p>
            <a:pPr indent="0" lvl="0" marL="0" rtl="0" algn="l">
              <a:spcBef>
                <a:spcPts val="0"/>
              </a:spcBef>
              <a:spcAft>
                <a:spcPts val="0"/>
              </a:spcAft>
              <a:buNone/>
            </a:pPr>
            <a:r>
              <a:rPr b="1" lang="en-US"/>
              <a:t>function Product() {</a:t>
            </a:r>
            <a:endParaRPr b="1"/>
          </a:p>
          <a:p>
            <a:pPr indent="0" lvl="0" marL="0" rtl="0" algn="l">
              <a:spcBef>
                <a:spcPts val="0"/>
              </a:spcBef>
              <a:spcAft>
                <a:spcPts val="0"/>
              </a:spcAft>
              <a:buNone/>
            </a:pPr>
            <a:r>
              <a:rPr b="1" lang="en-US"/>
              <a:t>  return (</a:t>
            </a:r>
            <a:endParaRPr b="1"/>
          </a:p>
          <a:p>
            <a:pPr indent="0" lvl="0" marL="0" rtl="0" algn="l">
              <a:spcBef>
                <a:spcPts val="0"/>
              </a:spcBef>
              <a:spcAft>
                <a:spcPts val="0"/>
              </a:spcAft>
              <a:buNone/>
            </a:pPr>
            <a:r>
              <a:rPr b="1" lang="en-US"/>
              <a:t>    &lt;div&gt;</a:t>
            </a:r>
            <a:endParaRPr b="1"/>
          </a:p>
          <a:p>
            <a:pPr indent="0" lvl="0" marL="0" rtl="0" algn="l">
              <a:spcBef>
                <a:spcPts val="0"/>
              </a:spcBef>
              <a:spcAft>
                <a:spcPts val="0"/>
              </a:spcAft>
              <a:buNone/>
            </a:pPr>
            <a:r>
              <a:rPr b="1" lang="en-US"/>
              <a:t>      &lt;h1&gt;Product Page!&lt;/h1&gt;</a:t>
            </a:r>
            <a:endParaRPr b="1"/>
          </a:p>
          <a:p>
            <a:pPr indent="0" lvl="0" marL="0" rtl="0" algn="l">
              <a:spcBef>
                <a:spcPts val="0"/>
              </a:spcBef>
              <a:spcAft>
                <a:spcPts val="0"/>
              </a:spcAft>
              <a:buNone/>
            </a:pPr>
            <a:r>
              <a:rPr b="1" lang="en-US"/>
              <a:t>    &lt;/div&gt;</a:t>
            </a:r>
            <a:endParaRPr b="1"/>
          </a:p>
          <a:p>
            <a:pPr indent="0" lvl="0" marL="0" rtl="0" algn="l">
              <a:spcBef>
                <a:spcPts val="0"/>
              </a:spcBef>
              <a:spcAft>
                <a:spcPts val="0"/>
              </a:spcAft>
              <a:buNone/>
            </a:pPr>
            <a:r>
              <a:rPr b="1" lang="en-US"/>
              <a:t>  )</a:t>
            </a:r>
            <a:endParaRPr b="1"/>
          </a:p>
          <a:p>
            <a:pPr indent="0" lvl="0" marL="0" rtl="0" algn="l">
              <a:spcBef>
                <a:spcPts val="0"/>
              </a:spcBef>
              <a:spcAft>
                <a:spcPts val="0"/>
              </a:spcAft>
              <a:buNone/>
            </a:pPr>
            <a:r>
              <a:rPr b="1" lang="en-US"/>
              <a:t>}</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US"/>
              <a:t>function RootLayout(){</a:t>
            </a:r>
            <a:endParaRPr b="1"/>
          </a:p>
          <a:p>
            <a:pPr indent="0" lvl="0" marL="0" rtl="0" algn="l">
              <a:spcBef>
                <a:spcPts val="0"/>
              </a:spcBef>
              <a:spcAft>
                <a:spcPts val="0"/>
              </a:spcAft>
              <a:buNone/>
            </a:pPr>
            <a:r>
              <a:rPr b="1" lang="en-US"/>
              <a:t>  console.log('====================================');</a:t>
            </a:r>
            <a:endParaRPr b="1"/>
          </a:p>
          <a:p>
            <a:pPr indent="0" lvl="0" marL="0" rtl="0" algn="l">
              <a:spcBef>
                <a:spcPts val="0"/>
              </a:spcBef>
              <a:spcAft>
                <a:spcPts val="0"/>
              </a:spcAft>
              <a:buNone/>
            </a:pPr>
            <a:r>
              <a:rPr b="1" lang="en-US"/>
              <a:t>  console.log('Root Layout!');</a:t>
            </a:r>
            <a:endParaRPr b="1"/>
          </a:p>
          <a:p>
            <a:pPr indent="0" lvl="0" marL="0" rtl="0" algn="l">
              <a:spcBef>
                <a:spcPts val="0"/>
              </a:spcBef>
              <a:spcAft>
                <a:spcPts val="0"/>
              </a:spcAft>
              <a:buNone/>
            </a:pPr>
            <a:r>
              <a:rPr b="1" lang="en-US"/>
              <a:t>  console.log('====================================');</a:t>
            </a:r>
            <a:endParaRPr b="1"/>
          </a:p>
          <a:p>
            <a:pPr indent="0" lvl="0" marL="0" rtl="0" algn="l">
              <a:spcBef>
                <a:spcPts val="0"/>
              </a:spcBef>
              <a:spcAft>
                <a:spcPts val="0"/>
              </a:spcAft>
              <a:buNone/>
            </a:pPr>
            <a:r>
              <a:rPr b="1" lang="en-US"/>
              <a:t>  return (</a:t>
            </a:r>
            <a:endParaRPr b="1"/>
          </a:p>
          <a:p>
            <a:pPr indent="0" lvl="0" marL="0" rtl="0" algn="l">
              <a:spcBef>
                <a:spcPts val="0"/>
              </a:spcBef>
              <a:spcAft>
                <a:spcPts val="0"/>
              </a:spcAft>
              <a:buNone/>
            </a:pPr>
            <a:r>
              <a:rPr b="1" lang="en-US"/>
              <a:t>    &lt;div&gt;</a:t>
            </a:r>
            <a:endParaRPr b="1"/>
          </a:p>
          <a:p>
            <a:pPr indent="0" lvl="0" marL="0" rtl="0" algn="l">
              <a:spcBef>
                <a:spcPts val="0"/>
              </a:spcBef>
              <a:spcAft>
                <a:spcPts val="0"/>
              </a:spcAft>
              <a:buNone/>
            </a:pPr>
            <a:r>
              <a:rPr b="1" lang="en-US"/>
              <a:t>      &lt;p&gt;Root Layout!&lt;/p&gt;</a:t>
            </a:r>
            <a:endParaRPr b="1"/>
          </a:p>
          <a:p>
            <a:pPr indent="0" lvl="0" marL="0" rtl="0" algn="l">
              <a:spcBef>
                <a:spcPts val="0"/>
              </a:spcBef>
              <a:spcAft>
                <a:spcPts val="0"/>
              </a:spcAft>
              <a:buNone/>
            </a:pPr>
            <a:r>
              <a:rPr b="1" lang="en-US"/>
              <a:t>      &lt;MainNavigation /&gt;</a:t>
            </a:r>
            <a:endParaRPr b="1"/>
          </a:p>
          <a:p>
            <a:pPr indent="0" lvl="0" marL="0" rtl="0" algn="l">
              <a:spcBef>
                <a:spcPts val="0"/>
              </a:spcBef>
              <a:spcAft>
                <a:spcPts val="0"/>
              </a:spcAft>
              <a:buNone/>
            </a:pPr>
            <a:r>
              <a:rPr b="1" lang="en-US"/>
              <a:t>      &lt;Outlet /&gt;</a:t>
            </a:r>
            <a:endParaRPr b="1"/>
          </a:p>
          <a:p>
            <a:pPr indent="0" lvl="0" marL="0" rtl="0" algn="l">
              <a:spcBef>
                <a:spcPts val="0"/>
              </a:spcBef>
              <a:spcAft>
                <a:spcPts val="0"/>
              </a:spcAft>
              <a:buNone/>
            </a:pPr>
            <a:r>
              <a:rPr b="1" lang="en-US"/>
              <a:t>    &lt;/div&gt;</a:t>
            </a:r>
            <a:endParaRPr b="1"/>
          </a:p>
          <a:p>
            <a:pPr indent="0" lvl="0" marL="0" rtl="0" algn="l">
              <a:spcBef>
                <a:spcPts val="0"/>
              </a:spcBef>
              <a:spcAft>
                <a:spcPts val="0"/>
              </a:spcAft>
              <a:buNone/>
            </a:pPr>
            <a:r>
              <a:rPr b="1" lang="en-US"/>
              <a:t>  )</a:t>
            </a:r>
            <a:endParaRPr b="1"/>
          </a:p>
          <a:p>
            <a:pPr indent="0" lvl="0" marL="0" rtl="0" algn="l">
              <a:spcBef>
                <a:spcPts val="0"/>
              </a:spcBef>
              <a:spcAft>
                <a:spcPts val="0"/>
              </a:spcAft>
              <a:buNone/>
            </a:pPr>
            <a:r>
              <a:rPr b="1" lang="en-US"/>
              <a:t>}</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US"/>
              <a:t>const router = createBrowserRouter(</a:t>
            </a:r>
            <a:endParaRPr b="1"/>
          </a:p>
          <a:p>
            <a:pPr indent="0" lvl="0" marL="0" rtl="0" algn="l">
              <a:spcBef>
                <a:spcPts val="0"/>
              </a:spcBef>
              <a:spcAft>
                <a:spcPts val="0"/>
              </a:spcAft>
              <a:buNone/>
            </a:pPr>
            <a:r>
              <a:rPr b="1" lang="en-US"/>
              <a:t>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US"/>
              <a:t>    {path: '/', </a:t>
            </a:r>
            <a:endParaRPr b="1"/>
          </a:p>
          <a:p>
            <a:pPr indent="0" lvl="0" marL="0" rtl="0" algn="l">
              <a:spcBef>
                <a:spcPts val="0"/>
              </a:spcBef>
              <a:spcAft>
                <a:spcPts val="0"/>
              </a:spcAft>
              <a:buNone/>
            </a:pPr>
            <a:r>
              <a:rPr b="1" lang="en-US"/>
              <a:t>      element: &lt;RootLayout /&gt;,</a:t>
            </a:r>
            <a:endParaRPr b="1"/>
          </a:p>
          <a:p>
            <a:pPr indent="0" lvl="0" marL="0" rtl="0" algn="l">
              <a:spcBef>
                <a:spcPts val="0"/>
              </a:spcBef>
              <a:spcAft>
                <a:spcPts val="0"/>
              </a:spcAft>
              <a:buNone/>
            </a:pPr>
            <a:r>
              <a:rPr b="1" lang="en-US"/>
              <a:t>      errorElement: &lt;ErrorPage /&gt;,</a:t>
            </a:r>
            <a:endParaRPr b="1"/>
          </a:p>
          <a:p>
            <a:pPr indent="0" lvl="0" marL="0" rtl="0" algn="l">
              <a:spcBef>
                <a:spcPts val="0"/>
              </a:spcBef>
              <a:spcAft>
                <a:spcPts val="0"/>
              </a:spcAft>
              <a:buNone/>
            </a:pPr>
            <a:r>
              <a:rPr b="1" lang="en-US"/>
              <a:t>      children: [</a:t>
            </a:r>
            <a:endParaRPr b="1"/>
          </a:p>
          <a:p>
            <a:pPr indent="0" lvl="0" marL="0" rtl="0" algn="l">
              <a:spcBef>
                <a:spcPts val="0"/>
              </a:spcBef>
              <a:spcAft>
                <a:spcPts val="0"/>
              </a:spcAft>
              <a:buNone/>
            </a:pPr>
            <a:r>
              <a:rPr b="1" lang="en-US"/>
              <a:t>        {path: '/', element: &lt;Home /&gt;},</a:t>
            </a:r>
            <a:endParaRPr b="1"/>
          </a:p>
          <a:p>
            <a:pPr indent="0" lvl="0" marL="0" rtl="0" algn="l">
              <a:spcBef>
                <a:spcPts val="0"/>
              </a:spcBef>
              <a:spcAft>
                <a:spcPts val="0"/>
              </a:spcAft>
              <a:buNone/>
            </a:pPr>
            <a:r>
              <a:rPr b="1" lang="en-US"/>
              <a:t>        {path: '/product', element: &lt;Product /&gt;}]</a:t>
            </a:r>
            <a:endParaRPr b="1"/>
          </a:p>
          <a:p>
            <a:pPr indent="0" lvl="0" marL="0" rtl="0" algn="l">
              <a:spcBef>
                <a:spcPts val="0"/>
              </a:spcBef>
              <a:spcAft>
                <a:spcPts val="0"/>
              </a:spcAft>
              <a:buNone/>
            </a:pPr>
            <a:r>
              <a:rPr b="1" lang="en-US"/>
              <a:t>    },</a:t>
            </a:r>
            <a:endParaRPr b="1"/>
          </a:p>
          <a:p>
            <a:pPr indent="0" lvl="0" marL="0" rtl="0" algn="l">
              <a:spcBef>
                <a:spcPts val="0"/>
              </a:spcBef>
              <a:spcAft>
                <a:spcPts val="0"/>
              </a:spcAft>
              <a:buNone/>
            </a:pPr>
            <a:r>
              <a:rPr b="1" lang="en-US"/>
              <a:t>    </a:t>
            </a:r>
            <a:endParaRPr b="1"/>
          </a:p>
          <a:p>
            <a:pPr indent="0" lvl="0" marL="0" rtl="0" algn="l">
              <a:spcBef>
                <a:spcPts val="0"/>
              </a:spcBef>
              <a:spcAft>
                <a:spcPts val="0"/>
              </a:spcAft>
              <a:buNone/>
            </a:pPr>
            <a:r>
              <a:rPr b="1" lang="en-US"/>
              <a:t>  ]</a:t>
            </a:r>
            <a:endParaRPr b="1"/>
          </a:p>
          <a:p>
            <a:pPr indent="0" lvl="0" marL="0" rtl="0" algn="l">
              <a:spcBef>
                <a:spcPts val="0"/>
              </a:spcBef>
              <a:spcAft>
                <a:spcPts val="0"/>
              </a:spcAft>
              <a:buNone/>
            </a:pPr>
            <a:r>
              <a:rPr b="1" lang="en-US"/>
              <a:t>)</a:t>
            </a:r>
            <a:endParaRPr b="1"/>
          </a:p>
          <a:p>
            <a:pPr indent="0" lvl="0" marL="0" rtl="0" algn="l">
              <a:spcBef>
                <a:spcPts val="0"/>
              </a:spcBef>
              <a:spcAft>
                <a:spcPts val="0"/>
              </a:spcAft>
              <a:buNone/>
            </a:pPr>
            <a:r>
              <a:rPr b="1" lang="en-US"/>
              <a:t>const App = () =&gt;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US"/>
              <a:t>  return &lt;RouterProvider router={router} /&gt;</a:t>
            </a:r>
            <a:endParaRPr b="1"/>
          </a:p>
          <a:p>
            <a:pPr indent="0" lvl="0" marL="0" rtl="0" algn="l">
              <a:spcBef>
                <a:spcPts val="0"/>
              </a:spcBef>
              <a:spcAft>
                <a:spcPts val="0"/>
              </a:spcAft>
              <a:buNone/>
            </a:pPr>
            <a:r>
              <a:rPr b="1" lang="en-US"/>
              <a:t>       </a:t>
            </a:r>
            <a:endParaRPr b="1"/>
          </a:p>
          <a:p>
            <a:pPr indent="0" lvl="0" marL="0" rtl="0" algn="l">
              <a:spcBef>
                <a:spcPts val="0"/>
              </a:spcBef>
              <a:spcAft>
                <a:spcPts val="0"/>
              </a:spcAft>
              <a:buNone/>
            </a:pPr>
            <a:r>
              <a:rPr b="1" lang="en-US"/>
              <a:t>};</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US"/>
              <a:t>export default App</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p:txBody>
      </p:sp>
      <p:sp>
        <p:nvSpPr>
          <p:cNvPr id="275" name="Google Shape;275;g338ebdf68dd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from 'react'</a:t>
            </a:r>
            <a:endParaRPr/>
          </a:p>
          <a:p>
            <a:pPr indent="0" lvl="0" marL="0" rtl="0" algn="l">
              <a:spcBef>
                <a:spcPts val="0"/>
              </a:spcBef>
              <a:spcAft>
                <a:spcPts val="0"/>
              </a:spcAft>
              <a:buNone/>
            </a:pPr>
            <a:r>
              <a:rPr lang="en-US"/>
              <a:t>import {createBrowserRouter, RouterProvider, Link, Outlet} from 'react-router-dom'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import './App.css'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function MainNavigation(){</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&lt;header&gt;</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&lt;ul&gt;</a:t>
            </a:r>
            <a:endParaRPr/>
          </a:p>
          <a:p>
            <a:pPr indent="0" lvl="0" marL="0" rtl="0" algn="l">
              <a:spcBef>
                <a:spcPts val="0"/>
              </a:spcBef>
              <a:spcAft>
                <a:spcPts val="0"/>
              </a:spcAft>
              <a:buNone/>
            </a:pPr>
            <a:r>
              <a:rPr lang="en-US"/>
              <a:t>          &lt;li&gt;</a:t>
            </a:r>
            <a:endParaRPr/>
          </a:p>
          <a:p>
            <a:pPr indent="0" lvl="0" marL="0" rtl="0" algn="l">
              <a:spcBef>
                <a:spcPts val="0"/>
              </a:spcBef>
              <a:spcAft>
                <a:spcPts val="0"/>
              </a:spcAft>
              <a:buNone/>
            </a:pPr>
            <a:r>
              <a:rPr lang="en-US"/>
              <a:t>            &lt;Link to="/"&gt;Home&lt;/Link&gt;</a:t>
            </a:r>
            <a:endParaRPr/>
          </a:p>
          <a:p>
            <a:pPr indent="0" lvl="0" marL="0" rtl="0" algn="l">
              <a:spcBef>
                <a:spcPts val="0"/>
              </a:spcBef>
              <a:spcAft>
                <a:spcPts val="0"/>
              </a:spcAft>
              <a:buNone/>
            </a:pPr>
            <a:r>
              <a:rPr lang="en-US"/>
              <a:t>          &lt;/li&gt;</a:t>
            </a:r>
            <a:endParaRPr/>
          </a:p>
          <a:p>
            <a:pPr indent="0" lvl="0" marL="0" rtl="0" algn="l">
              <a:spcBef>
                <a:spcPts val="0"/>
              </a:spcBef>
              <a:spcAft>
                <a:spcPts val="0"/>
              </a:spcAft>
              <a:buNone/>
            </a:pPr>
            <a:r>
              <a:rPr lang="en-US"/>
              <a:t>          &lt;li&gt;</a:t>
            </a:r>
            <a:endParaRPr/>
          </a:p>
          <a:p>
            <a:pPr indent="0" lvl="0" marL="0" rtl="0" algn="l">
              <a:spcBef>
                <a:spcPts val="0"/>
              </a:spcBef>
              <a:spcAft>
                <a:spcPts val="0"/>
              </a:spcAft>
              <a:buNone/>
            </a:pPr>
            <a:r>
              <a:rPr lang="en-US"/>
              <a:t>            &lt;Link to="/product"&gt;Product&lt;/Link&gt;</a:t>
            </a:r>
            <a:endParaRPr/>
          </a:p>
          <a:p>
            <a:pPr indent="0" lvl="0" marL="0" rtl="0" algn="l">
              <a:spcBef>
                <a:spcPts val="0"/>
              </a:spcBef>
              <a:spcAft>
                <a:spcPts val="0"/>
              </a:spcAft>
              <a:buNone/>
            </a:pPr>
            <a:r>
              <a:rPr lang="en-US"/>
              <a:t>          &lt;/li&gt;</a:t>
            </a:r>
            <a:endParaRPr/>
          </a:p>
          <a:p>
            <a:pPr indent="0" lvl="0" marL="0" rtl="0" algn="l">
              <a:spcBef>
                <a:spcPts val="0"/>
              </a:spcBef>
              <a:spcAft>
                <a:spcPts val="0"/>
              </a:spcAft>
              <a:buNone/>
            </a:pPr>
            <a:r>
              <a:rPr lang="en-US"/>
              <a:t>        &lt;/ul&gt;</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&lt;/header&gt;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function Home()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&lt;h1&gt;My Home Page&lt;/h1&gt;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function Product()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&lt;h1&gt;Product Page!&lt;/h1&gt;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function RootLayout(){</a:t>
            </a:r>
            <a:endParaRPr/>
          </a:p>
          <a:p>
            <a:pPr indent="0" lvl="0" marL="0" rtl="0" algn="l">
              <a:spcBef>
                <a:spcPts val="0"/>
              </a:spcBef>
              <a:spcAft>
                <a:spcPts val="0"/>
              </a:spcAft>
              <a:buNone/>
            </a:pPr>
            <a:r>
              <a:rPr lang="en-US"/>
              <a:t>  console.log('====================================');</a:t>
            </a:r>
            <a:endParaRPr/>
          </a:p>
          <a:p>
            <a:pPr indent="0" lvl="0" marL="0" rtl="0" algn="l">
              <a:spcBef>
                <a:spcPts val="0"/>
              </a:spcBef>
              <a:spcAft>
                <a:spcPts val="0"/>
              </a:spcAft>
              <a:buNone/>
            </a:pPr>
            <a:r>
              <a:rPr lang="en-US"/>
              <a:t>  console.log('Root Layout!');</a:t>
            </a:r>
            <a:endParaRPr/>
          </a:p>
          <a:p>
            <a:pPr indent="0" lvl="0" marL="0" rtl="0" algn="l">
              <a:spcBef>
                <a:spcPts val="0"/>
              </a:spcBef>
              <a:spcAft>
                <a:spcPts val="0"/>
              </a:spcAft>
              <a:buNone/>
            </a:pPr>
            <a:r>
              <a:rPr lang="en-US"/>
              <a:t>  console.log('====================================');</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&lt;p&gt;Root Layout!&lt;/p&gt;</a:t>
            </a:r>
            <a:endParaRPr/>
          </a:p>
          <a:p>
            <a:pPr indent="0" lvl="0" marL="0" rtl="0" algn="l">
              <a:spcBef>
                <a:spcPts val="0"/>
              </a:spcBef>
              <a:spcAft>
                <a:spcPts val="0"/>
              </a:spcAft>
              <a:buNone/>
            </a:pPr>
            <a:r>
              <a:rPr lang="en-US"/>
              <a:t>      &lt;MainNavigation /&gt;</a:t>
            </a:r>
            <a:endParaRPr/>
          </a:p>
          <a:p>
            <a:pPr indent="0" lvl="0" marL="0" rtl="0" algn="l">
              <a:spcBef>
                <a:spcPts val="0"/>
              </a:spcBef>
              <a:spcAft>
                <a:spcPts val="0"/>
              </a:spcAft>
              <a:buNone/>
            </a:pPr>
            <a:r>
              <a:rPr lang="en-US"/>
              <a:t>      &lt;Outlet /&gt;</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router = createBrowserRouter(</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{path: '/', element: &lt;RootLayout /&gt;,</a:t>
            </a:r>
            <a:endParaRPr/>
          </a:p>
          <a:p>
            <a:pPr indent="0" lvl="0" marL="0" rtl="0" algn="l">
              <a:spcBef>
                <a:spcPts val="0"/>
              </a:spcBef>
              <a:spcAft>
                <a:spcPts val="0"/>
              </a:spcAft>
              <a:buNone/>
            </a:pPr>
            <a:r>
              <a:rPr lang="en-US"/>
              <a:t>      children: [</a:t>
            </a:r>
            <a:endParaRPr/>
          </a:p>
          <a:p>
            <a:pPr indent="0" lvl="0" marL="0" rtl="0" algn="l">
              <a:spcBef>
                <a:spcPts val="0"/>
              </a:spcBef>
              <a:spcAft>
                <a:spcPts val="0"/>
              </a:spcAft>
              <a:buNone/>
            </a:pPr>
            <a:r>
              <a:rPr lang="en-US"/>
              <a:t>        {path: '/', element: &lt;Home /&gt;},</a:t>
            </a:r>
            <a:endParaRPr/>
          </a:p>
          <a:p>
            <a:pPr indent="0" lvl="0" marL="0" rtl="0" algn="l">
              <a:spcBef>
                <a:spcPts val="0"/>
              </a:spcBef>
              <a:spcAft>
                <a:spcPts val="0"/>
              </a:spcAft>
              <a:buNone/>
            </a:pPr>
            <a:r>
              <a:rPr lang="en-US"/>
              <a:t>        {path: '/product', element: &lt;Product /&gt;}]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&lt;RouterProvider router={router} /&gt;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2" name="Google Shape;28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from "react";</a:t>
            </a:r>
            <a:endParaRPr/>
          </a:p>
          <a:p>
            <a:pPr indent="0" lvl="0" marL="0" rtl="0" algn="l">
              <a:spcBef>
                <a:spcPts val="0"/>
              </a:spcBef>
              <a:spcAft>
                <a:spcPts val="0"/>
              </a:spcAft>
              <a:buNone/>
            </a:pPr>
            <a:r>
              <a:rPr lang="en-US"/>
              <a:t>import "./App.css";</a:t>
            </a:r>
            <a:endParaRPr/>
          </a:p>
          <a:p>
            <a:pPr indent="0" lvl="0" marL="0" rtl="0" algn="l">
              <a:spcBef>
                <a:spcPts val="0"/>
              </a:spcBef>
              <a:spcAft>
                <a:spcPts val="0"/>
              </a:spcAft>
              <a:buNone/>
            </a:pPr>
            <a:r>
              <a:rPr lang="en-US"/>
              <a:t>import { BrowserRouter as Router, Routes, Route, NavLink } from "react-router-dom";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Home = () =&gt; &lt;h2&gt;Trang Chủ&lt;/h2&gt;;</a:t>
            </a:r>
            <a:endParaRPr/>
          </a:p>
          <a:p>
            <a:pPr indent="0" lvl="0" marL="0" rtl="0" algn="l">
              <a:spcBef>
                <a:spcPts val="0"/>
              </a:spcBef>
              <a:spcAft>
                <a:spcPts val="0"/>
              </a:spcAft>
              <a:buNone/>
            </a:pPr>
            <a:r>
              <a:rPr lang="en-US"/>
              <a:t>const About = () =&gt; &lt;h2&gt;Giới Thiệu&lt;/h2&gt;;</a:t>
            </a:r>
            <a:endParaRPr/>
          </a:p>
          <a:p>
            <a:pPr indent="0" lvl="0" marL="0" rtl="0" algn="l">
              <a:spcBef>
                <a:spcPts val="0"/>
              </a:spcBef>
              <a:spcAft>
                <a:spcPts val="0"/>
              </a:spcAft>
              <a:buNone/>
            </a:pPr>
            <a:r>
              <a:rPr lang="en-US"/>
              <a:t>const Contact = () =&gt; &lt;h2&gt;Liên Hệ&lt;/h2&gt;;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Navbar = () =&gt;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&lt;NavLink </a:t>
            </a:r>
            <a:endParaRPr/>
          </a:p>
          <a:p>
            <a:pPr indent="0" lvl="0" marL="0" rtl="0" algn="l">
              <a:spcBef>
                <a:spcPts val="0"/>
              </a:spcBef>
              <a:spcAft>
                <a:spcPts val="0"/>
              </a:spcAft>
              <a:buNone/>
            </a:pPr>
            <a:r>
              <a:rPr lang="en-US"/>
              <a:t>        to="/" </a:t>
            </a:r>
            <a:endParaRPr/>
          </a:p>
          <a:p>
            <a:pPr indent="0" lvl="0" marL="0" rtl="0" algn="l">
              <a:spcBef>
                <a:spcPts val="0"/>
              </a:spcBef>
              <a:spcAft>
                <a:spcPts val="0"/>
              </a:spcAft>
              <a:buNone/>
            </a:pPr>
            <a:r>
              <a:rPr lang="en-US"/>
              <a:t>        className={({ isActive }) =&gt; (isActive ? "active-link" : "")}</a:t>
            </a:r>
            <a:endParaRPr/>
          </a:p>
          <a:p>
            <a:pPr indent="0" lvl="0" marL="0" rtl="0" algn="l">
              <a:spcBef>
                <a:spcPts val="0"/>
              </a:spcBef>
              <a:spcAft>
                <a:spcPts val="0"/>
              </a:spcAft>
              <a:buNone/>
            </a:pPr>
            <a:r>
              <a:rPr lang="en-US"/>
              <a:t>      &gt;</a:t>
            </a:r>
            <a:endParaRPr/>
          </a:p>
          <a:p>
            <a:pPr indent="0" lvl="0" marL="0" rtl="0" algn="l">
              <a:spcBef>
                <a:spcPts val="0"/>
              </a:spcBef>
              <a:spcAft>
                <a:spcPts val="0"/>
              </a:spcAft>
              <a:buNone/>
            </a:pPr>
            <a:r>
              <a:rPr lang="en-US"/>
              <a:t>        Trang Chủ</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 | "}</a:t>
            </a:r>
            <a:endParaRPr/>
          </a:p>
          <a:p>
            <a:pPr indent="0" lvl="0" marL="0" rtl="0" algn="l">
              <a:spcBef>
                <a:spcPts val="0"/>
              </a:spcBef>
              <a:spcAft>
                <a:spcPts val="0"/>
              </a:spcAft>
              <a:buNone/>
            </a:pPr>
            <a:r>
              <a:rPr lang="en-US"/>
              <a:t>      &lt;NavLink </a:t>
            </a:r>
            <a:endParaRPr/>
          </a:p>
          <a:p>
            <a:pPr indent="0" lvl="0" marL="0" rtl="0" algn="l">
              <a:spcBef>
                <a:spcPts val="0"/>
              </a:spcBef>
              <a:spcAft>
                <a:spcPts val="0"/>
              </a:spcAft>
              <a:buNone/>
            </a:pPr>
            <a:r>
              <a:rPr lang="en-US"/>
              <a:t>        to="/about" </a:t>
            </a:r>
            <a:endParaRPr/>
          </a:p>
          <a:p>
            <a:pPr indent="0" lvl="0" marL="0" rtl="0" algn="l">
              <a:spcBef>
                <a:spcPts val="0"/>
              </a:spcBef>
              <a:spcAft>
                <a:spcPts val="0"/>
              </a:spcAft>
              <a:buNone/>
            </a:pPr>
            <a:r>
              <a:rPr lang="en-US"/>
              <a:t>        className={({ isActive }) =&gt; (isActive ? "active-link" : "")}</a:t>
            </a:r>
            <a:endParaRPr/>
          </a:p>
          <a:p>
            <a:pPr indent="0" lvl="0" marL="0" rtl="0" algn="l">
              <a:spcBef>
                <a:spcPts val="0"/>
              </a:spcBef>
              <a:spcAft>
                <a:spcPts val="0"/>
              </a:spcAft>
              <a:buNone/>
            </a:pPr>
            <a:r>
              <a:rPr lang="en-US"/>
              <a:t>      &gt;</a:t>
            </a:r>
            <a:endParaRPr/>
          </a:p>
          <a:p>
            <a:pPr indent="0" lvl="0" marL="0" rtl="0" algn="l">
              <a:spcBef>
                <a:spcPts val="0"/>
              </a:spcBef>
              <a:spcAft>
                <a:spcPts val="0"/>
              </a:spcAft>
              <a:buNone/>
            </a:pPr>
            <a:r>
              <a:rPr lang="en-US"/>
              <a:t>        Giới Thiệu</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 | "}</a:t>
            </a:r>
            <a:endParaRPr/>
          </a:p>
          <a:p>
            <a:pPr indent="0" lvl="0" marL="0" rtl="0" algn="l">
              <a:spcBef>
                <a:spcPts val="0"/>
              </a:spcBef>
              <a:spcAft>
                <a:spcPts val="0"/>
              </a:spcAft>
              <a:buNone/>
            </a:pPr>
            <a:r>
              <a:rPr lang="en-US"/>
              <a:t>      &lt;NavLink </a:t>
            </a:r>
            <a:endParaRPr/>
          </a:p>
          <a:p>
            <a:pPr indent="0" lvl="0" marL="0" rtl="0" algn="l">
              <a:spcBef>
                <a:spcPts val="0"/>
              </a:spcBef>
              <a:spcAft>
                <a:spcPts val="0"/>
              </a:spcAft>
              <a:buNone/>
            </a:pPr>
            <a:r>
              <a:rPr lang="en-US"/>
              <a:t>        to="/contact" </a:t>
            </a:r>
            <a:endParaRPr/>
          </a:p>
          <a:p>
            <a:pPr indent="0" lvl="0" marL="0" rtl="0" algn="l">
              <a:spcBef>
                <a:spcPts val="0"/>
              </a:spcBef>
              <a:spcAft>
                <a:spcPts val="0"/>
              </a:spcAft>
              <a:buNone/>
            </a:pPr>
            <a:r>
              <a:rPr lang="en-US"/>
              <a:t>        className={({ isActive }) =&gt; (isActive ? "active-link" : "")}</a:t>
            </a:r>
            <a:endParaRPr/>
          </a:p>
          <a:p>
            <a:pPr indent="0" lvl="0" marL="0" rtl="0" algn="l">
              <a:spcBef>
                <a:spcPts val="0"/>
              </a:spcBef>
              <a:spcAft>
                <a:spcPts val="0"/>
              </a:spcAft>
              <a:buNone/>
            </a:pPr>
            <a:r>
              <a:rPr lang="en-US"/>
              <a:t>      &gt;</a:t>
            </a:r>
            <a:endParaRPr/>
          </a:p>
          <a:p>
            <a:pPr indent="0" lvl="0" marL="0" rtl="0" algn="l">
              <a:spcBef>
                <a:spcPts val="0"/>
              </a:spcBef>
              <a:spcAft>
                <a:spcPts val="0"/>
              </a:spcAft>
              <a:buNone/>
            </a:pPr>
            <a:r>
              <a:rPr lang="en-US"/>
              <a:t>        Liên Hệ</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&lt;Router&gt;</a:t>
            </a:r>
            <a:endParaRPr/>
          </a:p>
          <a:p>
            <a:pPr indent="0" lvl="0" marL="0" rtl="0" algn="l">
              <a:spcBef>
                <a:spcPts val="0"/>
              </a:spcBef>
              <a:spcAft>
                <a:spcPts val="0"/>
              </a:spcAft>
              <a:buNone/>
            </a:pPr>
            <a:r>
              <a:rPr lang="en-US"/>
              <a:t>      &lt;Navbar /&gt;</a:t>
            </a:r>
            <a:endParaRPr/>
          </a:p>
          <a:p>
            <a:pPr indent="0" lvl="0" marL="0" rtl="0" algn="l">
              <a:spcBef>
                <a:spcPts val="0"/>
              </a:spcBef>
              <a:spcAft>
                <a:spcPts val="0"/>
              </a:spcAft>
              <a:buNone/>
            </a:pPr>
            <a:r>
              <a:rPr lang="en-US"/>
              <a:t>      &lt;Routes&gt;</a:t>
            </a:r>
            <a:endParaRPr/>
          </a:p>
          <a:p>
            <a:pPr indent="0" lvl="0" marL="0" rtl="0" algn="l">
              <a:spcBef>
                <a:spcPts val="0"/>
              </a:spcBef>
              <a:spcAft>
                <a:spcPts val="0"/>
              </a:spcAft>
              <a:buNone/>
            </a:pPr>
            <a:r>
              <a:rPr lang="en-US"/>
              <a:t>        &lt;Route path="/" element={&lt;Home /&gt;} /&gt;</a:t>
            </a:r>
            <a:endParaRPr/>
          </a:p>
          <a:p>
            <a:pPr indent="0" lvl="0" marL="0" rtl="0" algn="l">
              <a:spcBef>
                <a:spcPts val="0"/>
              </a:spcBef>
              <a:spcAft>
                <a:spcPts val="0"/>
              </a:spcAft>
              <a:buNone/>
            </a:pPr>
            <a:r>
              <a:rPr lang="en-US"/>
              <a:t>        &lt;Route path="/about" element={&lt;About /&gt;} /&gt;</a:t>
            </a:r>
            <a:endParaRPr/>
          </a:p>
          <a:p>
            <a:pPr indent="0" lvl="0" marL="0" rtl="0" algn="l">
              <a:spcBef>
                <a:spcPts val="0"/>
              </a:spcBef>
              <a:spcAft>
                <a:spcPts val="0"/>
              </a:spcAft>
              <a:buNone/>
            </a:pPr>
            <a:r>
              <a:rPr lang="en-US"/>
              <a:t>        &lt;Route path="/contact" element={&lt;Contact /&gt;} /&gt;</a:t>
            </a:r>
            <a:endParaRPr/>
          </a:p>
          <a:p>
            <a:pPr indent="0" lvl="0" marL="0" rtl="0" algn="l">
              <a:spcBef>
                <a:spcPts val="0"/>
              </a:spcBef>
              <a:spcAft>
                <a:spcPts val="0"/>
              </a:spcAft>
              <a:buNone/>
            </a:pPr>
            <a:r>
              <a:rPr lang="en-US"/>
              <a:t>      &lt;/Routes&gt;</a:t>
            </a:r>
            <a:endParaRPr/>
          </a:p>
          <a:p>
            <a:pPr indent="0" lvl="0" marL="0" rtl="0" algn="l">
              <a:spcBef>
                <a:spcPts val="0"/>
              </a:spcBef>
              <a:spcAft>
                <a:spcPts val="0"/>
              </a:spcAft>
              <a:buNone/>
            </a:pPr>
            <a:r>
              <a:rPr lang="en-US"/>
              <a:t>    &lt;/Router&gt;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a:p>
            <a:pPr indent="0" lvl="0" marL="0" rtl="0" algn="l">
              <a:spcBef>
                <a:spcPts val="0"/>
              </a:spcBef>
              <a:spcAft>
                <a:spcPts val="0"/>
              </a:spcAft>
              <a:buNone/>
            </a:pPr>
            <a:r>
              <a:rPr lang="en-US"/>
              <a:t>//.active-link {</a:t>
            </a:r>
            <a:endParaRPr/>
          </a:p>
          <a:p>
            <a:pPr indent="0" lvl="0" marL="0" rtl="0" algn="l">
              <a:spcBef>
                <a:spcPts val="0"/>
              </a:spcBef>
              <a:spcAft>
                <a:spcPts val="0"/>
              </a:spcAft>
              <a:buNone/>
            </a:pPr>
            <a:r>
              <a:rPr lang="en-US"/>
              <a:t>//  font-weight: bold;</a:t>
            </a:r>
            <a:endParaRPr/>
          </a:p>
          <a:p>
            <a:pPr indent="0" lvl="0" marL="0" rtl="0" algn="l">
              <a:spcBef>
                <a:spcPts val="0"/>
              </a:spcBef>
              <a:spcAft>
                <a:spcPts val="0"/>
              </a:spcAft>
              <a:buNone/>
            </a:pPr>
            <a:r>
              <a:rPr lang="en-US"/>
              <a:t>//  color: red;</a:t>
            </a:r>
            <a:endParaRPr/>
          </a:p>
          <a:p>
            <a:pPr indent="0" lvl="0" marL="0" rtl="0" algn="l">
              <a:spcBef>
                <a:spcPts val="0"/>
              </a:spcBef>
              <a:spcAft>
                <a:spcPts val="0"/>
              </a:spcAft>
              <a:buNone/>
            </a:pPr>
            <a:r>
              <a:rPr lang="en-US"/>
              <a:t>//}</a:t>
            </a:r>
            <a:endParaRPr/>
          </a:p>
        </p:txBody>
      </p:sp>
      <p:sp>
        <p:nvSpPr>
          <p:cNvPr id="295" name="Google Shape;29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from "react";</a:t>
            </a:r>
            <a:endParaRPr/>
          </a:p>
          <a:p>
            <a:pPr indent="0" lvl="0" marL="0" rtl="0" algn="l">
              <a:spcBef>
                <a:spcPts val="0"/>
              </a:spcBef>
              <a:spcAft>
                <a:spcPts val="0"/>
              </a:spcAft>
              <a:buNone/>
            </a:pPr>
            <a:r>
              <a:rPr lang="en-US"/>
              <a:t>import { BrowserRouter as Router, Routes, Route, NavLink, useParams } from "react-router-dom";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Home = () =&gt; &lt;h2&gt;Trang Chủ&lt;/h2&gt;;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UserProfile = () =&gt; {</a:t>
            </a:r>
            <a:endParaRPr/>
          </a:p>
          <a:p>
            <a:pPr indent="0" lvl="0" marL="0" rtl="0" algn="l">
              <a:spcBef>
                <a:spcPts val="0"/>
              </a:spcBef>
              <a:spcAft>
                <a:spcPts val="0"/>
              </a:spcAft>
              <a:buNone/>
            </a:pPr>
            <a:r>
              <a:rPr lang="en-US"/>
              <a:t>  const { username } = useParams(); // Lấy tham số từ URL</a:t>
            </a:r>
            <a:endParaRPr/>
          </a:p>
          <a:p>
            <a:pPr indent="0" lvl="0" marL="0" rtl="0" algn="l">
              <a:spcBef>
                <a:spcPts val="0"/>
              </a:spcBef>
              <a:spcAft>
                <a:spcPts val="0"/>
              </a:spcAft>
              <a:buNone/>
            </a:pPr>
            <a:r>
              <a:rPr lang="en-US"/>
              <a:t>  return &lt;h2&gt;Xin chào, {username}!&lt;/h2&gt;;</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Navbar = () =&gt;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&lt;NavLink to="/" className={({ isActive }) =&gt; (isActive ? "active-link" : "")}&gt;</a:t>
            </a:r>
            <a:endParaRPr/>
          </a:p>
          <a:p>
            <a:pPr indent="0" lvl="0" marL="0" rtl="0" algn="l">
              <a:spcBef>
                <a:spcPts val="0"/>
              </a:spcBef>
              <a:spcAft>
                <a:spcPts val="0"/>
              </a:spcAft>
              <a:buNone/>
            </a:pPr>
            <a:r>
              <a:rPr lang="en-US"/>
              <a:t>        Trang Chủ</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 | "}</a:t>
            </a:r>
            <a:endParaRPr/>
          </a:p>
          <a:p>
            <a:pPr indent="0" lvl="0" marL="0" rtl="0" algn="l">
              <a:spcBef>
                <a:spcPts val="0"/>
              </a:spcBef>
              <a:spcAft>
                <a:spcPts val="0"/>
              </a:spcAft>
              <a:buNone/>
            </a:pPr>
            <a:r>
              <a:rPr lang="en-US"/>
              <a:t>      &lt;NavLink to="/user/johndoe" className={({ isActive }) =&gt; (isActive ? "active-link" : "")}&gt;</a:t>
            </a:r>
            <a:endParaRPr/>
          </a:p>
          <a:p>
            <a:pPr indent="0" lvl="0" marL="0" rtl="0" algn="l">
              <a:spcBef>
                <a:spcPts val="0"/>
              </a:spcBef>
              <a:spcAft>
                <a:spcPts val="0"/>
              </a:spcAft>
              <a:buNone/>
            </a:pPr>
            <a:r>
              <a:rPr lang="en-US"/>
              <a:t>        Hồ sơ John</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 | "}</a:t>
            </a:r>
            <a:endParaRPr/>
          </a:p>
          <a:p>
            <a:pPr indent="0" lvl="0" marL="0" rtl="0" algn="l">
              <a:spcBef>
                <a:spcPts val="0"/>
              </a:spcBef>
              <a:spcAft>
                <a:spcPts val="0"/>
              </a:spcAft>
              <a:buNone/>
            </a:pPr>
            <a:r>
              <a:rPr lang="en-US"/>
              <a:t>      &lt;NavLink to="/user/alice" className={({ isActive }) =&gt; (isActive ? "active-link" : "")}&gt;</a:t>
            </a:r>
            <a:endParaRPr/>
          </a:p>
          <a:p>
            <a:pPr indent="0" lvl="0" marL="0" rtl="0" algn="l">
              <a:spcBef>
                <a:spcPts val="0"/>
              </a:spcBef>
              <a:spcAft>
                <a:spcPts val="0"/>
              </a:spcAft>
              <a:buNone/>
            </a:pPr>
            <a:r>
              <a:rPr lang="en-US"/>
              <a:t>        Hồ sơ Alice</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&lt;Router&gt;</a:t>
            </a:r>
            <a:endParaRPr/>
          </a:p>
          <a:p>
            <a:pPr indent="0" lvl="0" marL="0" rtl="0" algn="l">
              <a:spcBef>
                <a:spcPts val="0"/>
              </a:spcBef>
              <a:spcAft>
                <a:spcPts val="0"/>
              </a:spcAft>
              <a:buNone/>
            </a:pPr>
            <a:r>
              <a:rPr lang="en-US"/>
              <a:t>      &lt;Navbar /&gt;</a:t>
            </a:r>
            <a:endParaRPr/>
          </a:p>
          <a:p>
            <a:pPr indent="0" lvl="0" marL="0" rtl="0" algn="l">
              <a:spcBef>
                <a:spcPts val="0"/>
              </a:spcBef>
              <a:spcAft>
                <a:spcPts val="0"/>
              </a:spcAft>
              <a:buNone/>
            </a:pPr>
            <a:r>
              <a:rPr lang="en-US"/>
              <a:t>      &lt;Routes&gt;</a:t>
            </a:r>
            <a:endParaRPr/>
          </a:p>
          <a:p>
            <a:pPr indent="0" lvl="0" marL="0" rtl="0" algn="l">
              <a:spcBef>
                <a:spcPts val="0"/>
              </a:spcBef>
              <a:spcAft>
                <a:spcPts val="0"/>
              </a:spcAft>
              <a:buNone/>
            </a:pPr>
            <a:r>
              <a:rPr lang="en-US"/>
              <a:t>        &lt;Route path="/" element={&lt;Home /&gt;} /&gt;</a:t>
            </a:r>
            <a:endParaRPr/>
          </a:p>
          <a:p>
            <a:pPr indent="0" lvl="0" marL="0" rtl="0" algn="l">
              <a:spcBef>
                <a:spcPts val="0"/>
              </a:spcBef>
              <a:spcAft>
                <a:spcPts val="0"/>
              </a:spcAft>
              <a:buNone/>
            </a:pPr>
            <a:r>
              <a:rPr lang="en-US"/>
              <a:t>        &lt;Route path="/user/:username" element={&lt;UserProfile /&gt;} /&gt;</a:t>
            </a:r>
            <a:endParaRPr/>
          </a:p>
          <a:p>
            <a:pPr indent="0" lvl="0" marL="0" rtl="0" algn="l">
              <a:spcBef>
                <a:spcPts val="0"/>
              </a:spcBef>
              <a:spcAft>
                <a:spcPts val="0"/>
              </a:spcAft>
              <a:buNone/>
            </a:pPr>
            <a:r>
              <a:rPr lang="en-US"/>
              <a:t>      &lt;/Routes&gt;</a:t>
            </a:r>
            <a:endParaRPr/>
          </a:p>
          <a:p>
            <a:pPr indent="0" lvl="0" marL="0" rtl="0" algn="l">
              <a:spcBef>
                <a:spcPts val="0"/>
              </a:spcBef>
              <a:spcAft>
                <a:spcPts val="0"/>
              </a:spcAft>
              <a:buNone/>
            </a:pPr>
            <a:r>
              <a:rPr lang="en-US"/>
              <a:t>    &lt;/Router&gt;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p:txBody>
      </p:sp>
      <p:sp>
        <p:nvSpPr>
          <p:cNvPr id="303" name="Google Shape;30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from "react";</a:t>
            </a:r>
            <a:endParaRPr/>
          </a:p>
          <a:p>
            <a:pPr indent="0" lvl="0" marL="0" rtl="0" algn="l">
              <a:spcBef>
                <a:spcPts val="0"/>
              </a:spcBef>
              <a:spcAft>
                <a:spcPts val="0"/>
              </a:spcAft>
              <a:buNone/>
            </a:pPr>
            <a:r>
              <a:rPr lang="en-US"/>
              <a:t>import { BrowserRouter as Router, Routes, Route, NavLink, Outlet, useParams } from "react-router-dom";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Home = () =&gt; &lt;h2&gt;🏠 Home Page&lt;/h2&gt;;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Parent Component: UserProfile Layout with Nested Routes</a:t>
            </a:r>
            <a:endParaRPr/>
          </a:p>
          <a:p>
            <a:pPr indent="0" lvl="0" marL="0" rtl="0" algn="l">
              <a:spcBef>
                <a:spcPts val="0"/>
              </a:spcBef>
              <a:spcAft>
                <a:spcPts val="0"/>
              </a:spcAft>
              <a:buNone/>
            </a:pPr>
            <a:r>
              <a:rPr lang="en-US"/>
              <a:t>const UserProfile = () =&gt; {</a:t>
            </a:r>
            <a:endParaRPr/>
          </a:p>
          <a:p>
            <a:pPr indent="0" lvl="0" marL="0" rtl="0" algn="l">
              <a:spcBef>
                <a:spcPts val="0"/>
              </a:spcBef>
              <a:spcAft>
                <a:spcPts val="0"/>
              </a:spcAft>
              <a:buNone/>
            </a:pPr>
            <a:r>
              <a:rPr lang="en-US"/>
              <a:t>  const { username } = useParams(); // Get username from URL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&lt;h2&gt;👤 Profile of {username}&lt;/h2&gt;</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&lt;NavLink to={`/user/${username}/posts`} className={({ isActive }) =&gt; (isActive ? "active-link" : "")}&gt;</a:t>
            </a:r>
            <a:endParaRPr/>
          </a:p>
          <a:p>
            <a:pPr indent="0" lvl="0" marL="0" rtl="0" algn="l">
              <a:spcBef>
                <a:spcPts val="0"/>
              </a:spcBef>
              <a:spcAft>
                <a:spcPts val="0"/>
              </a:spcAft>
              <a:buNone/>
            </a:pPr>
            <a:r>
              <a:rPr lang="en-US"/>
              <a:t>          Posts</a:t>
            </a:r>
            <a:endParaRPr/>
          </a:p>
          <a:p>
            <a:pPr indent="0" lvl="0" marL="0" rtl="0" algn="l">
              <a:spcBef>
                <a:spcPts val="0"/>
              </a:spcBef>
              <a:spcAft>
                <a:spcPts val="0"/>
              </a:spcAft>
              <a:buNone/>
            </a:pPr>
            <a:r>
              <a:rPr lang="en-US"/>
              <a:t>        &lt;/NavLink&gt;{" | "}</a:t>
            </a:r>
            <a:endParaRPr/>
          </a:p>
          <a:p>
            <a:pPr indent="0" lvl="0" marL="0" rtl="0" algn="l">
              <a:spcBef>
                <a:spcPts val="0"/>
              </a:spcBef>
              <a:spcAft>
                <a:spcPts val="0"/>
              </a:spcAft>
              <a:buNone/>
            </a:pPr>
            <a:r>
              <a:rPr lang="en-US"/>
              <a:t>        &lt;NavLink to={`/user/${username}/settings`} className={({ isActive }) =&gt; (isActive ? "active-link" : "")}&gt;</a:t>
            </a:r>
            <a:endParaRPr/>
          </a:p>
          <a:p>
            <a:pPr indent="0" lvl="0" marL="0" rtl="0" algn="l">
              <a:spcBef>
                <a:spcPts val="0"/>
              </a:spcBef>
              <a:spcAft>
                <a:spcPts val="0"/>
              </a:spcAft>
              <a:buNone/>
            </a:pPr>
            <a:r>
              <a:rPr lang="en-US"/>
              <a:t>          Settings</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&lt;Outlet /&gt; {/* Nested Route will be rendered here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Nested Route Components</a:t>
            </a:r>
            <a:endParaRPr/>
          </a:p>
          <a:p>
            <a:pPr indent="0" lvl="0" marL="0" rtl="0" algn="l">
              <a:spcBef>
                <a:spcPts val="0"/>
              </a:spcBef>
              <a:spcAft>
                <a:spcPts val="0"/>
              </a:spcAft>
              <a:buNone/>
            </a:pPr>
            <a:r>
              <a:rPr lang="en-US"/>
              <a:t>const UserPosts = () =&gt; {</a:t>
            </a:r>
            <a:endParaRPr/>
          </a:p>
          <a:p>
            <a:pPr indent="0" lvl="0" marL="0" rtl="0" algn="l">
              <a:spcBef>
                <a:spcPts val="0"/>
              </a:spcBef>
              <a:spcAft>
                <a:spcPts val="0"/>
              </a:spcAft>
              <a:buNone/>
            </a:pPr>
            <a:r>
              <a:rPr lang="en-US"/>
              <a:t>  const { username } = useParams();</a:t>
            </a:r>
            <a:endParaRPr/>
          </a:p>
          <a:p>
            <a:pPr indent="0" lvl="0" marL="0" rtl="0" algn="l">
              <a:spcBef>
                <a:spcPts val="0"/>
              </a:spcBef>
              <a:spcAft>
                <a:spcPts val="0"/>
              </a:spcAft>
              <a:buNone/>
            </a:pPr>
            <a:r>
              <a:rPr lang="en-US"/>
              <a:t>  return &lt;h3&gt;📝 {username}'s Posts&lt;/h3&gt;;</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UserSettings = () =&gt; {</a:t>
            </a:r>
            <a:endParaRPr/>
          </a:p>
          <a:p>
            <a:pPr indent="0" lvl="0" marL="0" rtl="0" algn="l">
              <a:spcBef>
                <a:spcPts val="0"/>
              </a:spcBef>
              <a:spcAft>
                <a:spcPts val="0"/>
              </a:spcAft>
              <a:buNone/>
            </a:pPr>
            <a:r>
              <a:rPr lang="en-US"/>
              <a:t>  const { username } = useParams();</a:t>
            </a:r>
            <a:endParaRPr/>
          </a:p>
          <a:p>
            <a:pPr indent="0" lvl="0" marL="0" rtl="0" algn="l">
              <a:spcBef>
                <a:spcPts val="0"/>
              </a:spcBef>
              <a:spcAft>
                <a:spcPts val="0"/>
              </a:spcAft>
              <a:buNone/>
            </a:pPr>
            <a:r>
              <a:rPr lang="en-US"/>
              <a:t>  return &lt;h3&gt;⚙️ {username}'s Settings&lt;/h3&gt;;</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Navigation Menu</a:t>
            </a:r>
            <a:endParaRPr/>
          </a:p>
          <a:p>
            <a:pPr indent="0" lvl="0" marL="0" rtl="0" algn="l">
              <a:spcBef>
                <a:spcPts val="0"/>
              </a:spcBef>
              <a:spcAft>
                <a:spcPts val="0"/>
              </a:spcAft>
              <a:buNone/>
            </a:pPr>
            <a:r>
              <a:rPr lang="en-US"/>
              <a:t>const Navbar = () =&gt;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&lt;NavLink to="/" className={({ isActive }) =&gt; (isActive ? "active-link" : "")}&gt;</a:t>
            </a:r>
            <a:endParaRPr/>
          </a:p>
          <a:p>
            <a:pPr indent="0" lvl="0" marL="0" rtl="0" algn="l">
              <a:spcBef>
                <a:spcPts val="0"/>
              </a:spcBef>
              <a:spcAft>
                <a:spcPts val="0"/>
              </a:spcAft>
              <a:buNone/>
            </a:pPr>
            <a:r>
              <a:rPr lang="en-US"/>
              <a:t>        Home</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 | "}</a:t>
            </a:r>
            <a:endParaRPr/>
          </a:p>
          <a:p>
            <a:pPr indent="0" lvl="0" marL="0" rtl="0" algn="l">
              <a:spcBef>
                <a:spcPts val="0"/>
              </a:spcBef>
              <a:spcAft>
                <a:spcPts val="0"/>
              </a:spcAft>
              <a:buNone/>
            </a:pPr>
            <a:r>
              <a:rPr lang="en-US"/>
              <a:t>      &lt;NavLink to="/user/johndoe" className={({ isActive }) =&gt; (isActive ? "active-link" : "")}&gt;</a:t>
            </a:r>
            <a:endParaRPr/>
          </a:p>
          <a:p>
            <a:pPr indent="0" lvl="0" marL="0" rtl="0" algn="l">
              <a:spcBef>
                <a:spcPts val="0"/>
              </a:spcBef>
              <a:spcAft>
                <a:spcPts val="0"/>
              </a:spcAft>
              <a:buNone/>
            </a:pPr>
            <a:r>
              <a:rPr lang="en-US"/>
              <a:t>        John Doe</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 | "}</a:t>
            </a:r>
            <a:endParaRPr/>
          </a:p>
          <a:p>
            <a:pPr indent="0" lvl="0" marL="0" rtl="0" algn="l">
              <a:spcBef>
                <a:spcPts val="0"/>
              </a:spcBef>
              <a:spcAft>
                <a:spcPts val="0"/>
              </a:spcAft>
              <a:buNone/>
            </a:pPr>
            <a:r>
              <a:rPr lang="en-US"/>
              <a:t>      &lt;NavLink to="/user/alice" className={({ isActive }) =&gt; (isActive ? "active-link" : "")}&gt;</a:t>
            </a:r>
            <a:endParaRPr/>
          </a:p>
          <a:p>
            <a:pPr indent="0" lvl="0" marL="0" rtl="0" algn="l">
              <a:spcBef>
                <a:spcPts val="0"/>
              </a:spcBef>
              <a:spcAft>
                <a:spcPts val="0"/>
              </a:spcAft>
              <a:buNone/>
            </a:pPr>
            <a:r>
              <a:rPr lang="en-US"/>
              <a:t>        Alice</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&lt;Router&gt;</a:t>
            </a:r>
            <a:endParaRPr/>
          </a:p>
          <a:p>
            <a:pPr indent="0" lvl="0" marL="0" rtl="0" algn="l">
              <a:spcBef>
                <a:spcPts val="0"/>
              </a:spcBef>
              <a:spcAft>
                <a:spcPts val="0"/>
              </a:spcAft>
              <a:buNone/>
            </a:pPr>
            <a:r>
              <a:rPr lang="en-US"/>
              <a:t>      &lt;Navbar /&gt;</a:t>
            </a:r>
            <a:endParaRPr/>
          </a:p>
          <a:p>
            <a:pPr indent="0" lvl="0" marL="0" rtl="0" algn="l">
              <a:spcBef>
                <a:spcPts val="0"/>
              </a:spcBef>
              <a:spcAft>
                <a:spcPts val="0"/>
              </a:spcAft>
              <a:buNone/>
            </a:pPr>
            <a:r>
              <a:rPr lang="en-US"/>
              <a:t>      &lt;Routes&gt;</a:t>
            </a:r>
            <a:endParaRPr/>
          </a:p>
          <a:p>
            <a:pPr indent="0" lvl="0" marL="0" rtl="0" algn="l">
              <a:spcBef>
                <a:spcPts val="0"/>
              </a:spcBef>
              <a:spcAft>
                <a:spcPts val="0"/>
              </a:spcAft>
              <a:buNone/>
            </a:pPr>
            <a:r>
              <a:rPr lang="en-US"/>
              <a:t>        &lt;Route path="/" element={&lt;Home /&gt;} /&gt;</a:t>
            </a:r>
            <a:endParaRPr/>
          </a:p>
          <a:p>
            <a:pPr indent="0" lvl="0" marL="0" rtl="0" algn="l">
              <a:spcBef>
                <a:spcPts val="0"/>
              </a:spcBef>
              <a:spcAft>
                <a:spcPts val="0"/>
              </a:spcAft>
              <a:buNone/>
            </a:pPr>
            <a:r>
              <a:rPr lang="en-US"/>
              <a:t>        &lt;Route path="/user/:username" element={&lt;UserProfile /&gt;}&gt;</a:t>
            </a:r>
            <a:endParaRPr/>
          </a:p>
          <a:p>
            <a:pPr indent="0" lvl="0" marL="0" rtl="0" algn="l">
              <a:spcBef>
                <a:spcPts val="0"/>
              </a:spcBef>
              <a:spcAft>
                <a:spcPts val="0"/>
              </a:spcAft>
              <a:buNone/>
            </a:pPr>
            <a:r>
              <a:rPr lang="en-US"/>
              <a:t>          &lt;Route path="posts" element={&lt;UserPosts /&gt;} /&gt;</a:t>
            </a:r>
            <a:endParaRPr/>
          </a:p>
          <a:p>
            <a:pPr indent="0" lvl="0" marL="0" rtl="0" algn="l">
              <a:spcBef>
                <a:spcPts val="0"/>
              </a:spcBef>
              <a:spcAft>
                <a:spcPts val="0"/>
              </a:spcAft>
              <a:buNone/>
            </a:pPr>
            <a:r>
              <a:rPr lang="en-US"/>
              <a:t>          &lt;Route path="settings" element={&lt;UserSettings /&gt;} /&gt;</a:t>
            </a:r>
            <a:endParaRPr/>
          </a:p>
          <a:p>
            <a:pPr indent="0" lvl="0" marL="0" rtl="0" algn="l">
              <a:spcBef>
                <a:spcPts val="0"/>
              </a:spcBef>
              <a:spcAft>
                <a:spcPts val="0"/>
              </a:spcAft>
              <a:buNone/>
            </a:pPr>
            <a:r>
              <a:rPr lang="en-US"/>
              <a:t>        &lt;/Route&gt;</a:t>
            </a:r>
            <a:endParaRPr/>
          </a:p>
          <a:p>
            <a:pPr indent="0" lvl="0" marL="0" rtl="0" algn="l">
              <a:spcBef>
                <a:spcPts val="0"/>
              </a:spcBef>
              <a:spcAft>
                <a:spcPts val="0"/>
              </a:spcAft>
              <a:buNone/>
            </a:pPr>
            <a:r>
              <a:rPr lang="en-US"/>
              <a:t>      &lt;/Routes&gt;</a:t>
            </a:r>
            <a:endParaRPr/>
          </a:p>
          <a:p>
            <a:pPr indent="0" lvl="0" marL="0" rtl="0" algn="l">
              <a:spcBef>
                <a:spcPts val="0"/>
              </a:spcBef>
              <a:spcAft>
                <a:spcPts val="0"/>
              </a:spcAft>
              <a:buNone/>
            </a:pPr>
            <a:r>
              <a:rPr lang="en-US"/>
              <a:t>    &lt;/Router&gt;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p:txBody>
      </p:sp>
      <p:sp>
        <p:nvSpPr>
          <p:cNvPr id="324" name="Google Shape;32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 React from "react";</a:t>
            </a:r>
            <a:endParaRPr/>
          </a:p>
          <a:p>
            <a:pPr indent="0" lvl="0" marL="0" rtl="0" algn="l">
              <a:spcBef>
                <a:spcPts val="0"/>
              </a:spcBef>
              <a:spcAft>
                <a:spcPts val="0"/>
              </a:spcAft>
              <a:buNone/>
            </a:pPr>
            <a:r>
              <a:rPr lang="en-US"/>
              <a:t>import { BrowserRouter as Router, Routes, Route, NavLink, Outlet, useParams } from "react-router-dom";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Home = () =&gt; &lt;h2&gt;🏠 Home Page&lt;/h2&gt;;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Parent Component: UserProfile Layout with Nested Routes</a:t>
            </a:r>
            <a:endParaRPr/>
          </a:p>
          <a:p>
            <a:pPr indent="0" lvl="0" marL="0" rtl="0" algn="l">
              <a:spcBef>
                <a:spcPts val="0"/>
              </a:spcBef>
              <a:spcAft>
                <a:spcPts val="0"/>
              </a:spcAft>
              <a:buNone/>
            </a:pPr>
            <a:r>
              <a:rPr lang="en-US"/>
              <a:t>const UserProfile = () =&gt; {</a:t>
            </a:r>
            <a:endParaRPr/>
          </a:p>
          <a:p>
            <a:pPr indent="0" lvl="0" marL="0" rtl="0" algn="l">
              <a:spcBef>
                <a:spcPts val="0"/>
              </a:spcBef>
              <a:spcAft>
                <a:spcPts val="0"/>
              </a:spcAft>
              <a:buNone/>
            </a:pPr>
            <a:r>
              <a:rPr lang="en-US"/>
              <a:t>  const { username } = useParams(); // Get username from URL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&lt;h2&gt;👤 Profile of {username}&lt;/h2&gt;</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&lt;NavLink to={`/user/${username}/posts`} className={({ isActive }) =&gt; (isActive ? "active-link" : "")}&gt;</a:t>
            </a:r>
            <a:endParaRPr/>
          </a:p>
          <a:p>
            <a:pPr indent="0" lvl="0" marL="0" rtl="0" algn="l">
              <a:spcBef>
                <a:spcPts val="0"/>
              </a:spcBef>
              <a:spcAft>
                <a:spcPts val="0"/>
              </a:spcAft>
              <a:buNone/>
            </a:pPr>
            <a:r>
              <a:rPr lang="en-US"/>
              <a:t>          Posts</a:t>
            </a:r>
            <a:endParaRPr/>
          </a:p>
          <a:p>
            <a:pPr indent="0" lvl="0" marL="0" rtl="0" algn="l">
              <a:spcBef>
                <a:spcPts val="0"/>
              </a:spcBef>
              <a:spcAft>
                <a:spcPts val="0"/>
              </a:spcAft>
              <a:buNone/>
            </a:pPr>
            <a:r>
              <a:rPr lang="en-US"/>
              <a:t>        &lt;/NavLink&gt;{" | "}</a:t>
            </a:r>
            <a:endParaRPr/>
          </a:p>
          <a:p>
            <a:pPr indent="0" lvl="0" marL="0" rtl="0" algn="l">
              <a:spcBef>
                <a:spcPts val="0"/>
              </a:spcBef>
              <a:spcAft>
                <a:spcPts val="0"/>
              </a:spcAft>
              <a:buNone/>
            </a:pPr>
            <a:r>
              <a:rPr lang="en-US"/>
              <a:t>        &lt;NavLink to={`/user/${username}/settings`} className={({ isActive }) =&gt; (isActive ? "active-link" : "")}&gt;</a:t>
            </a:r>
            <a:endParaRPr/>
          </a:p>
          <a:p>
            <a:pPr indent="0" lvl="0" marL="0" rtl="0" algn="l">
              <a:spcBef>
                <a:spcPts val="0"/>
              </a:spcBef>
              <a:spcAft>
                <a:spcPts val="0"/>
              </a:spcAft>
              <a:buNone/>
            </a:pPr>
            <a:r>
              <a:rPr lang="en-US"/>
              <a:t>          Settings</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&lt;Outlet /&gt; {/* Nested Route will be rendered here */}</a:t>
            </a:r>
            <a:endParaRPr/>
          </a:p>
          <a:p>
            <a:pPr indent="0" lvl="0" marL="0" rtl="0" algn="l">
              <a:spcBef>
                <a:spcPts val="0"/>
              </a:spcBef>
              <a:spcAft>
                <a:spcPts val="0"/>
              </a:spcAft>
              <a:buNone/>
            </a:pPr>
            <a:r>
              <a:rPr lang="en-US"/>
              <a:t>    &lt;/div&gt;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Nested Route Components</a:t>
            </a:r>
            <a:endParaRPr/>
          </a:p>
          <a:p>
            <a:pPr indent="0" lvl="0" marL="0" rtl="0" algn="l">
              <a:spcBef>
                <a:spcPts val="0"/>
              </a:spcBef>
              <a:spcAft>
                <a:spcPts val="0"/>
              </a:spcAft>
              <a:buNone/>
            </a:pPr>
            <a:r>
              <a:rPr lang="en-US"/>
              <a:t>const UserPosts = () =&gt; {</a:t>
            </a:r>
            <a:endParaRPr/>
          </a:p>
          <a:p>
            <a:pPr indent="0" lvl="0" marL="0" rtl="0" algn="l">
              <a:spcBef>
                <a:spcPts val="0"/>
              </a:spcBef>
              <a:spcAft>
                <a:spcPts val="0"/>
              </a:spcAft>
              <a:buNone/>
            </a:pPr>
            <a:r>
              <a:rPr lang="en-US"/>
              <a:t>  const { username } = useParams();</a:t>
            </a:r>
            <a:endParaRPr/>
          </a:p>
          <a:p>
            <a:pPr indent="0" lvl="0" marL="0" rtl="0" algn="l">
              <a:spcBef>
                <a:spcPts val="0"/>
              </a:spcBef>
              <a:spcAft>
                <a:spcPts val="0"/>
              </a:spcAft>
              <a:buNone/>
            </a:pPr>
            <a:r>
              <a:rPr lang="en-US"/>
              <a:t>  return &lt;h3&gt;📝 {username}'s Posts&lt;/h3&gt;;</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UserSettings = () =&gt; {</a:t>
            </a:r>
            <a:endParaRPr/>
          </a:p>
          <a:p>
            <a:pPr indent="0" lvl="0" marL="0" rtl="0" algn="l">
              <a:spcBef>
                <a:spcPts val="0"/>
              </a:spcBef>
              <a:spcAft>
                <a:spcPts val="0"/>
              </a:spcAft>
              <a:buNone/>
            </a:pPr>
            <a:r>
              <a:rPr lang="en-US"/>
              <a:t>  const { username } = useParams();</a:t>
            </a:r>
            <a:endParaRPr/>
          </a:p>
          <a:p>
            <a:pPr indent="0" lvl="0" marL="0" rtl="0" algn="l">
              <a:spcBef>
                <a:spcPts val="0"/>
              </a:spcBef>
              <a:spcAft>
                <a:spcPts val="0"/>
              </a:spcAft>
              <a:buNone/>
            </a:pPr>
            <a:r>
              <a:rPr lang="en-US"/>
              <a:t>  return &lt;h3&gt;⚙️ {username}'s Settings&lt;/h3&gt;;</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Navigation Menu</a:t>
            </a:r>
            <a:endParaRPr/>
          </a:p>
          <a:p>
            <a:pPr indent="0" lvl="0" marL="0" rtl="0" algn="l">
              <a:spcBef>
                <a:spcPts val="0"/>
              </a:spcBef>
              <a:spcAft>
                <a:spcPts val="0"/>
              </a:spcAft>
              <a:buNone/>
            </a:pPr>
            <a:r>
              <a:rPr lang="en-US"/>
              <a:t>const Navbar = () =&gt;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&lt;NavLink to="/" className={({ isActive }) =&gt; (isActive ? "active-link" : "")}&gt;</a:t>
            </a:r>
            <a:endParaRPr/>
          </a:p>
          <a:p>
            <a:pPr indent="0" lvl="0" marL="0" rtl="0" algn="l">
              <a:spcBef>
                <a:spcPts val="0"/>
              </a:spcBef>
              <a:spcAft>
                <a:spcPts val="0"/>
              </a:spcAft>
              <a:buNone/>
            </a:pPr>
            <a:r>
              <a:rPr lang="en-US"/>
              <a:t>        Home</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 | "}</a:t>
            </a:r>
            <a:endParaRPr/>
          </a:p>
          <a:p>
            <a:pPr indent="0" lvl="0" marL="0" rtl="0" algn="l">
              <a:spcBef>
                <a:spcPts val="0"/>
              </a:spcBef>
              <a:spcAft>
                <a:spcPts val="0"/>
              </a:spcAft>
              <a:buNone/>
            </a:pPr>
            <a:r>
              <a:rPr lang="en-US"/>
              <a:t>      &lt;NavLink to="/user/johndoe" className={({ isActive }) =&gt; (isActive ? "active-link" : "")}&gt;</a:t>
            </a:r>
            <a:endParaRPr/>
          </a:p>
          <a:p>
            <a:pPr indent="0" lvl="0" marL="0" rtl="0" algn="l">
              <a:spcBef>
                <a:spcPts val="0"/>
              </a:spcBef>
              <a:spcAft>
                <a:spcPts val="0"/>
              </a:spcAft>
              <a:buNone/>
            </a:pPr>
            <a:r>
              <a:rPr lang="en-US"/>
              <a:t>        John Doe</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 | "}</a:t>
            </a:r>
            <a:endParaRPr/>
          </a:p>
          <a:p>
            <a:pPr indent="0" lvl="0" marL="0" rtl="0" algn="l">
              <a:spcBef>
                <a:spcPts val="0"/>
              </a:spcBef>
              <a:spcAft>
                <a:spcPts val="0"/>
              </a:spcAft>
              <a:buNone/>
            </a:pPr>
            <a:r>
              <a:rPr lang="en-US"/>
              <a:t>      &lt;NavLink to="/user/alice" className={({ isActive }) =&gt; (isActive ? "active-link" : "")}&gt;</a:t>
            </a:r>
            <a:endParaRPr/>
          </a:p>
          <a:p>
            <a:pPr indent="0" lvl="0" marL="0" rtl="0" algn="l">
              <a:spcBef>
                <a:spcPts val="0"/>
              </a:spcBef>
              <a:spcAft>
                <a:spcPts val="0"/>
              </a:spcAft>
              <a:buNone/>
            </a:pPr>
            <a:r>
              <a:rPr lang="en-US"/>
              <a:t>        Alice</a:t>
            </a:r>
            <a:endParaRPr/>
          </a:p>
          <a:p>
            <a:pPr indent="0" lvl="0" marL="0" rtl="0" algn="l">
              <a:spcBef>
                <a:spcPts val="0"/>
              </a:spcBef>
              <a:spcAft>
                <a:spcPts val="0"/>
              </a:spcAft>
              <a:buNone/>
            </a:pPr>
            <a:r>
              <a:rPr lang="en-US"/>
              <a:t>      &lt;/NavLink&gt;</a:t>
            </a:r>
            <a:endParaRPr/>
          </a:p>
          <a:p>
            <a:pPr indent="0" lvl="0" marL="0" rtl="0" algn="l">
              <a:spcBef>
                <a:spcPts val="0"/>
              </a:spcBef>
              <a:spcAft>
                <a:spcPts val="0"/>
              </a:spcAft>
              <a:buNone/>
            </a:pPr>
            <a:r>
              <a:rPr lang="en-US"/>
              <a:t>    &lt;/nav&gt;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const App = () =&gt; {</a:t>
            </a:r>
            <a:endParaRPr/>
          </a:p>
          <a:p>
            <a:pPr indent="0" lvl="0" marL="0" rtl="0" algn="l">
              <a:spcBef>
                <a:spcPts val="0"/>
              </a:spcBef>
              <a:spcAft>
                <a:spcPts val="0"/>
              </a:spcAft>
              <a:buNone/>
            </a:pPr>
            <a:r>
              <a:rPr lang="en-US"/>
              <a:t>  return (</a:t>
            </a:r>
            <a:endParaRPr/>
          </a:p>
          <a:p>
            <a:pPr indent="0" lvl="0" marL="0" rtl="0" algn="l">
              <a:spcBef>
                <a:spcPts val="0"/>
              </a:spcBef>
              <a:spcAft>
                <a:spcPts val="0"/>
              </a:spcAft>
              <a:buNone/>
            </a:pPr>
            <a:r>
              <a:rPr lang="en-US"/>
              <a:t>    &lt;Router&gt;</a:t>
            </a:r>
            <a:endParaRPr/>
          </a:p>
          <a:p>
            <a:pPr indent="0" lvl="0" marL="0" rtl="0" algn="l">
              <a:spcBef>
                <a:spcPts val="0"/>
              </a:spcBef>
              <a:spcAft>
                <a:spcPts val="0"/>
              </a:spcAft>
              <a:buNone/>
            </a:pPr>
            <a:r>
              <a:rPr lang="en-US"/>
              <a:t>      &lt;Navbar /&gt;</a:t>
            </a:r>
            <a:endParaRPr/>
          </a:p>
          <a:p>
            <a:pPr indent="0" lvl="0" marL="0" rtl="0" algn="l">
              <a:spcBef>
                <a:spcPts val="0"/>
              </a:spcBef>
              <a:spcAft>
                <a:spcPts val="0"/>
              </a:spcAft>
              <a:buNone/>
            </a:pPr>
            <a:r>
              <a:rPr lang="en-US"/>
              <a:t>      &lt;Routes&gt;</a:t>
            </a:r>
            <a:endParaRPr/>
          </a:p>
          <a:p>
            <a:pPr indent="0" lvl="0" marL="0" rtl="0" algn="l">
              <a:spcBef>
                <a:spcPts val="0"/>
              </a:spcBef>
              <a:spcAft>
                <a:spcPts val="0"/>
              </a:spcAft>
              <a:buNone/>
            </a:pPr>
            <a:r>
              <a:rPr lang="en-US"/>
              <a:t>        &lt;Route path="/" element={&lt;Home /&gt;} /&gt;</a:t>
            </a:r>
            <a:endParaRPr/>
          </a:p>
          <a:p>
            <a:pPr indent="0" lvl="0" marL="0" rtl="0" algn="l">
              <a:spcBef>
                <a:spcPts val="0"/>
              </a:spcBef>
              <a:spcAft>
                <a:spcPts val="0"/>
              </a:spcAft>
              <a:buNone/>
            </a:pPr>
            <a:r>
              <a:rPr lang="en-US"/>
              <a:t>        &lt;Route path="/user/:username" element={&lt;UserProfile /&gt;}&gt;</a:t>
            </a:r>
            <a:endParaRPr/>
          </a:p>
          <a:p>
            <a:pPr indent="0" lvl="0" marL="0" rtl="0" algn="l">
              <a:spcBef>
                <a:spcPts val="0"/>
              </a:spcBef>
              <a:spcAft>
                <a:spcPts val="0"/>
              </a:spcAft>
              <a:buNone/>
            </a:pPr>
            <a:r>
              <a:rPr lang="en-US"/>
              <a:t>          &lt;Route path="posts" element={&lt;UserPosts /&gt;} /&gt;</a:t>
            </a:r>
            <a:endParaRPr/>
          </a:p>
          <a:p>
            <a:pPr indent="0" lvl="0" marL="0" rtl="0" algn="l">
              <a:spcBef>
                <a:spcPts val="0"/>
              </a:spcBef>
              <a:spcAft>
                <a:spcPts val="0"/>
              </a:spcAft>
              <a:buNone/>
            </a:pPr>
            <a:r>
              <a:rPr lang="en-US"/>
              <a:t>          &lt;Route path="settings" element={&lt;UserSettings /&gt;} /&gt;</a:t>
            </a:r>
            <a:endParaRPr/>
          </a:p>
          <a:p>
            <a:pPr indent="0" lvl="0" marL="0" rtl="0" algn="l">
              <a:spcBef>
                <a:spcPts val="0"/>
              </a:spcBef>
              <a:spcAft>
                <a:spcPts val="0"/>
              </a:spcAft>
              <a:buNone/>
            </a:pPr>
            <a:r>
              <a:rPr lang="en-US"/>
              <a:t>        &lt;/Route&gt;</a:t>
            </a:r>
            <a:endParaRPr/>
          </a:p>
          <a:p>
            <a:pPr indent="0" lvl="0" marL="0" rtl="0" algn="l">
              <a:spcBef>
                <a:spcPts val="0"/>
              </a:spcBef>
              <a:spcAft>
                <a:spcPts val="0"/>
              </a:spcAft>
              <a:buNone/>
            </a:pPr>
            <a:r>
              <a:rPr lang="en-US"/>
              <a:t>      &lt;/Routes&gt;</a:t>
            </a:r>
            <a:endParaRPr/>
          </a:p>
          <a:p>
            <a:pPr indent="0" lvl="0" marL="0" rtl="0" algn="l">
              <a:spcBef>
                <a:spcPts val="0"/>
              </a:spcBef>
              <a:spcAft>
                <a:spcPts val="0"/>
              </a:spcAft>
              <a:buNone/>
            </a:pPr>
            <a:r>
              <a:rPr lang="en-US"/>
              <a:t>    &lt;/Router&gt;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export default App;</a:t>
            </a:r>
            <a:endParaRPr/>
          </a:p>
        </p:txBody>
      </p:sp>
      <p:sp>
        <p:nvSpPr>
          <p:cNvPr id="337" name="Google Shape;33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Switch trong React Router v5: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Switch đảm bảo rằng chỉ một Route được render tại một thời điểm.</a:t>
            </a:r>
            <a:endParaRPr/>
          </a:p>
          <a:p>
            <a:pPr indent="0" lvl="0" marL="0" rtl="0" algn="l">
              <a:spcBef>
                <a:spcPts val="0"/>
              </a:spcBef>
              <a:spcAft>
                <a:spcPts val="0"/>
              </a:spcAft>
              <a:buNone/>
            </a:pPr>
            <a:r>
              <a:rPr lang="en-US"/>
              <a:t>Route đầu tiên khớp sẽ được hiển thị.</a:t>
            </a:r>
            <a:endParaRPr/>
          </a:p>
          <a:p>
            <a:pPr indent="0" lvl="0" marL="0" rtl="0" algn="l">
              <a:spcBef>
                <a:spcPts val="0"/>
              </a:spcBef>
              <a:spcAft>
                <a:spcPts val="0"/>
              </a:spcAft>
              <a:buNone/>
            </a:pPr>
            <a:r>
              <a:rPr lang="en-US"/>
              <a:t>Nested Routes với match: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match.url dùng để tạo đường dẫn động (/user/johndoe/posts).</a:t>
            </a:r>
            <a:endParaRPr/>
          </a:p>
          <a:p>
            <a:pPr indent="0" lvl="0" marL="0" rtl="0" algn="l">
              <a:spcBef>
                <a:spcPts val="0"/>
              </a:spcBef>
              <a:spcAft>
                <a:spcPts val="0"/>
              </a:spcAft>
              <a:buNone/>
            </a:pPr>
            <a:r>
              <a:rPr lang="en-US"/>
              <a:t>match.path dùng để định nghĩa Route.</a:t>
            </a:r>
            <a:endParaRPr/>
          </a:p>
          <a:p>
            <a:pPr indent="0" lvl="0" marL="0" rtl="0" algn="l">
              <a:spcBef>
                <a:spcPts val="0"/>
              </a:spcBef>
              <a:spcAft>
                <a:spcPts val="0"/>
              </a:spcAft>
              <a:buNone/>
            </a:pPr>
            <a:r>
              <a:rPr lang="en-US"/>
              <a:t>useParams() để lấy tham số từ URL: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useParams() giúp lấy giá trị username từ URL.</a:t>
            </a:r>
            <a:endParaRPr/>
          </a:p>
          <a:p>
            <a:pPr indent="0" lvl="0" marL="0" rtl="0" algn="l">
              <a:spcBef>
                <a:spcPts val="0"/>
              </a:spcBef>
              <a:spcAft>
                <a:spcPts val="0"/>
              </a:spcAft>
              <a:buNone/>
            </a:pPr>
            <a:r>
              <a:t/>
            </a:r>
            <a:endParaRPr/>
          </a:p>
          <a:p>
            <a:pPr indent="0" lvl="0" marL="0" rtl="0" algn="l">
              <a:lnSpc>
                <a:spcPct val="115000"/>
              </a:lnSpc>
              <a:spcBef>
                <a:spcPts val="1800"/>
              </a:spcBef>
              <a:spcAft>
                <a:spcPts val="0"/>
              </a:spcAft>
              <a:buClr>
                <a:schemeClr val="dk2"/>
              </a:buClr>
              <a:buSzPts val="1100"/>
              <a:buFont typeface="Arial"/>
              <a:buNone/>
            </a:pPr>
            <a:r>
              <a:rPr b="1" lang="en-US" sz="1700">
                <a:solidFill>
                  <a:schemeClr val="dk2"/>
                </a:solidFill>
              </a:rPr>
              <a:t> Nếu bạn đang dùng React Router v6:</a:t>
            </a:r>
            <a:endParaRPr b="1" sz="1700">
              <a:solidFill>
                <a:schemeClr val="dk2"/>
              </a:solidFill>
            </a:endParaRPr>
          </a:p>
          <a:p>
            <a:pPr indent="-298450" lvl="0" marL="457200" rtl="0" algn="l">
              <a:lnSpc>
                <a:spcPct val="115000"/>
              </a:lnSpc>
              <a:spcBef>
                <a:spcPts val="1200"/>
              </a:spcBef>
              <a:spcAft>
                <a:spcPts val="0"/>
              </a:spcAft>
              <a:buClr>
                <a:schemeClr val="dk2"/>
              </a:buClr>
              <a:buSzPts val="1100"/>
              <a:buChar char="●"/>
            </a:pPr>
            <a:r>
              <a:rPr b="1" lang="en-US" sz="1100">
                <a:solidFill>
                  <a:schemeClr val="dk2"/>
                </a:solidFill>
              </a:rPr>
              <a:t>Không cần </a:t>
            </a:r>
            <a:r>
              <a:rPr b="1" lang="en-US" sz="1100">
                <a:solidFill>
                  <a:srgbClr val="188038"/>
                </a:solidFill>
                <a:latin typeface="Roboto Mono"/>
                <a:ea typeface="Roboto Mono"/>
                <a:cs typeface="Roboto Mono"/>
                <a:sym typeface="Roboto Mono"/>
              </a:rPr>
              <a:t>Switch</a:t>
            </a:r>
            <a:r>
              <a:rPr lang="en-US" sz="1100">
                <a:solidFill>
                  <a:schemeClr val="dk2"/>
                </a:solidFill>
              </a:rPr>
              <a:t>, thay vào đó dùng </a:t>
            </a:r>
            <a:r>
              <a:rPr lang="en-US" sz="1100">
                <a:solidFill>
                  <a:srgbClr val="188038"/>
                </a:solidFill>
                <a:latin typeface="Roboto Mono"/>
                <a:ea typeface="Roboto Mono"/>
                <a:cs typeface="Roboto Mono"/>
                <a:sym typeface="Roboto Mono"/>
              </a:rPr>
              <a:t>Routes</a:t>
            </a:r>
            <a:r>
              <a:rPr lang="en-US" sz="1100">
                <a:solidFill>
                  <a:schemeClr val="dk2"/>
                </a:solidFill>
              </a:rPr>
              <a:t>.</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b="1" lang="en-US" sz="1100">
                <a:solidFill>
                  <a:schemeClr val="dk2"/>
                </a:solidFill>
              </a:rPr>
              <a:t>Thay </a:t>
            </a:r>
            <a:r>
              <a:rPr b="1" lang="en-US" sz="1100">
                <a:solidFill>
                  <a:srgbClr val="188038"/>
                </a:solidFill>
                <a:latin typeface="Roboto Mono"/>
                <a:ea typeface="Roboto Mono"/>
                <a:cs typeface="Roboto Mono"/>
                <a:sym typeface="Roboto Mono"/>
              </a:rPr>
              <a:t>component={Component}</a:t>
            </a:r>
            <a:r>
              <a:rPr b="1" lang="en-US" sz="1100">
                <a:solidFill>
                  <a:schemeClr val="dk2"/>
                </a:solidFill>
              </a:rPr>
              <a:t> bằng </a:t>
            </a:r>
            <a:r>
              <a:rPr b="1" lang="en-US" sz="1100">
                <a:solidFill>
                  <a:srgbClr val="188038"/>
                </a:solidFill>
                <a:latin typeface="Roboto Mono"/>
                <a:ea typeface="Roboto Mono"/>
                <a:cs typeface="Roboto Mono"/>
                <a:sym typeface="Roboto Mono"/>
              </a:rPr>
              <a:t>element={&lt;Component /&gt;}</a:t>
            </a:r>
            <a:r>
              <a:rPr lang="en-US" sz="1100">
                <a:solidFill>
                  <a:schemeClr val="dk2"/>
                </a:solidFill>
              </a:rPr>
              <a:t>.</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b="1" lang="en-US" sz="1100">
                <a:solidFill>
                  <a:schemeClr val="dk2"/>
                </a:solidFill>
              </a:rPr>
              <a:t>Dùng </a:t>
            </a:r>
            <a:r>
              <a:rPr b="1" lang="en-US" sz="1100">
                <a:solidFill>
                  <a:srgbClr val="188038"/>
                </a:solidFill>
                <a:latin typeface="Roboto Mono"/>
                <a:ea typeface="Roboto Mono"/>
                <a:cs typeface="Roboto Mono"/>
                <a:sym typeface="Roboto Mono"/>
              </a:rPr>
              <a:t>&lt;Outlet /&gt;</a:t>
            </a:r>
            <a:r>
              <a:rPr b="1" lang="en-US" sz="1100">
                <a:solidFill>
                  <a:schemeClr val="dk2"/>
                </a:solidFill>
              </a:rPr>
              <a:t> thay vì </a:t>
            </a:r>
            <a:r>
              <a:rPr b="1" lang="en-US" sz="1100">
                <a:solidFill>
                  <a:srgbClr val="188038"/>
                </a:solidFill>
                <a:latin typeface="Roboto Mono"/>
                <a:ea typeface="Roboto Mono"/>
                <a:cs typeface="Roboto Mono"/>
                <a:sym typeface="Roboto Mono"/>
              </a:rPr>
              <a:t>match</a:t>
            </a:r>
            <a:r>
              <a:rPr lang="en-US" sz="1100">
                <a:solidFill>
                  <a:schemeClr val="dk2"/>
                </a:solidFill>
              </a:rPr>
              <a:t>.</a:t>
            </a:r>
            <a:endParaRPr sz="1100">
              <a:solidFill>
                <a:schemeClr val="dk2"/>
              </a:solidFill>
            </a:endParaRPr>
          </a:p>
          <a:p>
            <a:pPr indent="0" lvl="0" marL="0" rtl="0" algn="l">
              <a:spcBef>
                <a:spcPts val="1200"/>
              </a:spcBef>
              <a:spcAft>
                <a:spcPts val="0"/>
              </a:spcAft>
              <a:buNone/>
            </a:pPr>
            <a:r>
              <a:t/>
            </a:r>
            <a:endParaRPr/>
          </a:p>
        </p:txBody>
      </p:sp>
      <p:sp>
        <p:nvSpPr>
          <p:cNvPr id="352" name="Google Shape;35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rgbClr val="F0F0F0"/>
                </a:solidFill>
                <a:latin typeface="Roboto"/>
                <a:ea typeface="Roboto"/>
                <a:cs typeface="Roboto"/>
                <a:sym typeface="Roboto"/>
              </a:rPr>
              <a:t>Here, </a:t>
            </a:r>
            <a:r>
              <a:rPr lang="en-US"/>
              <a:t>match.url</a:t>
            </a:r>
            <a:r>
              <a:rPr b="0" i="0" lang="en-US">
                <a:solidFill>
                  <a:srgbClr val="F0F0F0"/>
                </a:solidFill>
                <a:latin typeface="Roboto"/>
                <a:ea typeface="Roboto"/>
                <a:cs typeface="Roboto"/>
                <a:sym typeface="Roboto"/>
              </a:rPr>
              <a:t> gives us the matched portion of the URL, which we use to create links to each product detail page.</a:t>
            </a:r>
            <a:endParaRPr/>
          </a:p>
        </p:txBody>
      </p:sp>
      <p:sp>
        <p:nvSpPr>
          <p:cNvPr id="360" name="Google Shape;36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https://app.studyraid.com/en/read/1665/22497/redirects-and-route-guards</a:t>
            </a:r>
            <a:endParaRPr/>
          </a:p>
          <a:p>
            <a:pPr indent="0" lvl="0" marL="0" rtl="0" algn="l">
              <a:spcBef>
                <a:spcPts val="0"/>
              </a:spcBef>
              <a:spcAft>
                <a:spcPts val="0"/>
              </a:spcAft>
              <a:buNone/>
            </a:pPr>
            <a:r>
              <a:t/>
            </a:r>
            <a:endParaRPr/>
          </a:p>
        </p:txBody>
      </p:sp>
      <p:sp>
        <p:nvSpPr>
          <p:cNvPr id="368" name="Google Shape;368;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1100"/>
              <a:buFont typeface="Arial"/>
              <a:buNone/>
            </a:pPr>
            <a:r>
              <a:rPr lang="en-US"/>
              <a:t>import React from "react";</a:t>
            </a:r>
            <a:endParaRPr/>
          </a:p>
          <a:p>
            <a:pPr indent="0" lvl="0" marL="0" rtl="0" algn="l">
              <a:spcBef>
                <a:spcPts val="0"/>
              </a:spcBef>
              <a:spcAft>
                <a:spcPts val="0"/>
              </a:spcAft>
              <a:buClr>
                <a:schemeClr val="dk2"/>
              </a:buClr>
              <a:buSzPts val="1100"/>
              <a:buFont typeface="Arial"/>
              <a:buNone/>
            </a:pPr>
            <a:r>
              <a:rPr lang="en-US"/>
              <a:t>import { BrowserRouter as Router, Routes, Route, useNavigate } from "react-router-dom";</a:t>
            </a:r>
            <a:endParaRPr/>
          </a:p>
          <a:p>
            <a:pPr indent="0" lvl="0" marL="0" rtl="0" algn="l">
              <a:spcBef>
                <a:spcPts val="0"/>
              </a:spcBef>
              <a:spcAft>
                <a:spcPts val="0"/>
              </a:spcAft>
              <a:buClr>
                <a:schemeClr val="dk2"/>
              </a:buClr>
              <a:buSzPts val="1100"/>
              <a:buFont typeface="Arial"/>
              <a:buNone/>
            </a:pPr>
            <a:r>
              <a:t/>
            </a:r>
            <a:endParaRPr/>
          </a:p>
          <a:p>
            <a:pPr indent="0" lvl="0" marL="0" rtl="0" algn="l">
              <a:spcBef>
                <a:spcPts val="0"/>
              </a:spcBef>
              <a:spcAft>
                <a:spcPts val="0"/>
              </a:spcAft>
              <a:buClr>
                <a:schemeClr val="dk2"/>
              </a:buClr>
              <a:buSzPts val="1100"/>
              <a:buFont typeface="Arial"/>
              <a:buNone/>
            </a:pPr>
            <a:r>
              <a:rPr lang="en-US"/>
              <a:t>const Home = () =&gt; &lt;h2&gt;🏠 Trang Chủ&lt;/h2&gt;;</a:t>
            </a:r>
            <a:endParaRPr/>
          </a:p>
          <a:p>
            <a:pPr indent="0" lvl="0" marL="0" rtl="0" algn="l">
              <a:spcBef>
                <a:spcPts val="0"/>
              </a:spcBef>
              <a:spcAft>
                <a:spcPts val="0"/>
              </a:spcAft>
              <a:buClr>
                <a:schemeClr val="dk2"/>
              </a:buClr>
              <a:buSzPts val="1100"/>
              <a:buFont typeface="Arial"/>
              <a:buNone/>
            </a:pPr>
            <a:r>
              <a:t/>
            </a:r>
            <a:endParaRPr/>
          </a:p>
          <a:p>
            <a:pPr indent="0" lvl="0" marL="0" rtl="0" algn="l">
              <a:spcBef>
                <a:spcPts val="0"/>
              </a:spcBef>
              <a:spcAft>
                <a:spcPts val="0"/>
              </a:spcAft>
              <a:buClr>
                <a:schemeClr val="dk2"/>
              </a:buClr>
              <a:buSzPts val="1100"/>
              <a:buFont typeface="Arial"/>
              <a:buNone/>
            </a:pPr>
            <a:r>
              <a:rPr lang="en-US"/>
              <a:t>const Login = () =&gt; {</a:t>
            </a:r>
            <a:endParaRPr/>
          </a:p>
          <a:p>
            <a:pPr indent="0" lvl="0" marL="0" rtl="0" algn="l">
              <a:spcBef>
                <a:spcPts val="0"/>
              </a:spcBef>
              <a:spcAft>
                <a:spcPts val="0"/>
              </a:spcAft>
              <a:buClr>
                <a:schemeClr val="dk2"/>
              </a:buClr>
              <a:buSzPts val="1100"/>
              <a:buFont typeface="Arial"/>
              <a:buNone/>
            </a:pPr>
            <a:r>
              <a:rPr lang="en-US"/>
              <a:t>  const navigate = useNavigate(); // Hook để điều hướng</a:t>
            </a:r>
            <a:endParaRPr/>
          </a:p>
          <a:p>
            <a:pPr indent="0" lvl="0" marL="0" rtl="0" algn="l">
              <a:spcBef>
                <a:spcPts val="0"/>
              </a:spcBef>
              <a:spcAft>
                <a:spcPts val="0"/>
              </a:spcAft>
              <a:buClr>
                <a:schemeClr val="dk2"/>
              </a:buClr>
              <a:buSzPts val="1100"/>
              <a:buFont typeface="Arial"/>
              <a:buNone/>
            </a:pPr>
            <a:r>
              <a:t/>
            </a:r>
            <a:endParaRPr/>
          </a:p>
          <a:p>
            <a:pPr indent="0" lvl="0" marL="0" rtl="0" algn="l">
              <a:spcBef>
                <a:spcPts val="0"/>
              </a:spcBef>
              <a:spcAft>
                <a:spcPts val="0"/>
              </a:spcAft>
              <a:buClr>
                <a:schemeClr val="dk2"/>
              </a:buClr>
              <a:buSzPts val="1100"/>
              <a:buFont typeface="Arial"/>
              <a:buNone/>
            </a:pPr>
            <a:r>
              <a:rPr lang="en-US"/>
              <a:t>  const handleLogin = () =&gt; {</a:t>
            </a:r>
            <a:endParaRPr/>
          </a:p>
          <a:p>
            <a:pPr indent="0" lvl="0" marL="0" rtl="0" algn="l">
              <a:spcBef>
                <a:spcPts val="0"/>
              </a:spcBef>
              <a:spcAft>
                <a:spcPts val="0"/>
              </a:spcAft>
              <a:buClr>
                <a:schemeClr val="dk2"/>
              </a:buClr>
              <a:buSzPts val="1100"/>
              <a:buFont typeface="Arial"/>
              <a:buNone/>
            </a:pPr>
            <a:r>
              <a:rPr lang="en-US"/>
              <a:t>    // Xử lý đăng nhập (giả lập)</a:t>
            </a:r>
            <a:endParaRPr/>
          </a:p>
          <a:p>
            <a:pPr indent="0" lvl="0" marL="0" rtl="0" algn="l">
              <a:spcBef>
                <a:spcPts val="0"/>
              </a:spcBef>
              <a:spcAft>
                <a:spcPts val="0"/>
              </a:spcAft>
              <a:buClr>
                <a:schemeClr val="dk2"/>
              </a:buClr>
              <a:buSzPts val="1100"/>
              <a:buFont typeface="Arial"/>
              <a:buNone/>
            </a:pPr>
            <a:r>
              <a:rPr lang="en-US"/>
              <a:t>    alert("Đăng nhập thành công!");</a:t>
            </a:r>
            <a:endParaRPr/>
          </a:p>
          <a:p>
            <a:pPr indent="0" lvl="0" marL="0" rtl="0" algn="l">
              <a:spcBef>
                <a:spcPts val="0"/>
              </a:spcBef>
              <a:spcAft>
                <a:spcPts val="0"/>
              </a:spcAft>
              <a:buClr>
                <a:schemeClr val="dk2"/>
              </a:buClr>
              <a:buSzPts val="1100"/>
              <a:buFont typeface="Arial"/>
              <a:buNone/>
            </a:pPr>
            <a:r>
              <a:rPr lang="en-US"/>
              <a:t>    navigate("/dashboard"); // Chuyển hướng đến trang Dashboard</a:t>
            </a:r>
            <a:endParaRPr/>
          </a:p>
          <a:p>
            <a:pPr indent="0" lvl="0" marL="0" rtl="0" algn="l">
              <a:spcBef>
                <a:spcPts val="0"/>
              </a:spcBef>
              <a:spcAft>
                <a:spcPts val="0"/>
              </a:spcAft>
              <a:buClr>
                <a:schemeClr val="dk2"/>
              </a:buClr>
              <a:buSzPts val="1100"/>
              <a:buFont typeface="Arial"/>
              <a:buNone/>
            </a:pPr>
            <a:r>
              <a:rPr lang="en-US"/>
              <a:t>  };</a:t>
            </a:r>
            <a:endParaRPr/>
          </a:p>
          <a:p>
            <a:pPr indent="0" lvl="0" marL="0" rtl="0" algn="l">
              <a:spcBef>
                <a:spcPts val="0"/>
              </a:spcBef>
              <a:spcAft>
                <a:spcPts val="0"/>
              </a:spcAft>
              <a:buClr>
                <a:schemeClr val="dk2"/>
              </a:buClr>
              <a:buSzPts val="1100"/>
              <a:buFont typeface="Arial"/>
              <a:buNone/>
            </a:pPr>
            <a:r>
              <a:t/>
            </a:r>
            <a:endParaRPr/>
          </a:p>
          <a:p>
            <a:pPr indent="0" lvl="0" marL="0" rtl="0" algn="l">
              <a:spcBef>
                <a:spcPts val="0"/>
              </a:spcBef>
              <a:spcAft>
                <a:spcPts val="0"/>
              </a:spcAft>
              <a:buClr>
                <a:schemeClr val="dk2"/>
              </a:buClr>
              <a:buSzPts val="1100"/>
              <a:buFont typeface="Arial"/>
              <a:buNone/>
            </a:pPr>
            <a:r>
              <a:rPr lang="en-US"/>
              <a:t>  return (</a:t>
            </a:r>
            <a:endParaRPr/>
          </a:p>
          <a:p>
            <a:pPr indent="0" lvl="0" marL="0" rtl="0" algn="l">
              <a:spcBef>
                <a:spcPts val="0"/>
              </a:spcBef>
              <a:spcAft>
                <a:spcPts val="0"/>
              </a:spcAft>
              <a:buClr>
                <a:schemeClr val="dk2"/>
              </a:buClr>
              <a:buSzPts val="1100"/>
              <a:buFont typeface="Arial"/>
              <a:buNone/>
            </a:pPr>
            <a:r>
              <a:rPr lang="en-US"/>
              <a:t>    &lt;div&gt;</a:t>
            </a:r>
            <a:endParaRPr/>
          </a:p>
          <a:p>
            <a:pPr indent="0" lvl="0" marL="0" rtl="0" algn="l">
              <a:spcBef>
                <a:spcPts val="0"/>
              </a:spcBef>
              <a:spcAft>
                <a:spcPts val="0"/>
              </a:spcAft>
              <a:buClr>
                <a:schemeClr val="dk2"/>
              </a:buClr>
              <a:buSzPts val="1100"/>
              <a:buFont typeface="Arial"/>
              <a:buNone/>
            </a:pPr>
            <a:r>
              <a:rPr lang="en-US"/>
              <a:t>      &lt;h2&gt;🔑 Đăng Nhập&lt;/h2&gt;</a:t>
            </a:r>
            <a:endParaRPr/>
          </a:p>
          <a:p>
            <a:pPr indent="0" lvl="0" marL="0" rtl="0" algn="l">
              <a:spcBef>
                <a:spcPts val="0"/>
              </a:spcBef>
              <a:spcAft>
                <a:spcPts val="0"/>
              </a:spcAft>
              <a:buClr>
                <a:schemeClr val="dk2"/>
              </a:buClr>
              <a:buSzPts val="1100"/>
              <a:buFont typeface="Arial"/>
              <a:buNone/>
            </a:pPr>
            <a:r>
              <a:rPr lang="en-US"/>
              <a:t>      &lt;button onClick={handleLogin}&gt;Đăng nhập&lt;/button&gt;</a:t>
            </a:r>
            <a:endParaRPr/>
          </a:p>
          <a:p>
            <a:pPr indent="0" lvl="0" marL="0" rtl="0" algn="l">
              <a:spcBef>
                <a:spcPts val="0"/>
              </a:spcBef>
              <a:spcAft>
                <a:spcPts val="0"/>
              </a:spcAft>
              <a:buClr>
                <a:schemeClr val="dk2"/>
              </a:buClr>
              <a:buSzPts val="1100"/>
              <a:buFont typeface="Arial"/>
              <a:buNone/>
            </a:pPr>
            <a:r>
              <a:rPr lang="en-US"/>
              <a:t>    &lt;/div&gt;</a:t>
            </a:r>
            <a:endParaRPr/>
          </a:p>
          <a:p>
            <a:pPr indent="0" lvl="0" marL="0" rtl="0" algn="l">
              <a:spcBef>
                <a:spcPts val="0"/>
              </a:spcBef>
              <a:spcAft>
                <a:spcPts val="0"/>
              </a:spcAft>
              <a:buClr>
                <a:schemeClr val="dk2"/>
              </a:buClr>
              <a:buSzPts val="1100"/>
              <a:buFont typeface="Arial"/>
              <a:buNone/>
            </a:pPr>
            <a:r>
              <a:rPr lang="en-US"/>
              <a:t>  );</a:t>
            </a:r>
            <a:endParaRPr/>
          </a:p>
          <a:p>
            <a:pPr indent="0" lvl="0" marL="0" rtl="0" algn="l">
              <a:spcBef>
                <a:spcPts val="0"/>
              </a:spcBef>
              <a:spcAft>
                <a:spcPts val="0"/>
              </a:spcAft>
              <a:buClr>
                <a:schemeClr val="dk2"/>
              </a:buClr>
              <a:buSzPts val="1100"/>
              <a:buFont typeface="Arial"/>
              <a:buNone/>
            </a:pPr>
            <a:r>
              <a:rPr lang="en-US"/>
              <a:t>};</a:t>
            </a:r>
            <a:endParaRPr/>
          </a:p>
          <a:p>
            <a:pPr indent="0" lvl="0" marL="0" rtl="0" algn="l">
              <a:spcBef>
                <a:spcPts val="0"/>
              </a:spcBef>
              <a:spcAft>
                <a:spcPts val="0"/>
              </a:spcAft>
              <a:buClr>
                <a:schemeClr val="dk2"/>
              </a:buClr>
              <a:buSzPts val="1100"/>
              <a:buFont typeface="Arial"/>
              <a:buNone/>
            </a:pPr>
            <a:r>
              <a:t/>
            </a:r>
            <a:endParaRPr/>
          </a:p>
          <a:p>
            <a:pPr indent="0" lvl="0" marL="0" rtl="0" algn="l">
              <a:spcBef>
                <a:spcPts val="0"/>
              </a:spcBef>
              <a:spcAft>
                <a:spcPts val="0"/>
              </a:spcAft>
              <a:buClr>
                <a:schemeClr val="dk2"/>
              </a:buClr>
              <a:buSzPts val="1100"/>
              <a:buFont typeface="Arial"/>
              <a:buNone/>
            </a:pPr>
            <a:r>
              <a:rPr lang="en-US"/>
              <a:t>const Dashboard = () =&gt; &lt;h2&gt;📊 Dashboard&lt;/h2&gt;;</a:t>
            </a:r>
            <a:endParaRPr/>
          </a:p>
          <a:p>
            <a:pPr indent="0" lvl="0" marL="0" rtl="0" algn="l">
              <a:spcBef>
                <a:spcPts val="0"/>
              </a:spcBef>
              <a:spcAft>
                <a:spcPts val="0"/>
              </a:spcAft>
              <a:buClr>
                <a:schemeClr val="dk2"/>
              </a:buClr>
              <a:buSzPts val="1100"/>
              <a:buFont typeface="Arial"/>
              <a:buNone/>
            </a:pPr>
            <a:r>
              <a:t/>
            </a:r>
            <a:endParaRPr/>
          </a:p>
          <a:p>
            <a:pPr indent="0" lvl="0" marL="0" rtl="0" algn="l">
              <a:spcBef>
                <a:spcPts val="0"/>
              </a:spcBef>
              <a:spcAft>
                <a:spcPts val="0"/>
              </a:spcAft>
              <a:buClr>
                <a:schemeClr val="dk2"/>
              </a:buClr>
              <a:buSzPts val="1100"/>
              <a:buFont typeface="Arial"/>
              <a:buNone/>
            </a:pPr>
            <a:r>
              <a:rPr lang="en-US"/>
              <a:t>const App = () =&gt; {</a:t>
            </a:r>
            <a:endParaRPr/>
          </a:p>
          <a:p>
            <a:pPr indent="0" lvl="0" marL="0" rtl="0" algn="l">
              <a:spcBef>
                <a:spcPts val="0"/>
              </a:spcBef>
              <a:spcAft>
                <a:spcPts val="0"/>
              </a:spcAft>
              <a:buClr>
                <a:schemeClr val="dk2"/>
              </a:buClr>
              <a:buSzPts val="1100"/>
              <a:buFont typeface="Arial"/>
              <a:buNone/>
            </a:pPr>
            <a:r>
              <a:rPr lang="en-US"/>
              <a:t>  return (</a:t>
            </a:r>
            <a:endParaRPr/>
          </a:p>
          <a:p>
            <a:pPr indent="0" lvl="0" marL="0" rtl="0" algn="l">
              <a:spcBef>
                <a:spcPts val="0"/>
              </a:spcBef>
              <a:spcAft>
                <a:spcPts val="0"/>
              </a:spcAft>
              <a:buClr>
                <a:schemeClr val="dk2"/>
              </a:buClr>
              <a:buSzPts val="1100"/>
              <a:buFont typeface="Arial"/>
              <a:buNone/>
            </a:pPr>
            <a:r>
              <a:rPr lang="en-US"/>
              <a:t>    &lt;Router&gt;</a:t>
            </a:r>
            <a:endParaRPr/>
          </a:p>
          <a:p>
            <a:pPr indent="0" lvl="0" marL="0" rtl="0" algn="l">
              <a:spcBef>
                <a:spcPts val="0"/>
              </a:spcBef>
              <a:spcAft>
                <a:spcPts val="0"/>
              </a:spcAft>
              <a:buClr>
                <a:schemeClr val="dk2"/>
              </a:buClr>
              <a:buSzPts val="1100"/>
              <a:buFont typeface="Arial"/>
              <a:buNone/>
            </a:pPr>
            <a:r>
              <a:rPr lang="en-US"/>
              <a:t>      &lt;Routes&gt;</a:t>
            </a:r>
            <a:endParaRPr/>
          </a:p>
          <a:p>
            <a:pPr indent="0" lvl="0" marL="0" rtl="0" algn="l">
              <a:spcBef>
                <a:spcPts val="0"/>
              </a:spcBef>
              <a:spcAft>
                <a:spcPts val="0"/>
              </a:spcAft>
              <a:buClr>
                <a:schemeClr val="dk2"/>
              </a:buClr>
              <a:buSzPts val="1100"/>
              <a:buFont typeface="Arial"/>
              <a:buNone/>
            </a:pPr>
            <a:r>
              <a:rPr lang="en-US"/>
              <a:t>        &lt;Route path="/" element={&lt;Home /&gt;} /&gt;</a:t>
            </a:r>
            <a:endParaRPr/>
          </a:p>
          <a:p>
            <a:pPr indent="0" lvl="0" marL="0" rtl="0" algn="l">
              <a:spcBef>
                <a:spcPts val="0"/>
              </a:spcBef>
              <a:spcAft>
                <a:spcPts val="0"/>
              </a:spcAft>
              <a:buClr>
                <a:schemeClr val="dk2"/>
              </a:buClr>
              <a:buSzPts val="1100"/>
              <a:buFont typeface="Arial"/>
              <a:buNone/>
            </a:pPr>
            <a:r>
              <a:rPr lang="en-US"/>
              <a:t>        &lt;Route path="/login" element={&lt;Login /&gt;} /&gt;</a:t>
            </a:r>
            <a:endParaRPr/>
          </a:p>
          <a:p>
            <a:pPr indent="0" lvl="0" marL="0" rtl="0" algn="l">
              <a:spcBef>
                <a:spcPts val="0"/>
              </a:spcBef>
              <a:spcAft>
                <a:spcPts val="0"/>
              </a:spcAft>
              <a:buClr>
                <a:schemeClr val="dk2"/>
              </a:buClr>
              <a:buSzPts val="1100"/>
              <a:buFont typeface="Arial"/>
              <a:buNone/>
            </a:pPr>
            <a:r>
              <a:rPr lang="en-US"/>
              <a:t>        &lt;Route path="/dashboard" element={&lt;Dashboard /&gt;} /&gt;</a:t>
            </a:r>
            <a:endParaRPr/>
          </a:p>
          <a:p>
            <a:pPr indent="0" lvl="0" marL="0" rtl="0" algn="l">
              <a:spcBef>
                <a:spcPts val="0"/>
              </a:spcBef>
              <a:spcAft>
                <a:spcPts val="0"/>
              </a:spcAft>
              <a:buClr>
                <a:schemeClr val="dk2"/>
              </a:buClr>
              <a:buSzPts val="1100"/>
              <a:buFont typeface="Arial"/>
              <a:buNone/>
            </a:pPr>
            <a:r>
              <a:rPr lang="en-US"/>
              <a:t>      &lt;/Routes&gt;</a:t>
            </a:r>
            <a:endParaRPr/>
          </a:p>
          <a:p>
            <a:pPr indent="0" lvl="0" marL="0" rtl="0" algn="l">
              <a:spcBef>
                <a:spcPts val="0"/>
              </a:spcBef>
              <a:spcAft>
                <a:spcPts val="0"/>
              </a:spcAft>
              <a:buClr>
                <a:schemeClr val="dk2"/>
              </a:buClr>
              <a:buSzPts val="1100"/>
              <a:buFont typeface="Arial"/>
              <a:buNone/>
            </a:pPr>
            <a:r>
              <a:rPr lang="en-US"/>
              <a:t>    &lt;/Router&gt;</a:t>
            </a:r>
            <a:endParaRPr/>
          </a:p>
          <a:p>
            <a:pPr indent="0" lvl="0" marL="0" rtl="0" algn="l">
              <a:spcBef>
                <a:spcPts val="0"/>
              </a:spcBef>
              <a:spcAft>
                <a:spcPts val="0"/>
              </a:spcAft>
              <a:buClr>
                <a:schemeClr val="dk2"/>
              </a:buClr>
              <a:buSzPts val="1100"/>
              <a:buFont typeface="Arial"/>
              <a:buNone/>
            </a:pPr>
            <a:r>
              <a:rPr lang="en-US"/>
              <a:t>  );</a:t>
            </a:r>
            <a:endParaRPr/>
          </a:p>
          <a:p>
            <a:pPr indent="0" lvl="0" marL="0" rtl="0" algn="l">
              <a:spcBef>
                <a:spcPts val="0"/>
              </a:spcBef>
              <a:spcAft>
                <a:spcPts val="0"/>
              </a:spcAft>
              <a:buClr>
                <a:schemeClr val="dk2"/>
              </a:buClr>
              <a:buSzPts val="1100"/>
              <a:buFont typeface="Arial"/>
              <a:buNone/>
            </a:pPr>
            <a:r>
              <a:rPr lang="en-US"/>
              <a:t>};</a:t>
            </a:r>
            <a:endParaRPr/>
          </a:p>
          <a:p>
            <a:pPr indent="0" lvl="0" marL="0" rtl="0" algn="l">
              <a:spcBef>
                <a:spcPts val="0"/>
              </a:spcBef>
              <a:spcAft>
                <a:spcPts val="0"/>
              </a:spcAft>
              <a:buClr>
                <a:schemeClr val="dk2"/>
              </a:buClr>
              <a:buSzPts val="1100"/>
              <a:buFont typeface="Arial"/>
              <a:buNone/>
            </a:pPr>
            <a:r>
              <a:t/>
            </a:r>
            <a:endParaRPr/>
          </a:p>
          <a:p>
            <a:pPr indent="0" lvl="0" marL="0" rtl="0" algn="l">
              <a:spcBef>
                <a:spcPts val="0"/>
              </a:spcBef>
              <a:spcAft>
                <a:spcPts val="0"/>
              </a:spcAft>
              <a:buClr>
                <a:schemeClr val="dk2"/>
              </a:buClr>
              <a:buSzPts val="1100"/>
              <a:buFont typeface="Arial"/>
              <a:buNone/>
            </a:pPr>
            <a:r>
              <a:rPr lang="en-US"/>
              <a:t>export default App;</a:t>
            </a:r>
            <a:endParaRPr/>
          </a:p>
          <a:p>
            <a:pPr indent="0" lvl="0" marL="0" rtl="0" algn="l">
              <a:spcBef>
                <a:spcPts val="0"/>
              </a:spcBef>
              <a:spcAft>
                <a:spcPts val="0"/>
              </a:spcAft>
              <a:buNone/>
            </a:pPr>
            <a:r>
              <a:t/>
            </a:r>
            <a:endParaRPr/>
          </a:p>
        </p:txBody>
      </p:sp>
      <p:sp>
        <p:nvSpPr>
          <p:cNvPr id="387" name="Google Shape;38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showMasterSp="0">
  <p:cSld name="Title Slide with Picture">
    <p:spTree>
      <p:nvGrpSpPr>
        <p:cNvPr id="18" name="Shape 18"/>
        <p:cNvGrpSpPr/>
        <p:nvPr/>
      </p:nvGrpSpPr>
      <p:grpSpPr>
        <a:xfrm>
          <a:off x="0" y="0"/>
          <a:ext cx="0" cy="0"/>
          <a:chOff x="0" y="0"/>
          <a:chExt cx="0" cy="0"/>
        </a:xfrm>
      </p:grpSpPr>
      <p:sp>
        <p:nvSpPr>
          <p:cNvPr id="19" name="Google Shape;19;p46"/>
          <p:cNvSpPr txBox="1"/>
          <p:nvPr>
            <p:ph type="ctrTitle"/>
          </p:nvPr>
        </p:nvSpPr>
        <p:spPr>
          <a:xfrm>
            <a:off x="1104900" y="2292094"/>
            <a:ext cx="573405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46"/>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dk1"/>
              </a:buClr>
              <a:buSzPts val="1800"/>
              <a:buNone/>
              <a:defRPr sz="18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descr="An empty placeholder to add an image. Click on the placeholder and select the image that you wish to add." id="21" name="Google Shape;21;p46"/>
          <p:cNvSpPr/>
          <p:nvPr>
            <p:ph idx="2" type="pic"/>
          </p:nvPr>
        </p:nvSpPr>
        <p:spPr>
          <a:xfrm>
            <a:off x="6981063" y="1310656"/>
            <a:ext cx="5210937" cy="4208604"/>
          </a:xfrm>
          <a:prstGeom prst="rect">
            <a:avLst/>
          </a:prstGeom>
          <a:solidFill>
            <a:srgbClr val="DED9D6"/>
          </a:solidFill>
          <a:ln>
            <a:noFill/>
          </a:ln>
        </p:spPr>
      </p:sp>
      <p:sp>
        <p:nvSpPr>
          <p:cNvPr id="22" name="Google Shape;22;p46"/>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23" name="Google Shape;23;p46"/>
          <p:cNvGrpSpPr/>
          <p:nvPr/>
        </p:nvGrpSpPr>
        <p:grpSpPr>
          <a:xfrm>
            <a:off x="0" y="1143000"/>
            <a:ext cx="12192000" cy="63125"/>
            <a:chOff x="507492" y="1501519"/>
            <a:chExt cx="8129016" cy="63125"/>
          </a:xfrm>
        </p:grpSpPr>
        <p:cxnSp>
          <p:nvCxnSpPr>
            <p:cNvPr id="24" name="Google Shape;24;p46"/>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5" name="Google Shape;25;p46"/>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pic>
        <p:nvPicPr>
          <p:cNvPr id="26" name="Google Shape;26;p46"/>
          <p:cNvPicPr preferRelativeResize="0"/>
          <p:nvPr/>
        </p:nvPicPr>
        <p:blipFill rotWithShape="1">
          <a:blip r:embed="rId2">
            <a:alphaModFix/>
          </a:blip>
          <a:srcRect b="0" l="0" r="0" t="0"/>
          <a:stretch/>
        </p:blipFill>
        <p:spPr>
          <a:xfrm>
            <a:off x="1325880" y="0"/>
            <a:ext cx="1747524" cy="2292094"/>
          </a:xfrm>
          <a:prstGeom prst="rect">
            <a:avLst/>
          </a:prstGeom>
          <a:noFill/>
          <a:ln>
            <a:noFill/>
          </a:ln>
        </p:spPr>
      </p:pic>
      <p:grpSp>
        <p:nvGrpSpPr>
          <p:cNvPr id="27" name="Google Shape;27;p46"/>
          <p:cNvGrpSpPr/>
          <p:nvPr/>
        </p:nvGrpSpPr>
        <p:grpSpPr>
          <a:xfrm rot="10800000">
            <a:off x="0" y="5645510"/>
            <a:ext cx="12192000" cy="63125"/>
            <a:chOff x="507492" y="1501519"/>
            <a:chExt cx="8129016" cy="63125"/>
          </a:xfrm>
        </p:grpSpPr>
        <p:cxnSp>
          <p:nvCxnSpPr>
            <p:cNvPr id="28" name="Google Shape;28;p46"/>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9" name="Google Shape;29;p46"/>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30" name="Google Shape;30;p46"/>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31" name="Shape 31"/>
        <p:cNvGrpSpPr/>
        <p:nvPr/>
      </p:nvGrpSpPr>
      <p:grpSpPr>
        <a:xfrm>
          <a:off x="0" y="0"/>
          <a:ext cx="0" cy="0"/>
          <a:chOff x="0" y="0"/>
          <a:chExt cx="0" cy="0"/>
        </a:xfrm>
      </p:grpSpPr>
      <p:sp>
        <p:nvSpPr>
          <p:cNvPr id="32" name="Google Shape;32;p4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47"/>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7"/>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7" name="Shape 37"/>
        <p:cNvGrpSpPr/>
        <p:nvPr/>
      </p:nvGrpSpPr>
      <p:grpSpPr>
        <a:xfrm>
          <a:off x="0" y="0"/>
          <a:ext cx="0" cy="0"/>
          <a:chOff x="0" y="0"/>
          <a:chExt cx="0" cy="0"/>
        </a:xfrm>
      </p:grpSpPr>
      <p:sp>
        <p:nvSpPr>
          <p:cNvPr id="38" name="Google Shape;38;p48"/>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9" name="Google Shape;39;p48"/>
          <p:cNvPicPr preferRelativeResize="0"/>
          <p:nvPr/>
        </p:nvPicPr>
        <p:blipFill rotWithShape="1">
          <a:blip r:embed="rId2">
            <a:alphaModFix/>
          </a:blip>
          <a:srcRect b="0" l="0" r="0" t="0"/>
          <a:stretch/>
        </p:blipFill>
        <p:spPr>
          <a:xfrm>
            <a:off x="1324445" y="0"/>
            <a:ext cx="1747524" cy="2292094"/>
          </a:xfrm>
          <a:prstGeom prst="rect">
            <a:avLst/>
          </a:prstGeom>
          <a:noFill/>
          <a:ln>
            <a:noFill/>
          </a:ln>
        </p:spPr>
      </p:pic>
      <p:sp>
        <p:nvSpPr>
          <p:cNvPr id="40" name="Google Shape;40;p48"/>
          <p:cNvSpPr txBox="1"/>
          <p:nvPr>
            <p:ph type="ctrTitle"/>
          </p:nvPr>
        </p:nvSpPr>
        <p:spPr>
          <a:xfrm>
            <a:off x="1104900" y="2292094"/>
            <a:ext cx="1009650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48"/>
          <p:cNvSpPr txBox="1"/>
          <p:nvPr>
            <p:ph idx="1" type="subTitle"/>
          </p:nvPr>
        </p:nvSpPr>
        <p:spPr>
          <a:xfrm>
            <a:off x="1104898" y="4511784"/>
            <a:ext cx="10096501" cy="955565"/>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dk1"/>
              </a:buClr>
              <a:buSzPts val="1800"/>
              <a:buNone/>
              <a:defRPr sz="18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2" name="Google Shape;42;p48"/>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 name="Google Shape;43;p48"/>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8"/>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sz="1200">
                <a:solidFill>
                  <a:srgbClr val="DED9D6"/>
                </a:solidFill>
                <a:latin typeface="Arial"/>
                <a:ea typeface="Arial"/>
                <a:cs typeface="Arial"/>
                <a:sym typeface="Arial"/>
              </a:defRPr>
            </a:lvl1pPr>
            <a:lvl2pPr indent="0" lvl="1" marL="0" algn="r">
              <a:spcBef>
                <a:spcPts val="0"/>
              </a:spcBef>
              <a:buNone/>
              <a:defRPr sz="1200">
                <a:solidFill>
                  <a:srgbClr val="DED9D6"/>
                </a:solidFill>
                <a:latin typeface="Arial"/>
                <a:ea typeface="Arial"/>
                <a:cs typeface="Arial"/>
                <a:sym typeface="Arial"/>
              </a:defRPr>
            </a:lvl2pPr>
            <a:lvl3pPr indent="0" lvl="2" marL="0" algn="r">
              <a:spcBef>
                <a:spcPts val="0"/>
              </a:spcBef>
              <a:buNone/>
              <a:defRPr sz="1200">
                <a:solidFill>
                  <a:srgbClr val="DED9D6"/>
                </a:solidFill>
                <a:latin typeface="Arial"/>
                <a:ea typeface="Arial"/>
                <a:cs typeface="Arial"/>
                <a:sym typeface="Arial"/>
              </a:defRPr>
            </a:lvl3pPr>
            <a:lvl4pPr indent="0" lvl="3" marL="0" algn="r">
              <a:spcBef>
                <a:spcPts val="0"/>
              </a:spcBef>
              <a:buNone/>
              <a:defRPr sz="1200">
                <a:solidFill>
                  <a:srgbClr val="DED9D6"/>
                </a:solidFill>
                <a:latin typeface="Arial"/>
                <a:ea typeface="Arial"/>
                <a:cs typeface="Arial"/>
                <a:sym typeface="Arial"/>
              </a:defRPr>
            </a:lvl4pPr>
            <a:lvl5pPr indent="0" lvl="4" marL="0" algn="r">
              <a:spcBef>
                <a:spcPts val="0"/>
              </a:spcBef>
              <a:buNone/>
              <a:defRPr sz="1200">
                <a:solidFill>
                  <a:srgbClr val="DED9D6"/>
                </a:solidFill>
                <a:latin typeface="Arial"/>
                <a:ea typeface="Arial"/>
                <a:cs typeface="Arial"/>
                <a:sym typeface="Arial"/>
              </a:defRPr>
            </a:lvl5pPr>
            <a:lvl6pPr indent="0" lvl="5" marL="0" algn="r">
              <a:spcBef>
                <a:spcPts val="0"/>
              </a:spcBef>
              <a:buNone/>
              <a:defRPr sz="1200">
                <a:solidFill>
                  <a:srgbClr val="DED9D6"/>
                </a:solidFill>
                <a:latin typeface="Arial"/>
                <a:ea typeface="Arial"/>
                <a:cs typeface="Arial"/>
                <a:sym typeface="Arial"/>
              </a:defRPr>
            </a:lvl6pPr>
            <a:lvl7pPr indent="0" lvl="6" marL="0" algn="r">
              <a:spcBef>
                <a:spcPts val="0"/>
              </a:spcBef>
              <a:buNone/>
              <a:defRPr sz="1200">
                <a:solidFill>
                  <a:srgbClr val="DED9D6"/>
                </a:solidFill>
                <a:latin typeface="Arial"/>
                <a:ea typeface="Arial"/>
                <a:cs typeface="Arial"/>
                <a:sym typeface="Arial"/>
              </a:defRPr>
            </a:lvl7pPr>
            <a:lvl8pPr indent="0" lvl="7" marL="0" algn="r">
              <a:spcBef>
                <a:spcPts val="0"/>
              </a:spcBef>
              <a:buNone/>
              <a:defRPr sz="1200">
                <a:solidFill>
                  <a:srgbClr val="DED9D6"/>
                </a:solidFill>
                <a:latin typeface="Arial"/>
                <a:ea typeface="Arial"/>
                <a:cs typeface="Arial"/>
                <a:sym typeface="Arial"/>
              </a:defRPr>
            </a:lvl8pPr>
            <a:lvl9pPr indent="0" lvl="8" marL="0" algn="r">
              <a:spcBef>
                <a:spcPts val="0"/>
              </a:spcBef>
              <a:buNone/>
              <a:defRPr sz="1200">
                <a:solidFill>
                  <a:srgbClr val="DED9D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6" name="Shape 46"/>
        <p:cNvGrpSpPr/>
        <p:nvPr/>
      </p:nvGrpSpPr>
      <p:grpSpPr>
        <a:xfrm>
          <a:off x="0" y="0"/>
          <a:ext cx="0" cy="0"/>
          <a:chOff x="0" y="0"/>
          <a:chExt cx="0" cy="0"/>
        </a:xfrm>
      </p:grpSpPr>
      <p:sp>
        <p:nvSpPr>
          <p:cNvPr id="47" name="Google Shape;47;p4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4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9"/>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9"/>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2" name="Shape 52"/>
        <p:cNvGrpSpPr/>
        <p:nvPr/>
      </p:nvGrpSpPr>
      <p:grpSpPr>
        <a:xfrm>
          <a:off x="0" y="0"/>
          <a:ext cx="0" cy="0"/>
          <a:chOff x="0" y="0"/>
          <a:chExt cx="0" cy="0"/>
        </a:xfrm>
      </p:grpSpPr>
      <p:grpSp>
        <p:nvGrpSpPr>
          <p:cNvPr id="53" name="Google Shape;53;p50"/>
          <p:cNvGrpSpPr/>
          <p:nvPr/>
        </p:nvGrpSpPr>
        <p:grpSpPr>
          <a:xfrm>
            <a:off x="0" y="2514600"/>
            <a:ext cx="12192000" cy="3194035"/>
            <a:chOff x="647402" y="2514600"/>
            <a:chExt cx="10838688" cy="3194035"/>
          </a:xfrm>
        </p:grpSpPr>
        <p:grpSp>
          <p:nvGrpSpPr>
            <p:cNvPr id="54" name="Google Shape;54;p50"/>
            <p:cNvGrpSpPr/>
            <p:nvPr/>
          </p:nvGrpSpPr>
          <p:grpSpPr>
            <a:xfrm>
              <a:off x="647402" y="2514600"/>
              <a:ext cx="10838688" cy="63125"/>
              <a:chOff x="507492" y="1501519"/>
              <a:chExt cx="8129016" cy="63125"/>
            </a:xfrm>
          </p:grpSpPr>
          <p:cxnSp>
            <p:nvCxnSpPr>
              <p:cNvPr id="55" name="Google Shape;55;p50"/>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56" name="Google Shape;56;p50"/>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57" name="Google Shape;57;p50"/>
            <p:cNvSpPr/>
            <p:nvPr/>
          </p:nvSpPr>
          <p:spPr>
            <a:xfrm>
              <a:off x="647402" y="2640850"/>
              <a:ext cx="10838688" cy="29415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58" name="Google Shape;58;p50"/>
            <p:cNvGrpSpPr/>
            <p:nvPr/>
          </p:nvGrpSpPr>
          <p:grpSpPr>
            <a:xfrm rot="10800000">
              <a:off x="647402" y="5645510"/>
              <a:ext cx="10838688" cy="63125"/>
              <a:chOff x="507492" y="1501519"/>
              <a:chExt cx="8129016" cy="63125"/>
            </a:xfrm>
          </p:grpSpPr>
          <p:cxnSp>
            <p:nvCxnSpPr>
              <p:cNvPr id="59" name="Google Shape;59;p50"/>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60" name="Google Shape;60;p50"/>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grpSp>
      <p:pic>
        <p:nvPicPr>
          <p:cNvPr id="61" name="Google Shape;61;p50"/>
          <p:cNvPicPr preferRelativeResize="0"/>
          <p:nvPr/>
        </p:nvPicPr>
        <p:blipFill rotWithShape="1">
          <a:blip r:embed="rId2">
            <a:alphaModFix/>
          </a:blip>
          <a:srcRect b="0" l="0" r="0" t="0"/>
          <a:stretch/>
        </p:blipFill>
        <p:spPr>
          <a:xfrm>
            <a:off x="1325880" y="0"/>
            <a:ext cx="1783188" cy="2971806"/>
          </a:xfrm>
          <a:prstGeom prst="rect">
            <a:avLst/>
          </a:prstGeom>
          <a:noFill/>
          <a:ln>
            <a:noFill/>
          </a:ln>
        </p:spPr>
      </p:pic>
      <p:sp>
        <p:nvSpPr>
          <p:cNvPr id="62" name="Google Shape;62;p50"/>
          <p:cNvSpPr txBox="1"/>
          <p:nvPr>
            <p:ph type="title"/>
          </p:nvPr>
        </p:nvSpPr>
        <p:spPr>
          <a:xfrm>
            <a:off x="1104899" y="2971806"/>
            <a:ext cx="10071099" cy="168415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lt1"/>
              </a:buClr>
              <a:buSzPts val="4400"/>
              <a:buFont typeface="Arial"/>
              <a:buNone/>
              <a:defRPr sz="4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0"/>
          <p:cNvSpPr txBox="1"/>
          <p:nvPr>
            <p:ph idx="1" type="body"/>
          </p:nvPr>
        </p:nvSpPr>
        <p:spPr>
          <a:xfrm>
            <a:off x="1104899" y="4655956"/>
            <a:ext cx="10071099" cy="50975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0"/>
              </a:spcBef>
              <a:spcAft>
                <a:spcPts val="0"/>
              </a:spcAft>
              <a:buClr>
                <a:schemeClr val="lt1"/>
              </a:buClr>
              <a:buSzPts val="1600"/>
              <a:buNone/>
              <a:defRPr sz="1600">
                <a:solidFill>
                  <a:schemeClr val="lt1"/>
                </a:solidFill>
              </a:defRPr>
            </a:lvl1pPr>
            <a:lvl2pPr indent="-228600" lvl="1" marL="914400" algn="l">
              <a:lnSpc>
                <a:spcPct val="100000"/>
              </a:lnSpc>
              <a:spcBef>
                <a:spcPts val="600"/>
              </a:spcBef>
              <a:spcAft>
                <a:spcPts val="0"/>
              </a:spcAft>
              <a:buClr>
                <a:srgbClr val="969391"/>
              </a:buClr>
              <a:buSzPts val="2000"/>
              <a:buNone/>
              <a:defRPr sz="2000">
                <a:solidFill>
                  <a:srgbClr val="969391"/>
                </a:solidFill>
              </a:defRPr>
            </a:lvl2pPr>
            <a:lvl3pPr indent="-228600" lvl="2" marL="1371600" algn="l">
              <a:lnSpc>
                <a:spcPct val="100000"/>
              </a:lnSpc>
              <a:spcBef>
                <a:spcPts val="600"/>
              </a:spcBef>
              <a:spcAft>
                <a:spcPts val="0"/>
              </a:spcAft>
              <a:buClr>
                <a:srgbClr val="969391"/>
              </a:buClr>
              <a:buSzPts val="1800"/>
              <a:buNone/>
              <a:defRPr sz="1800">
                <a:solidFill>
                  <a:srgbClr val="969391"/>
                </a:solidFill>
              </a:defRPr>
            </a:lvl3pPr>
            <a:lvl4pPr indent="-228600" lvl="3" marL="1828800" algn="l">
              <a:lnSpc>
                <a:spcPct val="100000"/>
              </a:lnSpc>
              <a:spcBef>
                <a:spcPts val="600"/>
              </a:spcBef>
              <a:spcAft>
                <a:spcPts val="0"/>
              </a:spcAft>
              <a:buClr>
                <a:srgbClr val="969391"/>
              </a:buClr>
              <a:buSzPts val="1600"/>
              <a:buNone/>
              <a:defRPr sz="1600">
                <a:solidFill>
                  <a:srgbClr val="969391"/>
                </a:solidFill>
              </a:defRPr>
            </a:lvl4pPr>
            <a:lvl5pPr indent="-228600" lvl="4" marL="2286000" algn="l">
              <a:lnSpc>
                <a:spcPct val="100000"/>
              </a:lnSpc>
              <a:spcBef>
                <a:spcPts val="600"/>
              </a:spcBef>
              <a:spcAft>
                <a:spcPts val="0"/>
              </a:spcAft>
              <a:buClr>
                <a:srgbClr val="969391"/>
              </a:buClr>
              <a:buSzPts val="1600"/>
              <a:buNone/>
              <a:defRPr sz="1600">
                <a:solidFill>
                  <a:srgbClr val="969391"/>
                </a:solidFill>
              </a:defRPr>
            </a:lvl5pPr>
            <a:lvl6pPr indent="-228600" lvl="5" marL="2743200" algn="l">
              <a:lnSpc>
                <a:spcPct val="90000"/>
              </a:lnSpc>
              <a:spcBef>
                <a:spcPts val="500"/>
              </a:spcBef>
              <a:spcAft>
                <a:spcPts val="0"/>
              </a:spcAft>
              <a:buClr>
                <a:srgbClr val="969391"/>
              </a:buClr>
              <a:buSzPts val="1600"/>
              <a:buNone/>
              <a:defRPr sz="1600">
                <a:solidFill>
                  <a:srgbClr val="969391"/>
                </a:solidFill>
              </a:defRPr>
            </a:lvl6pPr>
            <a:lvl7pPr indent="-228600" lvl="6" marL="3200400" algn="l">
              <a:lnSpc>
                <a:spcPct val="90000"/>
              </a:lnSpc>
              <a:spcBef>
                <a:spcPts val="500"/>
              </a:spcBef>
              <a:spcAft>
                <a:spcPts val="0"/>
              </a:spcAft>
              <a:buClr>
                <a:srgbClr val="969391"/>
              </a:buClr>
              <a:buSzPts val="1600"/>
              <a:buNone/>
              <a:defRPr sz="1600">
                <a:solidFill>
                  <a:srgbClr val="969391"/>
                </a:solidFill>
              </a:defRPr>
            </a:lvl7pPr>
            <a:lvl8pPr indent="-228600" lvl="7" marL="3657600" algn="l">
              <a:lnSpc>
                <a:spcPct val="90000"/>
              </a:lnSpc>
              <a:spcBef>
                <a:spcPts val="500"/>
              </a:spcBef>
              <a:spcAft>
                <a:spcPts val="0"/>
              </a:spcAft>
              <a:buClr>
                <a:srgbClr val="969391"/>
              </a:buClr>
              <a:buSzPts val="1600"/>
              <a:buNone/>
              <a:defRPr sz="1600">
                <a:solidFill>
                  <a:srgbClr val="969391"/>
                </a:solidFill>
              </a:defRPr>
            </a:lvl8pPr>
            <a:lvl9pPr indent="-228600" lvl="8" marL="4114800" algn="l">
              <a:lnSpc>
                <a:spcPct val="90000"/>
              </a:lnSpc>
              <a:spcBef>
                <a:spcPts val="500"/>
              </a:spcBef>
              <a:spcAft>
                <a:spcPts val="0"/>
              </a:spcAft>
              <a:buClr>
                <a:srgbClr val="969391"/>
              </a:buClr>
              <a:buSzPts val="1600"/>
              <a:buNone/>
              <a:defRPr sz="1600">
                <a:solidFill>
                  <a:srgbClr val="969391"/>
                </a:solidFill>
              </a:defRPr>
            </a:lvl9pPr>
          </a:lstStyle>
          <a:p/>
        </p:txBody>
      </p:sp>
      <p:sp>
        <p:nvSpPr>
          <p:cNvPr id="64" name="Google Shape;64;p50"/>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0"/>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5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51"/>
          <p:cNvSpPr txBox="1"/>
          <p:nvPr>
            <p:ph idx="1" type="body"/>
          </p:nvPr>
        </p:nvSpPr>
        <p:spPr>
          <a:xfrm>
            <a:off x="11049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55600" lvl="4" marL="2286000" algn="l">
              <a:lnSpc>
                <a:spcPct val="100000"/>
              </a:lnSpc>
              <a:spcBef>
                <a:spcPts val="600"/>
              </a:spcBef>
              <a:spcAft>
                <a:spcPts val="0"/>
              </a:spcAft>
              <a:buClr>
                <a:schemeClr val="dk1"/>
              </a:buClr>
              <a:buSzPts val="20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17500" lvl="8" marL="4114800" algn="l">
              <a:lnSpc>
                <a:spcPct val="90000"/>
              </a:lnSpc>
              <a:spcBef>
                <a:spcPts val="500"/>
              </a:spcBef>
              <a:spcAft>
                <a:spcPts val="0"/>
              </a:spcAft>
              <a:buClr>
                <a:schemeClr val="dk1"/>
              </a:buClr>
              <a:buSzPts val="1400"/>
              <a:buChar char="▪"/>
              <a:defRPr/>
            </a:lvl9pPr>
          </a:lstStyle>
          <a:p/>
        </p:txBody>
      </p:sp>
      <p:sp>
        <p:nvSpPr>
          <p:cNvPr id="70" name="Google Shape;70;p51"/>
          <p:cNvSpPr txBox="1"/>
          <p:nvPr>
            <p:ph idx="2" type="body"/>
          </p:nvPr>
        </p:nvSpPr>
        <p:spPr>
          <a:xfrm>
            <a:off x="61722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55600" lvl="4" marL="2286000" algn="l">
              <a:lnSpc>
                <a:spcPct val="100000"/>
              </a:lnSpc>
              <a:spcBef>
                <a:spcPts val="600"/>
              </a:spcBef>
              <a:spcAft>
                <a:spcPts val="0"/>
              </a:spcAft>
              <a:buClr>
                <a:schemeClr val="dk1"/>
              </a:buClr>
              <a:buSzPts val="20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51"/>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1"/>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5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2"/>
          <p:cNvSpPr txBox="1"/>
          <p:nvPr>
            <p:ph idx="1" type="body"/>
          </p:nvPr>
        </p:nvSpPr>
        <p:spPr>
          <a:xfrm>
            <a:off x="110490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100000"/>
              </a:lnSpc>
              <a:spcBef>
                <a:spcPts val="0"/>
              </a:spcBef>
              <a:spcAft>
                <a:spcPts val="0"/>
              </a:spcAft>
              <a:buClr>
                <a:schemeClr val="dk1"/>
              </a:buClr>
              <a:buSzPts val="2400"/>
              <a:buNone/>
              <a:defRPr b="1" sz="24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 name="Google Shape;77;p52"/>
          <p:cNvSpPr txBox="1"/>
          <p:nvPr>
            <p:ph idx="2" type="body"/>
          </p:nvPr>
        </p:nvSpPr>
        <p:spPr>
          <a:xfrm>
            <a:off x="110490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52"/>
          <p:cNvSpPr txBox="1"/>
          <p:nvPr>
            <p:ph idx="3" type="body"/>
          </p:nvPr>
        </p:nvSpPr>
        <p:spPr>
          <a:xfrm>
            <a:off x="616611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100000"/>
              </a:lnSpc>
              <a:spcBef>
                <a:spcPts val="0"/>
              </a:spcBef>
              <a:spcAft>
                <a:spcPts val="0"/>
              </a:spcAft>
              <a:buClr>
                <a:schemeClr val="dk1"/>
              </a:buClr>
              <a:buSzPts val="2400"/>
              <a:buNone/>
              <a:defRPr b="1" sz="24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9" name="Google Shape;79;p52"/>
          <p:cNvSpPr txBox="1"/>
          <p:nvPr>
            <p:ph idx="4" type="body"/>
          </p:nvPr>
        </p:nvSpPr>
        <p:spPr>
          <a:xfrm>
            <a:off x="616611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52"/>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2"/>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5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3"/>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3"/>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8" name="Shape 88"/>
        <p:cNvGrpSpPr/>
        <p:nvPr/>
      </p:nvGrpSpPr>
      <p:grpSpPr>
        <a:xfrm>
          <a:off x="0" y="0"/>
          <a:ext cx="0" cy="0"/>
          <a:chOff x="0" y="0"/>
          <a:chExt cx="0" cy="0"/>
        </a:xfrm>
      </p:grpSpPr>
      <p:sp>
        <p:nvSpPr>
          <p:cNvPr id="89" name="Google Shape;89;p54"/>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4"/>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2" name="Shape 92"/>
        <p:cNvGrpSpPr/>
        <p:nvPr/>
      </p:nvGrpSpPr>
      <p:grpSpPr>
        <a:xfrm>
          <a:off x="0" y="0"/>
          <a:ext cx="0" cy="0"/>
          <a:chOff x="0" y="0"/>
          <a:chExt cx="0" cy="0"/>
        </a:xfrm>
      </p:grpSpPr>
      <p:sp>
        <p:nvSpPr>
          <p:cNvPr id="93" name="Google Shape;93;p5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55"/>
          <p:cNvSpPr txBox="1"/>
          <p:nvPr>
            <p:ph idx="1" type="body"/>
          </p:nvPr>
        </p:nvSpPr>
        <p:spPr>
          <a:xfrm>
            <a:off x="1104900" y="1600200"/>
            <a:ext cx="4384548" cy="457200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Clr>
                <a:schemeClr val="dk1"/>
              </a:buClr>
              <a:buSzPts val="1800"/>
              <a:buNone/>
              <a:defRPr sz="1800"/>
            </a:lvl1pPr>
            <a:lvl2pPr indent="-228600" lvl="1" marL="914400" algn="l">
              <a:lnSpc>
                <a:spcPct val="100000"/>
              </a:lnSpc>
              <a:spcBef>
                <a:spcPts val="600"/>
              </a:spcBef>
              <a:spcAft>
                <a:spcPts val="0"/>
              </a:spcAft>
              <a:buClr>
                <a:schemeClr val="dk1"/>
              </a:buClr>
              <a:buSzPts val="1400"/>
              <a:buNone/>
              <a:defRPr sz="1400"/>
            </a:lvl2pPr>
            <a:lvl3pPr indent="-228600" lvl="2" marL="1371600" algn="l">
              <a:lnSpc>
                <a:spcPct val="100000"/>
              </a:lnSpc>
              <a:spcBef>
                <a:spcPts val="600"/>
              </a:spcBef>
              <a:spcAft>
                <a:spcPts val="0"/>
              </a:spcAft>
              <a:buClr>
                <a:schemeClr val="dk1"/>
              </a:buClr>
              <a:buSzPts val="1200"/>
              <a:buNone/>
              <a:defRPr sz="1200"/>
            </a:lvl3pPr>
            <a:lvl4pPr indent="-228600" lvl="3" marL="1828800" algn="l">
              <a:lnSpc>
                <a:spcPct val="100000"/>
              </a:lnSpc>
              <a:spcBef>
                <a:spcPts val="600"/>
              </a:spcBef>
              <a:spcAft>
                <a:spcPts val="0"/>
              </a:spcAft>
              <a:buClr>
                <a:schemeClr val="dk1"/>
              </a:buClr>
              <a:buSzPts val="1000"/>
              <a:buNone/>
              <a:defRPr sz="1000"/>
            </a:lvl4pPr>
            <a:lvl5pPr indent="-228600" lvl="4" marL="2286000" algn="l">
              <a:lnSpc>
                <a:spcPct val="10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5" name="Google Shape;95;p55"/>
          <p:cNvSpPr txBox="1"/>
          <p:nvPr>
            <p:ph idx="2" type="body"/>
          </p:nvPr>
        </p:nvSpPr>
        <p:spPr>
          <a:xfrm>
            <a:off x="5641848" y="1600199"/>
            <a:ext cx="5445252" cy="4572001"/>
          </a:xfrm>
          <a:prstGeom prst="rect">
            <a:avLst/>
          </a:prstGeom>
          <a:noFill/>
          <a:ln>
            <a:noFill/>
          </a:ln>
        </p:spPr>
        <p:txBody>
          <a:bodyPr anchorCtr="0" anchor="t" bIns="45700" lIns="0" spcFirstLastPara="1" rIns="0" wrap="square" tIns="45700">
            <a:normAutofit/>
          </a:bodyPr>
          <a:lstStyle>
            <a:lvl1pPr indent="-355600" lvl="0" marL="457200" algn="l">
              <a:lnSpc>
                <a:spcPct val="100000"/>
              </a:lnSpc>
              <a:spcBef>
                <a:spcPts val="1800"/>
              </a:spcBef>
              <a:spcAft>
                <a:spcPts val="0"/>
              </a:spcAft>
              <a:buClr>
                <a:schemeClr val="dk1"/>
              </a:buClr>
              <a:buSzPts val="2000"/>
              <a:buChar char="▪"/>
              <a:defRPr sz="2000"/>
            </a:lvl1pPr>
            <a:lvl2pPr indent="-330200" lvl="1" marL="914400" algn="l">
              <a:lnSpc>
                <a:spcPct val="100000"/>
              </a:lnSpc>
              <a:spcBef>
                <a:spcPts val="600"/>
              </a:spcBef>
              <a:spcAft>
                <a:spcPts val="0"/>
              </a:spcAft>
              <a:buClr>
                <a:schemeClr val="dk1"/>
              </a:buClr>
              <a:buSzPts val="1600"/>
              <a:buChar char="▪"/>
              <a:defRPr sz="1600"/>
            </a:lvl2pPr>
            <a:lvl3pPr indent="-330200" lvl="2" marL="1371600" algn="l">
              <a:lnSpc>
                <a:spcPct val="100000"/>
              </a:lnSpc>
              <a:spcBef>
                <a:spcPts val="600"/>
              </a:spcBef>
              <a:spcAft>
                <a:spcPts val="0"/>
              </a:spcAft>
              <a:buClr>
                <a:schemeClr val="dk1"/>
              </a:buClr>
              <a:buSzPts val="1600"/>
              <a:buChar char="▪"/>
              <a:defRPr sz="1600"/>
            </a:lvl3pPr>
            <a:lvl4pPr indent="-317500" lvl="3" marL="1828800" algn="l">
              <a:lnSpc>
                <a:spcPct val="100000"/>
              </a:lnSpc>
              <a:spcBef>
                <a:spcPts val="600"/>
              </a:spcBef>
              <a:spcAft>
                <a:spcPts val="0"/>
              </a:spcAft>
              <a:buClr>
                <a:schemeClr val="dk1"/>
              </a:buClr>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96" name="Google Shape;96;p55"/>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55"/>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9" name="Shape 99"/>
        <p:cNvGrpSpPr/>
        <p:nvPr/>
      </p:nvGrpSpPr>
      <p:grpSpPr>
        <a:xfrm>
          <a:off x="0" y="0"/>
          <a:ext cx="0" cy="0"/>
          <a:chOff x="0" y="0"/>
          <a:chExt cx="0" cy="0"/>
        </a:xfrm>
      </p:grpSpPr>
      <p:sp>
        <p:nvSpPr>
          <p:cNvPr id="100" name="Google Shape;100;p5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56"/>
          <p:cNvSpPr txBox="1"/>
          <p:nvPr>
            <p:ph idx="1" type="body"/>
          </p:nvPr>
        </p:nvSpPr>
        <p:spPr>
          <a:xfrm>
            <a:off x="1104900" y="1600200"/>
            <a:ext cx="3396996" cy="457200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Clr>
                <a:schemeClr val="dk1"/>
              </a:buClr>
              <a:buSzPts val="1800"/>
              <a:buNone/>
              <a:defRPr sz="1800"/>
            </a:lvl1pPr>
            <a:lvl2pPr indent="-228600" lvl="1" marL="914400" algn="l">
              <a:lnSpc>
                <a:spcPct val="100000"/>
              </a:lnSpc>
              <a:spcBef>
                <a:spcPts val="600"/>
              </a:spcBef>
              <a:spcAft>
                <a:spcPts val="0"/>
              </a:spcAft>
              <a:buClr>
                <a:schemeClr val="dk1"/>
              </a:buClr>
              <a:buSzPts val="1400"/>
              <a:buNone/>
              <a:defRPr sz="1400"/>
            </a:lvl2pPr>
            <a:lvl3pPr indent="-228600" lvl="2" marL="1371600" algn="l">
              <a:lnSpc>
                <a:spcPct val="100000"/>
              </a:lnSpc>
              <a:spcBef>
                <a:spcPts val="600"/>
              </a:spcBef>
              <a:spcAft>
                <a:spcPts val="0"/>
              </a:spcAft>
              <a:buClr>
                <a:schemeClr val="dk1"/>
              </a:buClr>
              <a:buSzPts val="1200"/>
              <a:buNone/>
              <a:defRPr sz="1200"/>
            </a:lvl3pPr>
            <a:lvl4pPr indent="-228600" lvl="3" marL="1828800" algn="l">
              <a:lnSpc>
                <a:spcPct val="100000"/>
              </a:lnSpc>
              <a:spcBef>
                <a:spcPts val="600"/>
              </a:spcBef>
              <a:spcAft>
                <a:spcPts val="0"/>
              </a:spcAft>
              <a:buClr>
                <a:schemeClr val="dk1"/>
              </a:buClr>
              <a:buSzPts val="1000"/>
              <a:buNone/>
              <a:defRPr sz="1000"/>
            </a:lvl4pPr>
            <a:lvl5pPr indent="-228600" lvl="4" marL="2286000" algn="l">
              <a:lnSpc>
                <a:spcPct val="10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descr="An empty placeholder to add an image. Click on the placeholder and select the image that you wish to add." id="102" name="Google Shape;102;p56"/>
          <p:cNvSpPr/>
          <p:nvPr>
            <p:ph idx="2" type="pic"/>
          </p:nvPr>
        </p:nvSpPr>
        <p:spPr>
          <a:xfrm>
            <a:off x="4654671" y="1600199"/>
            <a:ext cx="6430912" cy="4572001"/>
          </a:xfrm>
          <a:prstGeom prst="rect">
            <a:avLst/>
          </a:prstGeom>
          <a:noFill/>
          <a:ln>
            <a:noFill/>
          </a:ln>
        </p:spPr>
      </p:sp>
      <p:sp>
        <p:nvSpPr>
          <p:cNvPr id="103" name="Google Shape;103;p56"/>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56"/>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5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6" name="Shape 106"/>
        <p:cNvGrpSpPr/>
        <p:nvPr/>
      </p:nvGrpSpPr>
      <p:grpSpPr>
        <a:xfrm>
          <a:off x="0" y="0"/>
          <a:ext cx="0" cy="0"/>
          <a:chOff x="0" y="0"/>
          <a:chExt cx="0" cy="0"/>
        </a:xfrm>
      </p:grpSpPr>
      <p:sp>
        <p:nvSpPr>
          <p:cNvPr id="107" name="Google Shape;107;p5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57"/>
          <p:cNvSpPr txBox="1"/>
          <p:nvPr>
            <p:ph idx="1" type="body"/>
          </p:nvPr>
        </p:nvSpPr>
        <p:spPr>
          <a:xfrm rot="5400000">
            <a:off x="3810000" y="-1104900"/>
            <a:ext cx="4572000" cy="99822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57"/>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57"/>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5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12" name="Shape 112"/>
        <p:cNvGrpSpPr/>
        <p:nvPr/>
      </p:nvGrpSpPr>
      <p:grpSpPr>
        <a:xfrm>
          <a:off x="0" y="0"/>
          <a:ext cx="0" cy="0"/>
          <a:chOff x="0" y="0"/>
          <a:chExt cx="0" cy="0"/>
        </a:xfrm>
      </p:grpSpPr>
      <p:sp>
        <p:nvSpPr>
          <p:cNvPr id="113" name="Google Shape;113;p58"/>
          <p:cNvSpPr txBox="1"/>
          <p:nvPr>
            <p:ph type="title"/>
          </p:nvPr>
        </p:nvSpPr>
        <p:spPr>
          <a:xfrm rot="5400000">
            <a:off x="7323931" y="2413794"/>
            <a:ext cx="5811838" cy="17145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58"/>
          <p:cNvSpPr txBox="1"/>
          <p:nvPr>
            <p:ph idx="1" type="body"/>
          </p:nvPr>
        </p:nvSpPr>
        <p:spPr>
          <a:xfrm rot="5400000">
            <a:off x="2248429" y="-778404"/>
            <a:ext cx="5811838" cy="8098896"/>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58"/>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58"/>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18" name="Google Shape;118;p58"/>
          <p:cNvGrpSpPr/>
          <p:nvPr/>
        </p:nvGrpSpPr>
        <p:grpSpPr>
          <a:xfrm rot="5400000">
            <a:off x="6514047" y="3228843"/>
            <a:ext cx="5632704" cy="84403"/>
            <a:chOff x="1073150" y="1219201"/>
            <a:chExt cx="10058400" cy="63125"/>
          </a:xfrm>
        </p:grpSpPr>
        <p:cxnSp>
          <p:nvCxnSpPr>
            <p:cNvPr id="119" name="Google Shape;119;p58"/>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20" name="Google Shape;120;p58"/>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marR="0" rtl="0" algn="l">
              <a:lnSpc>
                <a:spcPct val="9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406400" lvl="0" marL="457200" marR="0" rtl="0" algn="l">
              <a:lnSpc>
                <a:spcPct val="100000"/>
              </a:lnSpc>
              <a:spcBef>
                <a:spcPts val="180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rtl="0" algn="l">
              <a:lnSpc>
                <a:spcPct val="100000"/>
              </a:lnSpc>
              <a:spcBef>
                <a:spcPts val="60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55600" lvl="3" marL="18288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12" name="Google Shape;12;p45"/>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marR="0" rtl="0" algn="l">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5"/>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marR="0" rtl="0" algn="ctr">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rtl="0" algn="r">
              <a:spcBef>
                <a:spcPts val="0"/>
              </a:spcBef>
              <a:buNone/>
              <a:defRPr b="0" i="0" sz="1200" u="none" cap="none" strike="noStrike">
                <a:solidFill>
                  <a:srgbClr val="3C3632"/>
                </a:solidFill>
                <a:latin typeface="Arial"/>
                <a:ea typeface="Arial"/>
                <a:cs typeface="Arial"/>
                <a:sym typeface="Arial"/>
              </a:defRPr>
            </a:lvl1pPr>
            <a:lvl2pPr indent="0" lvl="1" marL="0" marR="0" rtl="0" algn="r">
              <a:spcBef>
                <a:spcPts val="0"/>
              </a:spcBef>
              <a:buNone/>
              <a:defRPr b="0" i="0" sz="1200" u="none" cap="none" strike="noStrike">
                <a:solidFill>
                  <a:srgbClr val="3C3632"/>
                </a:solidFill>
                <a:latin typeface="Arial"/>
                <a:ea typeface="Arial"/>
                <a:cs typeface="Arial"/>
                <a:sym typeface="Arial"/>
              </a:defRPr>
            </a:lvl2pPr>
            <a:lvl3pPr indent="0" lvl="2" marL="0" marR="0" rtl="0" algn="r">
              <a:spcBef>
                <a:spcPts val="0"/>
              </a:spcBef>
              <a:buNone/>
              <a:defRPr b="0" i="0" sz="1200" u="none" cap="none" strike="noStrike">
                <a:solidFill>
                  <a:srgbClr val="3C3632"/>
                </a:solidFill>
                <a:latin typeface="Arial"/>
                <a:ea typeface="Arial"/>
                <a:cs typeface="Arial"/>
                <a:sym typeface="Arial"/>
              </a:defRPr>
            </a:lvl3pPr>
            <a:lvl4pPr indent="0" lvl="3" marL="0" marR="0" rtl="0" algn="r">
              <a:spcBef>
                <a:spcPts val="0"/>
              </a:spcBef>
              <a:buNone/>
              <a:defRPr b="0" i="0" sz="1200" u="none" cap="none" strike="noStrike">
                <a:solidFill>
                  <a:srgbClr val="3C3632"/>
                </a:solidFill>
                <a:latin typeface="Arial"/>
                <a:ea typeface="Arial"/>
                <a:cs typeface="Arial"/>
                <a:sym typeface="Arial"/>
              </a:defRPr>
            </a:lvl4pPr>
            <a:lvl5pPr indent="0" lvl="4" marL="0" marR="0" rtl="0" algn="r">
              <a:spcBef>
                <a:spcPts val="0"/>
              </a:spcBef>
              <a:buNone/>
              <a:defRPr b="0" i="0" sz="1200" u="none" cap="none" strike="noStrike">
                <a:solidFill>
                  <a:srgbClr val="3C3632"/>
                </a:solidFill>
                <a:latin typeface="Arial"/>
                <a:ea typeface="Arial"/>
                <a:cs typeface="Arial"/>
                <a:sym typeface="Arial"/>
              </a:defRPr>
            </a:lvl5pPr>
            <a:lvl6pPr indent="0" lvl="5" marL="0" marR="0" rtl="0" algn="r">
              <a:spcBef>
                <a:spcPts val="0"/>
              </a:spcBef>
              <a:buNone/>
              <a:defRPr b="0" i="0" sz="1200" u="none" cap="none" strike="noStrike">
                <a:solidFill>
                  <a:srgbClr val="3C3632"/>
                </a:solidFill>
                <a:latin typeface="Arial"/>
                <a:ea typeface="Arial"/>
                <a:cs typeface="Arial"/>
                <a:sym typeface="Arial"/>
              </a:defRPr>
            </a:lvl6pPr>
            <a:lvl7pPr indent="0" lvl="6" marL="0" marR="0" rtl="0" algn="r">
              <a:spcBef>
                <a:spcPts val="0"/>
              </a:spcBef>
              <a:buNone/>
              <a:defRPr b="0" i="0" sz="1200" u="none" cap="none" strike="noStrike">
                <a:solidFill>
                  <a:srgbClr val="3C3632"/>
                </a:solidFill>
                <a:latin typeface="Arial"/>
                <a:ea typeface="Arial"/>
                <a:cs typeface="Arial"/>
                <a:sym typeface="Arial"/>
              </a:defRPr>
            </a:lvl7pPr>
            <a:lvl8pPr indent="0" lvl="7" marL="0" marR="0" rtl="0" algn="r">
              <a:spcBef>
                <a:spcPts val="0"/>
              </a:spcBef>
              <a:buNone/>
              <a:defRPr b="0" i="0" sz="1200" u="none" cap="none" strike="noStrike">
                <a:solidFill>
                  <a:srgbClr val="3C3632"/>
                </a:solidFill>
                <a:latin typeface="Arial"/>
                <a:ea typeface="Arial"/>
                <a:cs typeface="Arial"/>
                <a:sym typeface="Arial"/>
              </a:defRPr>
            </a:lvl8pPr>
            <a:lvl9pPr indent="0" lvl="8" marL="0" marR="0" rtl="0" algn="r">
              <a:spcBef>
                <a:spcPts val="0"/>
              </a:spcBef>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5" name="Google Shape;15;p45"/>
          <p:cNvGrpSpPr/>
          <p:nvPr/>
        </p:nvGrpSpPr>
        <p:grpSpPr>
          <a:xfrm>
            <a:off x="1103376" y="1219201"/>
            <a:ext cx="9985248" cy="84403"/>
            <a:chOff x="1073150" y="1219201"/>
            <a:chExt cx="10058400" cy="63125"/>
          </a:xfrm>
        </p:grpSpPr>
        <p:cxnSp>
          <p:nvCxnSpPr>
            <p:cNvPr id="16" name="Google Shape;16;p45"/>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7" name="Google Shape;17;p45"/>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dk1"/>
              </a:buClr>
              <a:buSzPts val="1800"/>
              <a:buNone/>
            </a:pPr>
            <a:r>
              <a:rPr lang="en-US"/>
              <a:t>Giảng viên: Từ Thị Xuân Hiền</a:t>
            </a:r>
            <a:endParaRPr/>
          </a:p>
        </p:txBody>
      </p:sp>
      <p:pic>
        <p:nvPicPr>
          <p:cNvPr descr="Open book on table, blurred shelves of books in background" id="127" name="Google Shape;127;p1"/>
          <p:cNvPicPr preferRelativeResize="0"/>
          <p:nvPr>
            <p:ph idx="2" type="pic"/>
          </p:nvPr>
        </p:nvPicPr>
        <p:blipFill rotWithShape="1">
          <a:blip r:embed="rId3">
            <a:alphaModFix/>
          </a:blip>
          <a:srcRect b="0" l="8895" r="8895" t="0"/>
          <a:stretch/>
        </p:blipFill>
        <p:spPr>
          <a:xfrm>
            <a:off x="6981063" y="1359253"/>
            <a:ext cx="5210937" cy="4208604"/>
          </a:xfrm>
          <a:prstGeom prst="rect">
            <a:avLst/>
          </a:prstGeom>
          <a:solidFill>
            <a:srgbClr val="DED9D6"/>
          </a:solidFill>
          <a:ln>
            <a:noFill/>
          </a:ln>
        </p:spPr>
      </p:pic>
      <p:grpSp>
        <p:nvGrpSpPr>
          <p:cNvPr id="128" name="Google Shape;128;p1"/>
          <p:cNvGrpSpPr/>
          <p:nvPr/>
        </p:nvGrpSpPr>
        <p:grpSpPr>
          <a:xfrm>
            <a:off x="571454" y="2865908"/>
            <a:ext cx="11315744" cy="1107996"/>
            <a:chOff x="922556" y="2709329"/>
            <a:chExt cx="5270611" cy="1107996"/>
          </a:xfrm>
        </p:grpSpPr>
        <p:pic>
          <p:nvPicPr>
            <p:cNvPr id="129" name="Google Shape;129;p1"/>
            <p:cNvPicPr preferRelativeResize="0"/>
            <p:nvPr/>
          </p:nvPicPr>
          <p:blipFill rotWithShape="1">
            <a:blip r:embed="rId4">
              <a:alphaModFix/>
            </a:blip>
            <a:srcRect b="24623" l="21349" r="19027" t="0"/>
            <a:stretch/>
          </p:blipFill>
          <p:spPr>
            <a:xfrm>
              <a:off x="922556" y="2712616"/>
              <a:ext cx="627035" cy="1097280"/>
            </a:xfrm>
            <a:prstGeom prst="rect">
              <a:avLst/>
            </a:prstGeom>
            <a:noFill/>
            <a:ln>
              <a:noFill/>
            </a:ln>
          </p:spPr>
        </p:pic>
        <p:sp>
          <p:nvSpPr>
            <p:cNvPr id="130" name="Google Shape;130;p1"/>
            <p:cNvSpPr/>
            <p:nvPr/>
          </p:nvSpPr>
          <p:spPr>
            <a:xfrm>
              <a:off x="1553611" y="2709329"/>
              <a:ext cx="4639556" cy="1107996"/>
            </a:xfrm>
            <a:prstGeom prst="rect">
              <a:avLst/>
            </a:prstGeom>
            <a:solidFill>
              <a:schemeClr val="dk2"/>
            </a:solidFill>
            <a:ln>
              <a:noFill/>
            </a:ln>
            <a:effectLst>
              <a:reflection blurRad="0" dir="0" dist="0" endA="300" endPos="35000" kx="0" rotWithShape="0" algn="bl" stA="52000" stPos="0" sy="-100000" ky="0"/>
            </a:effectLst>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600" u="none" cap="none" strike="noStrike">
                  <a:solidFill>
                    <a:srgbClr val="FFFFFF"/>
                  </a:solidFill>
                  <a:latin typeface="Arial"/>
                  <a:ea typeface="Arial"/>
                  <a:cs typeface="Arial"/>
                  <a:sym typeface="Arial"/>
                </a:rPr>
                <a:t>Navigation and Routing</a:t>
              </a:r>
              <a:endParaRPr b="1" i="0" sz="6600" u="none" cap="none" strike="noStrike">
                <a:solidFill>
                  <a:srgbClr val="FEFEFE"/>
                </a:solidFill>
                <a:latin typeface="Arial Black"/>
                <a:ea typeface="Arial Black"/>
                <a:cs typeface="Arial Black"/>
                <a:sym typeface="Arial Black"/>
              </a:endParaRPr>
            </a:p>
          </p:txBody>
        </p:sp>
      </p:grpSp>
      <p:sp>
        <p:nvSpPr>
          <p:cNvPr id="131" name="Google Shape;131;p1"/>
          <p:cNvSpPr txBox="1"/>
          <p:nvPr/>
        </p:nvSpPr>
        <p:spPr>
          <a:xfrm>
            <a:off x="5000767" y="2136855"/>
            <a:ext cx="612102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Arial"/>
                <a:ea typeface="Arial"/>
                <a:cs typeface="Arial"/>
                <a:sym typeface="Arial"/>
              </a:rPr>
              <a:t>Chapter 4.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What is Navigation in React?</a:t>
            </a:r>
            <a:endParaRPr/>
          </a:p>
        </p:txBody>
      </p:sp>
      <p:sp>
        <p:nvSpPr>
          <p:cNvPr id="137" name="Google Shape;137;p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rgbClr val="FF0000"/>
              </a:buClr>
              <a:buSzPts val="2800"/>
              <a:buChar char="▪"/>
            </a:pPr>
            <a:r>
              <a:rPr b="1" lang="en-US">
                <a:solidFill>
                  <a:srgbClr val="FF0000"/>
                </a:solidFill>
              </a:rPr>
              <a:t>Navigation</a:t>
            </a:r>
            <a:r>
              <a:rPr lang="en-US"/>
              <a:t> means browsing between various parts of the application. In React mostly SPA (Single Page Application) are developed so Navigation is complex. </a:t>
            </a:r>
            <a:endParaRPr/>
          </a:p>
          <a:p>
            <a:pPr indent="-228600" lvl="0" marL="228600" rtl="0" algn="just">
              <a:lnSpc>
                <a:spcPct val="100000"/>
              </a:lnSpc>
              <a:spcBef>
                <a:spcPts val="1800"/>
              </a:spcBef>
              <a:spcAft>
                <a:spcPts val="0"/>
              </a:spcAft>
              <a:buClr>
                <a:schemeClr val="dk1"/>
              </a:buClr>
              <a:buSzPts val="2800"/>
              <a:buChar char="▪"/>
            </a:pPr>
            <a:r>
              <a:rPr lang="en-US"/>
              <a:t>We do not load new pages from the server side each time a navigation link is pressed instead </a:t>
            </a:r>
            <a:r>
              <a:rPr b="1" lang="en-US"/>
              <a:t>routing</a:t>
            </a:r>
            <a:r>
              <a:rPr lang="en-US"/>
              <a:t> is implemented on the client side.</a:t>
            </a:r>
            <a:endParaRPr/>
          </a:p>
          <a:p>
            <a:pPr indent="-228600" lvl="0" marL="228600" rtl="0" algn="just">
              <a:lnSpc>
                <a:spcPct val="100000"/>
              </a:lnSpc>
              <a:spcBef>
                <a:spcPts val="1800"/>
              </a:spcBef>
              <a:spcAft>
                <a:spcPts val="0"/>
              </a:spcAft>
              <a:buClr>
                <a:schemeClr val="dk1"/>
              </a:buClr>
              <a:buSzPts val="2800"/>
              <a:buChar char="▪"/>
            </a:pPr>
            <a:r>
              <a:rPr lang="en-US"/>
              <a:t>To implement routing in React we use the </a:t>
            </a:r>
            <a:r>
              <a:rPr b="1" lang="en-US"/>
              <a:t>react-router-dom</a:t>
            </a:r>
            <a:r>
              <a:rPr lang="en-US"/>
              <a:t> module after installing and importing it.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Navigation and Routing</a:t>
            </a:r>
            <a:endParaRPr/>
          </a:p>
        </p:txBody>
      </p:sp>
      <p:sp>
        <p:nvSpPr>
          <p:cNvPr id="144" name="Google Shape;144;p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Navigation and Routing </a:t>
            </a:r>
            <a:r>
              <a:rPr lang="en-US"/>
              <a:t>refer to the process of determining which component to render based on the current URL or user interaction.</a:t>
            </a:r>
            <a:endParaRPr/>
          </a:p>
          <a:p>
            <a:pPr indent="-228600" lvl="1" marL="685800" rtl="0" algn="just">
              <a:lnSpc>
                <a:spcPct val="100000"/>
              </a:lnSpc>
              <a:spcBef>
                <a:spcPts val="600"/>
              </a:spcBef>
              <a:spcAft>
                <a:spcPts val="0"/>
              </a:spcAft>
              <a:buClr>
                <a:schemeClr val="dk1"/>
              </a:buClr>
              <a:buSzPts val="2400"/>
              <a:buChar char="▪"/>
            </a:pPr>
            <a:r>
              <a:rPr b="1" lang="en-US"/>
              <a:t>In a multi-page application</a:t>
            </a:r>
            <a:r>
              <a:rPr lang="en-US"/>
              <a:t>, this typically involves loading entirely new HTML pages from the server</a:t>
            </a:r>
            <a:endParaRPr/>
          </a:p>
          <a:p>
            <a:pPr indent="-228600" lvl="1" marL="685800" rtl="0" algn="l">
              <a:lnSpc>
                <a:spcPct val="100000"/>
              </a:lnSpc>
              <a:spcBef>
                <a:spcPts val="600"/>
              </a:spcBef>
              <a:spcAft>
                <a:spcPts val="0"/>
              </a:spcAft>
              <a:buClr>
                <a:schemeClr val="dk1"/>
              </a:buClr>
              <a:buSzPts val="2400"/>
              <a:buChar char="▪"/>
            </a:pPr>
            <a:r>
              <a:rPr b="1" lang="en-US"/>
              <a:t>in a single-page application (SPA) </a:t>
            </a:r>
            <a:r>
              <a:rPr lang="en-US"/>
              <a:t>like those built with React, routing and navigation are handled on the client side without full page reloads</a:t>
            </a:r>
            <a:endParaRPr/>
          </a:p>
          <a:p>
            <a:pPr indent="-50800" lvl="0" marL="228600" rtl="0" algn="l">
              <a:lnSpc>
                <a:spcPct val="100000"/>
              </a:lnSpc>
              <a:spcBef>
                <a:spcPts val="18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Routing and navigation</a:t>
            </a:r>
            <a:endParaRPr/>
          </a:p>
        </p:txBody>
      </p:sp>
      <p:sp>
        <p:nvSpPr>
          <p:cNvPr id="150" name="Google Shape;150;p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dk1"/>
              </a:buClr>
              <a:buSzPts val="2800"/>
              <a:buNone/>
            </a:pPr>
            <a:r>
              <a:rPr b="1" lang="en-US"/>
              <a:t>React provides </a:t>
            </a:r>
            <a:r>
              <a:rPr lang="en-US"/>
              <a:t>a library called </a:t>
            </a:r>
            <a:r>
              <a:rPr b="1" lang="en-US"/>
              <a:t>React Router </a:t>
            </a:r>
            <a:r>
              <a:rPr lang="en-US"/>
              <a:t>that simplifies the process of adding routing and navigation to your applications. </a:t>
            </a:r>
            <a:endParaRPr/>
          </a:p>
          <a:p>
            <a:pPr indent="0" lvl="0" marL="0" rtl="0" algn="l">
              <a:lnSpc>
                <a:spcPct val="100000"/>
              </a:lnSpc>
              <a:spcBef>
                <a:spcPts val="1800"/>
              </a:spcBef>
              <a:spcAft>
                <a:spcPts val="0"/>
              </a:spcAft>
              <a:buClr>
                <a:schemeClr val="dk1"/>
              </a:buClr>
              <a:buSzPts val="2800"/>
              <a:buNone/>
            </a:pPr>
            <a:r>
              <a:rPr b="1" lang="en-US"/>
              <a:t>React Router </a:t>
            </a:r>
            <a:r>
              <a:rPr lang="en-US"/>
              <a:t>allows you to define routes and components associated with those routes, making it easy to display the appropriate content based on the current URL.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Why Use Routing and Navigation?</a:t>
            </a:r>
            <a:endParaRPr/>
          </a:p>
        </p:txBody>
      </p:sp>
      <p:sp>
        <p:nvSpPr>
          <p:cNvPr id="156" name="Google Shape;156;p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Enhanced User Experience</a:t>
            </a:r>
            <a:r>
              <a:rPr lang="en-US"/>
              <a:t>: SPAs provide a smoother and faster user experience by loading only the necessary content when navigating between pages, reducing the need for full page refreshes.</a:t>
            </a:r>
            <a:endParaRPr/>
          </a:p>
          <a:p>
            <a:pPr indent="-228600" lvl="0" marL="228600" rtl="0" algn="l">
              <a:lnSpc>
                <a:spcPct val="100000"/>
              </a:lnSpc>
              <a:spcBef>
                <a:spcPts val="1800"/>
              </a:spcBef>
              <a:spcAft>
                <a:spcPts val="0"/>
              </a:spcAft>
              <a:buClr>
                <a:schemeClr val="dk1"/>
              </a:buClr>
              <a:buSzPts val="2800"/>
              <a:buChar char="▪"/>
            </a:pPr>
            <a:r>
              <a:rPr b="1" lang="en-US"/>
              <a:t>Better Organization</a:t>
            </a:r>
            <a:r>
              <a:rPr lang="en-US"/>
              <a:t>: Routing allows you to organize your application into multiple views or pages, making the codebase more manageable and maintainable.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Why Use Routing and Navigation?</a:t>
            </a:r>
            <a:endParaRPr/>
          </a:p>
        </p:txBody>
      </p:sp>
      <p:sp>
        <p:nvSpPr>
          <p:cNvPr id="162" name="Google Shape;162;p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Bookmarkable URLs</a:t>
            </a:r>
            <a:r>
              <a:rPr lang="en-US"/>
              <a:t>: SPAs can still have bookmarkable URLs, allowing users to share or save specific application states.</a:t>
            </a:r>
            <a:endParaRPr/>
          </a:p>
          <a:p>
            <a:pPr indent="-228600" lvl="0" marL="228600" rtl="0" algn="l">
              <a:lnSpc>
                <a:spcPct val="100000"/>
              </a:lnSpc>
              <a:spcBef>
                <a:spcPts val="1800"/>
              </a:spcBef>
              <a:spcAft>
                <a:spcPts val="0"/>
              </a:spcAft>
              <a:buClr>
                <a:schemeClr val="dk1"/>
              </a:buClr>
              <a:buSzPts val="2800"/>
              <a:buChar char="▪"/>
            </a:pPr>
            <a:r>
              <a:rPr b="1" lang="en-US"/>
              <a:t>Search Engine Optimization (SEO): </a:t>
            </a:r>
            <a:r>
              <a:rPr lang="en-US"/>
              <a:t>Properly configured SPAs with server-side rendering can be SEO-friendly, improving search engine visibility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What is React Router?</a:t>
            </a:r>
            <a:endParaRPr/>
          </a:p>
        </p:txBody>
      </p:sp>
      <p:sp>
        <p:nvSpPr>
          <p:cNvPr id="168" name="Google Shape;168;p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rgbClr val="FF0000"/>
              </a:buClr>
              <a:buSzPts val="2800"/>
              <a:buChar char="▪"/>
            </a:pPr>
            <a:r>
              <a:rPr b="1" lang="en-US">
                <a:solidFill>
                  <a:srgbClr val="FF0000"/>
                </a:solidFill>
              </a:rPr>
              <a:t>React Router </a:t>
            </a:r>
            <a:r>
              <a:rPr lang="en-US"/>
              <a:t>is a standard library for creating dynamic routes and navigation in React JS Applications. It allows you to manage navigation in your app by defining routes that connect the URL paths to specific components.</a:t>
            </a:r>
            <a:endParaRPr/>
          </a:p>
          <a:p>
            <a:pPr indent="-228600" lvl="0" marL="228600" rtl="0" algn="l">
              <a:lnSpc>
                <a:spcPct val="100000"/>
              </a:lnSpc>
              <a:spcBef>
                <a:spcPts val="1800"/>
              </a:spcBef>
              <a:spcAft>
                <a:spcPts val="0"/>
              </a:spcAft>
              <a:buClr>
                <a:schemeClr val="dk1"/>
              </a:buClr>
              <a:buSzPts val="2800"/>
              <a:buChar char="▪"/>
            </a:pPr>
            <a:r>
              <a:rPr lang="en-US"/>
              <a:t>With </a:t>
            </a:r>
            <a:r>
              <a:rPr b="1" lang="en-US"/>
              <a:t>React Router</a:t>
            </a:r>
            <a:r>
              <a:rPr lang="en-US"/>
              <a:t>, you can implement different views for different parts of your application without the need for a full-page refresh. This is a key feature of single-page applications (SPAs), where only the necessary content is updated as the user navigates.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Features of React Router</a:t>
            </a:r>
            <a:endParaRPr/>
          </a:p>
        </p:txBody>
      </p:sp>
      <p:sp>
        <p:nvSpPr>
          <p:cNvPr id="174" name="Google Shape;174;p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Declarative Routing</a:t>
            </a:r>
            <a:r>
              <a:rPr lang="en-US"/>
              <a:t>: React Router v6 uses the Routes and Route components to define routes declaratively, making the routing configuration simple and easy to read.</a:t>
            </a:r>
            <a:endParaRPr/>
          </a:p>
          <a:p>
            <a:pPr indent="-228600" lvl="0" marL="228600" rtl="0" algn="l">
              <a:lnSpc>
                <a:spcPct val="100000"/>
              </a:lnSpc>
              <a:spcBef>
                <a:spcPts val="1800"/>
              </a:spcBef>
              <a:spcAft>
                <a:spcPts val="0"/>
              </a:spcAft>
              <a:buClr>
                <a:schemeClr val="dk1"/>
              </a:buClr>
              <a:buSzPts val="2800"/>
              <a:buChar char="▪"/>
            </a:pPr>
            <a:r>
              <a:rPr b="1" lang="en-US"/>
              <a:t>Nested Routes</a:t>
            </a:r>
            <a:r>
              <a:rPr lang="en-US"/>
              <a:t>: It supports nested routes, allowing for complex and hierarchical routing structures, which helps in organizing the application better.</a:t>
            </a:r>
            <a:endParaRPr/>
          </a:p>
          <a:p>
            <a:pPr indent="-228600" lvl="0" marL="228600" rtl="0" algn="l">
              <a:lnSpc>
                <a:spcPct val="100000"/>
              </a:lnSpc>
              <a:spcBef>
                <a:spcPts val="1800"/>
              </a:spcBef>
              <a:spcAft>
                <a:spcPts val="0"/>
              </a:spcAft>
              <a:buClr>
                <a:schemeClr val="dk1"/>
              </a:buClr>
              <a:buSzPts val="2800"/>
              <a:buChar char="▪"/>
            </a:pPr>
            <a:r>
              <a:rPr b="1" lang="en-US"/>
              <a:t>Programmatic Navigation</a:t>
            </a:r>
            <a:r>
              <a:rPr lang="en-US"/>
              <a:t>: The useNavigate hook enables programmatic navigation, allowing developers to navigate between routes based on certain conditions or user actions.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Features of React Router</a:t>
            </a:r>
            <a:endParaRPr/>
          </a:p>
        </p:txBody>
      </p:sp>
      <p:sp>
        <p:nvSpPr>
          <p:cNvPr id="180" name="Google Shape;180;p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Route Parameters</a:t>
            </a:r>
            <a:r>
              <a:rPr lang="en-US"/>
              <a:t>: It provides dynamic routing with route parameters, enabling the creation of routes that can match multiple URL patterns.</a:t>
            </a:r>
            <a:endParaRPr/>
          </a:p>
          <a:p>
            <a:pPr indent="-228600" lvl="0" marL="228600" rtl="0" algn="l">
              <a:lnSpc>
                <a:spcPct val="100000"/>
              </a:lnSpc>
              <a:spcBef>
                <a:spcPts val="1800"/>
              </a:spcBef>
              <a:spcAft>
                <a:spcPts val="0"/>
              </a:spcAft>
              <a:buClr>
                <a:schemeClr val="dk1"/>
              </a:buClr>
              <a:buSzPts val="2800"/>
              <a:buChar char="▪"/>
            </a:pPr>
            <a:r>
              <a:rPr b="1" lang="en-US"/>
              <a:t>Improved TypeScript Support</a:t>
            </a:r>
            <a:r>
              <a:rPr lang="en-US"/>
              <a:t>: Enhanced TypeScript support ensures that developers can build type-safe applications, improving development efficiency and reducing errors.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Understanding React Router’s router</a:t>
            </a:r>
            <a:endParaRPr/>
          </a:p>
        </p:txBody>
      </p:sp>
      <p:sp>
        <p:nvSpPr>
          <p:cNvPr id="186" name="Google Shape;186;p10"/>
          <p:cNvSpPr txBox="1"/>
          <p:nvPr>
            <p:ph idx="1" type="body"/>
          </p:nvPr>
        </p:nvSpPr>
        <p:spPr>
          <a:xfrm>
            <a:off x="1104900" y="1600200"/>
            <a:ext cx="10266106"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A router in React Router </a:t>
            </a:r>
            <a:r>
              <a:rPr lang="en-US"/>
              <a:t>is a component that tracks the browser’s URL and performs navigation.</a:t>
            </a:r>
            <a:endParaRPr/>
          </a:p>
          <a:p>
            <a:pPr indent="-228600" lvl="0" marL="228600" rtl="0" algn="l">
              <a:lnSpc>
                <a:spcPct val="100000"/>
              </a:lnSpc>
              <a:spcBef>
                <a:spcPts val="1800"/>
              </a:spcBef>
              <a:spcAft>
                <a:spcPts val="0"/>
              </a:spcAft>
              <a:buClr>
                <a:schemeClr val="dk1"/>
              </a:buClr>
              <a:buSzPts val="2800"/>
              <a:buChar char="▪"/>
            </a:pPr>
            <a:r>
              <a:rPr lang="en-US"/>
              <a:t>Several routers are available in React Router, and the one recommended for web applications is called a </a:t>
            </a:r>
            <a:r>
              <a:rPr b="1" lang="en-US"/>
              <a:t>browser router</a:t>
            </a:r>
            <a:r>
              <a:rPr lang="en-US"/>
              <a:t>.</a:t>
            </a:r>
            <a:endParaRPr/>
          </a:p>
          <a:p>
            <a:pPr indent="-228600" lvl="0" marL="228600" rtl="0" algn="l">
              <a:lnSpc>
                <a:spcPct val="100000"/>
              </a:lnSpc>
              <a:spcBef>
                <a:spcPts val="1800"/>
              </a:spcBef>
              <a:spcAft>
                <a:spcPts val="0"/>
              </a:spcAft>
              <a:buClr>
                <a:schemeClr val="dk1"/>
              </a:buClr>
              <a:buSzPts val="2800"/>
              <a:buChar char="▪"/>
            </a:pPr>
            <a:r>
              <a:rPr lang="en-US"/>
              <a:t>The </a:t>
            </a:r>
            <a:r>
              <a:rPr b="1" lang="en-US"/>
              <a:t>createBrowserRouter</a:t>
            </a:r>
            <a:r>
              <a:rPr lang="en-US"/>
              <a:t> function creates a </a:t>
            </a:r>
            <a:r>
              <a:rPr b="1" lang="en-US"/>
              <a:t>browser router</a:t>
            </a:r>
            <a:r>
              <a:rPr lang="en-US"/>
              <a:t>.</a:t>
            </a:r>
            <a:endParaRPr/>
          </a:p>
          <a:p>
            <a:pPr indent="-228600" lvl="0" marL="228600" rtl="0" algn="l">
              <a:lnSpc>
                <a:spcPct val="100000"/>
              </a:lnSpc>
              <a:spcBef>
                <a:spcPts val="1800"/>
              </a:spcBef>
              <a:spcAft>
                <a:spcPts val="0"/>
              </a:spcAft>
              <a:buClr>
                <a:schemeClr val="dk1"/>
              </a:buClr>
              <a:buSzPts val="2800"/>
              <a:buChar char="▪"/>
            </a:pPr>
            <a:r>
              <a:rPr b="1" lang="en-US"/>
              <a:t>createBrowserRouter</a:t>
            </a:r>
            <a:r>
              <a:rPr lang="en-US"/>
              <a:t> function requires an argument containing all the routes in the application.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Understanding React Router’s router</a:t>
            </a:r>
            <a:endParaRPr/>
          </a:p>
        </p:txBody>
      </p:sp>
      <p:sp>
        <p:nvSpPr>
          <p:cNvPr id="192" name="Google Shape;192;p1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The following code snippet creates a router with two routes:</a:t>
            </a:r>
            <a:endParaRPr/>
          </a:p>
        </p:txBody>
      </p:sp>
      <p:pic>
        <p:nvPicPr>
          <p:cNvPr id="193" name="Google Shape;193;p11"/>
          <p:cNvPicPr preferRelativeResize="0"/>
          <p:nvPr/>
        </p:nvPicPr>
        <p:blipFill rotWithShape="1">
          <a:blip r:embed="rId3">
            <a:alphaModFix/>
          </a:blip>
          <a:srcRect b="0" l="0" r="0" t="0"/>
          <a:stretch/>
        </p:blipFill>
        <p:spPr>
          <a:xfrm>
            <a:off x="2657410" y="2430743"/>
            <a:ext cx="6875661" cy="374145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Components of React Router</a:t>
            </a:r>
            <a:endParaRPr/>
          </a:p>
        </p:txBody>
      </p:sp>
      <p:sp>
        <p:nvSpPr>
          <p:cNvPr id="199" name="Google Shape;199;p1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BrowserRouter and HashRouter</a:t>
            </a:r>
            <a:endParaRPr b="1">
              <a:solidFill>
                <a:srgbClr val="FF0000"/>
              </a:solidFill>
            </a:endParaRPr>
          </a:p>
          <a:p>
            <a:pPr indent="-228600" lvl="1" marL="685800" rtl="0" algn="l">
              <a:lnSpc>
                <a:spcPct val="100000"/>
              </a:lnSpc>
              <a:spcBef>
                <a:spcPts val="600"/>
              </a:spcBef>
              <a:spcAft>
                <a:spcPts val="0"/>
              </a:spcAft>
              <a:buClr>
                <a:schemeClr val="dk1"/>
              </a:buClr>
              <a:buSzPts val="2400"/>
              <a:buChar char="▪"/>
            </a:pPr>
            <a:r>
              <a:rPr b="1" lang="en-US"/>
              <a:t>BrowserRouter:</a:t>
            </a:r>
            <a:r>
              <a:rPr lang="en-US"/>
              <a:t> Uses the HTML5 history API to keep your UI in sync with the URL.</a:t>
            </a:r>
            <a:endParaRPr/>
          </a:p>
          <a:p>
            <a:pPr indent="-228600" lvl="1" marL="685800" rtl="0" algn="l">
              <a:lnSpc>
                <a:spcPct val="100000"/>
              </a:lnSpc>
              <a:spcBef>
                <a:spcPts val="600"/>
              </a:spcBef>
              <a:spcAft>
                <a:spcPts val="0"/>
              </a:spcAft>
              <a:buClr>
                <a:schemeClr val="dk1"/>
              </a:buClr>
              <a:buSzPts val="2400"/>
              <a:buChar char="▪"/>
            </a:pPr>
            <a:r>
              <a:rPr b="1" lang="en-US"/>
              <a:t>HashRouter</a:t>
            </a:r>
            <a:r>
              <a:rPr lang="en-US"/>
              <a:t>: Uses the hash portion of the URL (i.e., window.location.hash) to keep your UI in sync with the URL.</a:t>
            </a:r>
            <a:endParaRPr/>
          </a:p>
        </p:txBody>
      </p:sp>
      <p:sp>
        <p:nvSpPr>
          <p:cNvPr id="200" name="Google Shape;200;p12"/>
          <p:cNvSpPr txBox="1"/>
          <p:nvPr/>
        </p:nvSpPr>
        <p:spPr>
          <a:xfrm>
            <a:off x="3047241" y="4057471"/>
            <a:ext cx="6096000" cy="120032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800000"/>
                </a:solidFill>
                <a:latin typeface="Consolas"/>
                <a:ea typeface="Consolas"/>
                <a:cs typeface="Consolas"/>
                <a:sym typeface="Consolas"/>
              </a:rPr>
              <a:t>&lt;BrowserRouter&gt;</a:t>
            </a:r>
            <a:endParaRPr b="1" sz="2400">
              <a:solidFill>
                <a:srgbClr val="000000"/>
              </a:solidFill>
              <a:latin typeface="Consolas"/>
              <a:ea typeface="Consolas"/>
              <a:cs typeface="Consolas"/>
              <a:sym typeface="Consolas"/>
            </a:endParaRPr>
          </a:p>
          <a:p>
            <a:pPr indent="0" lvl="0" marL="0" marR="0" rtl="0" algn="l">
              <a:spcBef>
                <a:spcPts val="0"/>
              </a:spcBef>
              <a:spcAft>
                <a:spcPts val="0"/>
              </a:spcAft>
              <a:buNone/>
            </a:pPr>
            <a:r>
              <a:rPr b="1" lang="en-US" sz="2400">
                <a:solidFill>
                  <a:srgbClr val="000000"/>
                </a:solidFill>
                <a:latin typeface="Consolas"/>
                <a:ea typeface="Consolas"/>
                <a:cs typeface="Consolas"/>
                <a:sym typeface="Consolas"/>
              </a:rPr>
              <a:t>    (/* Your routes go here */}</a:t>
            </a:r>
            <a:endParaRPr/>
          </a:p>
          <a:p>
            <a:pPr indent="0" lvl="0" marL="0" marR="0" rtl="0" algn="l">
              <a:spcBef>
                <a:spcPts val="0"/>
              </a:spcBef>
              <a:spcAft>
                <a:spcPts val="0"/>
              </a:spcAft>
              <a:buNone/>
            </a:pPr>
            <a:r>
              <a:rPr b="1" lang="en-US" sz="2400">
                <a:solidFill>
                  <a:srgbClr val="800000"/>
                </a:solidFill>
                <a:latin typeface="Consolas"/>
                <a:ea typeface="Consolas"/>
                <a:cs typeface="Consolas"/>
                <a:sym typeface="Consolas"/>
              </a:rPr>
              <a:t>&lt;/BrowserRouter&gt;</a:t>
            </a:r>
            <a:endParaRPr b="1" sz="2400">
              <a:solidFill>
                <a:srgbClr val="000000"/>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Components of React Router</a:t>
            </a:r>
            <a:endParaRPr/>
          </a:p>
        </p:txBody>
      </p:sp>
      <p:sp>
        <p:nvSpPr>
          <p:cNvPr id="206" name="Google Shape;206;p1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 </a:t>
            </a:r>
            <a:r>
              <a:rPr b="1" lang="en-US">
                <a:solidFill>
                  <a:srgbClr val="FF0000"/>
                </a:solidFill>
              </a:rPr>
              <a:t>Routes and Route</a:t>
            </a:r>
            <a:endParaRPr/>
          </a:p>
          <a:p>
            <a:pPr indent="-228600" lvl="1" marL="685800" rtl="0" algn="l">
              <a:lnSpc>
                <a:spcPct val="100000"/>
              </a:lnSpc>
              <a:spcBef>
                <a:spcPts val="600"/>
              </a:spcBef>
              <a:spcAft>
                <a:spcPts val="0"/>
              </a:spcAft>
              <a:buClr>
                <a:schemeClr val="dk1"/>
              </a:buClr>
              <a:buSzPts val="2400"/>
              <a:buChar char="▪"/>
            </a:pPr>
            <a:r>
              <a:rPr b="1" lang="en-US"/>
              <a:t>Routes</a:t>
            </a:r>
            <a:r>
              <a:rPr lang="en-US"/>
              <a:t>: A container for all your route definitions.</a:t>
            </a:r>
            <a:endParaRPr/>
          </a:p>
          <a:p>
            <a:pPr indent="-228600" lvl="1" marL="685800" rtl="0" algn="l">
              <a:lnSpc>
                <a:spcPct val="100000"/>
              </a:lnSpc>
              <a:spcBef>
                <a:spcPts val="600"/>
              </a:spcBef>
              <a:spcAft>
                <a:spcPts val="0"/>
              </a:spcAft>
              <a:buClr>
                <a:schemeClr val="dk1"/>
              </a:buClr>
              <a:buSzPts val="2400"/>
              <a:buChar char="▪"/>
            </a:pPr>
            <a:r>
              <a:rPr b="1" lang="en-US"/>
              <a:t>Route</a:t>
            </a:r>
            <a:r>
              <a:rPr lang="en-US"/>
              <a:t>: Defines a single route with a path and the component to render.</a:t>
            </a:r>
            <a:endParaRPr/>
          </a:p>
        </p:txBody>
      </p:sp>
      <p:sp>
        <p:nvSpPr>
          <p:cNvPr id="207" name="Google Shape;207;p13"/>
          <p:cNvSpPr txBox="1"/>
          <p:nvPr/>
        </p:nvSpPr>
        <p:spPr>
          <a:xfrm>
            <a:off x="1916793" y="3546286"/>
            <a:ext cx="8356896" cy="156966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800000"/>
                </a:solidFill>
                <a:latin typeface="Consolas"/>
                <a:ea typeface="Consolas"/>
                <a:cs typeface="Consolas"/>
                <a:sym typeface="Consolas"/>
              </a:rPr>
              <a:t>&lt;Routes&gt;</a:t>
            </a:r>
            <a:endParaRPr b="1" sz="2400">
              <a:solidFill>
                <a:srgbClr val="000000"/>
              </a:solidFill>
              <a:latin typeface="Consolas"/>
              <a:ea typeface="Consolas"/>
              <a:cs typeface="Consolas"/>
              <a:sym typeface="Consolas"/>
            </a:endParaRPr>
          </a:p>
          <a:p>
            <a:pPr indent="0" lvl="0" marL="0" marR="0" rtl="0" algn="l">
              <a:spcBef>
                <a:spcPts val="0"/>
              </a:spcBef>
              <a:spcAft>
                <a:spcPts val="0"/>
              </a:spcAft>
              <a:buNone/>
            </a:pPr>
            <a:r>
              <a:rPr b="1" lang="en-US" sz="2400">
                <a:solidFill>
                  <a:srgbClr val="000000"/>
                </a:solidFill>
                <a:latin typeface="Consolas"/>
                <a:ea typeface="Consolas"/>
                <a:cs typeface="Consolas"/>
                <a:sym typeface="Consolas"/>
              </a:rPr>
              <a:t>    </a:t>
            </a:r>
            <a:r>
              <a:rPr b="1" lang="en-US" sz="2400">
                <a:solidFill>
                  <a:srgbClr val="800000"/>
                </a:solidFill>
                <a:latin typeface="Consolas"/>
                <a:ea typeface="Consolas"/>
                <a:cs typeface="Consolas"/>
                <a:sym typeface="Consolas"/>
              </a:rPr>
              <a:t>&lt;Route</a:t>
            </a:r>
            <a:r>
              <a:rPr b="1" lang="en-US" sz="2400">
                <a:solidFill>
                  <a:srgbClr val="000000"/>
                </a:solidFill>
                <a:latin typeface="Consolas"/>
                <a:ea typeface="Consolas"/>
                <a:cs typeface="Consolas"/>
                <a:sym typeface="Consolas"/>
              </a:rPr>
              <a:t> </a:t>
            </a:r>
            <a:r>
              <a:rPr b="1" lang="en-US" sz="2400">
                <a:solidFill>
                  <a:srgbClr val="E50000"/>
                </a:solidFill>
                <a:latin typeface="Consolas"/>
                <a:ea typeface="Consolas"/>
                <a:cs typeface="Consolas"/>
                <a:sym typeface="Consolas"/>
              </a:rPr>
              <a:t>path</a:t>
            </a:r>
            <a:r>
              <a:rPr b="1" lang="en-US" sz="2400">
                <a:solidFill>
                  <a:srgbClr val="000000"/>
                </a:solidFill>
                <a:latin typeface="Consolas"/>
                <a:ea typeface="Consolas"/>
                <a:cs typeface="Consolas"/>
                <a:sym typeface="Consolas"/>
              </a:rPr>
              <a:t>=</a:t>
            </a:r>
            <a:r>
              <a:rPr b="1" lang="en-US" sz="2400">
                <a:solidFill>
                  <a:srgbClr val="A31515"/>
                </a:solidFill>
                <a:latin typeface="Consolas"/>
                <a:ea typeface="Consolas"/>
                <a:cs typeface="Consolas"/>
                <a:sym typeface="Consolas"/>
              </a:rPr>
              <a:t>"/"</a:t>
            </a:r>
            <a:r>
              <a:rPr b="1" lang="en-US" sz="2400">
                <a:solidFill>
                  <a:srgbClr val="000000"/>
                </a:solidFill>
                <a:latin typeface="Consolas"/>
                <a:ea typeface="Consolas"/>
                <a:cs typeface="Consolas"/>
                <a:sym typeface="Consolas"/>
              </a:rPr>
              <a:t> </a:t>
            </a:r>
            <a:r>
              <a:rPr b="1" lang="en-US" sz="2400">
                <a:solidFill>
                  <a:srgbClr val="E50000"/>
                </a:solidFill>
                <a:latin typeface="Consolas"/>
                <a:ea typeface="Consolas"/>
                <a:cs typeface="Consolas"/>
                <a:sym typeface="Consolas"/>
              </a:rPr>
              <a:t>element</a:t>
            </a:r>
            <a:r>
              <a:rPr b="1" lang="en-US" sz="2400">
                <a:solidFill>
                  <a:srgbClr val="000000"/>
                </a:solidFill>
                <a:latin typeface="Consolas"/>
                <a:ea typeface="Consolas"/>
                <a:cs typeface="Consolas"/>
                <a:sym typeface="Consolas"/>
              </a:rPr>
              <a:t>=</a:t>
            </a:r>
            <a:r>
              <a:rPr b="1" lang="en-US" sz="2400">
                <a:solidFill>
                  <a:srgbClr val="0000FF"/>
                </a:solidFill>
                <a:latin typeface="Consolas"/>
                <a:ea typeface="Consolas"/>
                <a:cs typeface="Consolas"/>
                <a:sym typeface="Consolas"/>
              </a:rPr>
              <a:t>{</a:t>
            </a:r>
            <a:r>
              <a:rPr b="1" lang="en-US" sz="2400">
                <a:solidFill>
                  <a:srgbClr val="800000"/>
                </a:solidFill>
                <a:latin typeface="Consolas"/>
                <a:ea typeface="Consolas"/>
                <a:cs typeface="Consolas"/>
                <a:sym typeface="Consolas"/>
              </a:rPr>
              <a:t>&lt;Home</a:t>
            </a:r>
            <a:r>
              <a:rPr b="1" lang="en-US" sz="2400">
                <a:solidFill>
                  <a:srgbClr val="000000"/>
                </a:solidFill>
                <a:latin typeface="Consolas"/>
                <a:ea typeface="Consolas"/>
                <a:cs typeface="Consolas"/>
                <a:sym typeface="Consolas"/>
              </a:rPr>
              <a:t> </a:t>
            </a:r>
            <a:r>
              <a:rPr b="1" lang="en-US" sz="2400">
                <a:solidFill>
                  <a:srgbClr val="800000"/>
                </a:solidFill>
                <a:latin typeface="Consolas"/>
                <a:ea typeface="Consolas"/>
                <a:cs typeface="Consolas"/>
                <a:sym typeface="Consolas"/>
              </a:rPr>
              <a:t>/&gt;</a:t>
            </a:r>
            <a:r>
              <a:rPr b="1" lang="en-US" sz="2400">
                <a:solidFill>
                  <a:srgbClr val="0000FF"/>
                </a:solidFill>
                <a:latin typeface="Consolas"/>
                <a:ea typeface="Consolas"/>
                <a:cs typeface="Consolas"/>
                <a:sym typeface="Consolas"/>
              </a:rPr>
              <a:t>}</a:t>
            </a:r>
            <a:r>
              <a:rPr b="1" lang="en-US" sz="2400">
                <a:solidFill>
                  <a:srgbClr val="000000"/>
                </a:solidFill>
                <a:latin typeface="Consolas"/>
                <a:ea typeface="Consolas"/>
                <a:cs typeface="Consolas"/>
                <a:sym typeface="Consolas"/>
              </a:rPr>
              <a:t> </a:t>
            </a:r>
            <a:r>
              <a:rPr b="1" lang="en-US" sz="2400">
                <a:solidFill>
                  <a:srgbClr val="800000"/>
                </a:solidFill>
                <a:latin typeface="Consolas"/>
                <a:ea typeface="Consolas"/>
                <a:cs typeface="Consolas"/>
                <a:sym typeface="Consolas"/>
              </a:rPr>
              <a:t>/&gt;</a:t>
            </a:r>
            <a:endParaRPr b="1" sz="2400">
              <a:solidFill>
                <a:srgbClr val="000000"/>
              </a:solidFill>
              <a:latin typeface="Consolas"/>
              <a:ea typeface="Consolas"/>
              <a:cs typeface="Consolas"/>
              <a:sym typeface="Consolas"/>
            </a:endParaRPr>
          </a:p>
          <a:p>
            <a:pPr indent="0" lvl="0" marL="0" marR="0" rtl="0" algn="l">
              <a:spcBef>
                <a:spcPts val="0"/>
              </a:spcBef>
              <a:spcAft>
                <a:spcPts val="0"/>
              </a:spcAft>
              <a:buNone/>
            </a:pPr>
            <a:r>
              <a:rPr b="1" lang="en-US" sz="2400">
                <a:solidFill>
                  <a:srgbClr val="000000"/>
                </a:solidFill>
                <a:latin typeface="Consolas"/>
                <a:ea typeface="Consolas"/>
                <a:cs typeface="Consolas"/>
                <a:sym typeface="Consolas"/>
              </a:rPr>
              <a:t>    </a:t>
            </a:r>
            <a:r>
              <a:rPr b="1" lang="en-US" sz="2400">
                <a:solidFill>
                  <a:srgbClr val="800000"/>
                </a:solidFill>
                <a:latin typeface="Consolas"/>
                <a:ea typeface="Consolas"/>
                <a:cs typeface="Consolas"/>
                <a:sym typeface="Consolas"/>
              </a:rPr>
              <a:t>&lt;Route</a:t>
            </a:r>
            <a:r>
              <a:rPr b="1" lang="en-US" sz="2400">
                <a:solidFill>
                  <a:srgbClr val="000000"/>
                </a:solidFill>
                <a:latin typeface="Consolas"/>
                <a:ea typeface="Consolas"/>
                <a:cs typeface="Consolas"/>
                <a:sym typeface="Consolas"/>
              </a:rPr>
              <a:t> </a:t>
            </a:r>
            <a:r>
              <a:rPr b="1" lang="en-US" sz="2400">
                <a:solidFill>
                  <a:srgbClr val="E50000"/>
                </a:solidFill>
                <a:latin typeface="Consolas"/>
                <a:ea typeface="Consolas"/>
                <a:cs typeface="Consolas"/>
                <a:sym typeface="Consolas"/>
              </a:rPr>
              <a:t>path</a:t>
            </a:r>
            <a:r>
              <a:rPr b="1" lang="en-US" sz="2400">
                <a:solidFill>
                  <a:srgbClr val="000000"/>
                </a:solidFill>
                <a:latin typeface="Consolas"/>
                <a:ea typeface="Consolas"/>
                <a:cs typeface="Consolas"/>
                <a:sym typeface="Consolas"/>
              </a:rPr>
              <a:t>=</a:t>
            </a:r>
            <a:r>
              <a:rPr b="1" lang="en-US" sz="2400">
                <a:solidFill>
                  <a:srgbClr val="A31515"/>
                </a:solidFill>
                <a:latin typeface="Consolas"/>
                <a:ea typeface="Consolas"/>
                <a:cs typeface="Consolas"/>
                <a:sym typeface="Consolas"/>
              </a:rPr>
              <a:t>"/about"</a:t>
            </a:r>
            <a:r>
              <a:rPr b="1" lang="en-US" sz="2400">
                <a:solidFill>
                  <a:srgbClr val="000000"/>
                </a:solidFill>
                <a:latin typeface="Consolas"/>
                <a:ea typeface="Consolas"/>
                <a:cs typeface="Consolas"/>
                <a:sym typeface="Consolas"/>
              </a:rPr>
              <a:t> </a:t>
            </a:r>
            <a:r>
              <a:rPr b="1" lang="en-US" sz="2400">
                <a:solidFill>
                  <a:srgbClr val="E50000"/>
                </a:solidFill>
                <a:latin typeface="Consolas"/>
                <a:ea typeface="Consolas"/>
                <a:cs typeface="Consolas"/>
                <a:sym typeface="Consolas"/>
              </a:rPr>
              <a:t>element</a:t>
            </a:r>
            <a:r>
              <a:rPr b="1" lang="en-US" sz="2400">
                <a:solidFill>
                  <a:srgbClr val="000000"/>
                </a:solidFill>
                <a:latin typeface="Consolas"/>
                <a:ea typeface="Consolas"/>
                <a:cs typeface="Consolas"/>
                <a:sym typeface="Consolas"/>
              </a:rPr>
              <a:t>=</a:t>
            </a:r>
            <a:r>
              <a:rPr b="1" lang="en-US" sz="2400">
                <a:solidFill>
                  <a:srgbClr val="0000FF"/>
                </a:solidFill>
                <a:latin typeface="Consolas"/>
                <a:ea typeface="Consolas"/>
                <a:cs typeface="Consolas"/>
                <a:sym typeface="Consolas"/>
              </a:rPr>
              <a:t>{</a:t>
            </a:r>
            <a:r>
              <a:rPr b="1" lang="en-US" sz="2400">
                <a:solidFill>
                  <a:srgbClr val="800000"/>
                </a:solidFill>
                <a:latin typeface="Consolas"/>
                <a:ea typeface="Consolas"/>
                <a:cs typeface="Consolas"/>
                <a:sym typeface="Consolas"/>
              </a:rPr>
              <a:t>&lt;About</a:t>
            </a:r>
            <a:r>
              <a:rPr b="1" lang="en-US" sz="2400">
                <a:solidFill>
                  <a:srgbClr val="000000"/>
                </a:solidFill>
                <a:latin typeface="Consolas"/>
                <a:ea typeface="Consolas"/>
                <a:cs typeface="Consolas"/>
                <a:sym typeface="Consolas"/>
              </a:rPr>
              <a:t> </a:t>
            </a:r>
            <a:r>
              <a:rPr b="1" lang="en-US" sz="2400">
                <a:solidFill>
                  <a:srgbClr val="800000"/>
                </a:solidFill>
                <a:latin typeface="Consolas"/>
                <a:ea typeface="Consolas"/>
                <a:cs typeface="Consolas"/>
                <a:sym typeface="Consolas"/>
              </a:rPr>
              <a:t>/&gt;</a:t>
            </a:r>
            <a:r>
              <a:rPr b="1" lang="en-US" sz="2400">
                <a:solidFill>
                  <a:srgbClr val="0000FF"/>
                </a:solidFill>
                <a:latin typeface="Consolas"/>
                <a:ea typeface="Consolas"/>
                <a:cs typeface="Consolas"/>
                <a:sym typeface="Consolas"/>
              </a:rPr>
              <a:t>}</a:t>
            </a:r>
            <a:r>
              <a:rPr b="1" lang="en-US" sz="2400">
                <a:solidFill>
                  <a:srgbClr val="000000"/>
                </a:solidFill>
                <a:latin typeface="Consolas"/>
                <a:ea typeface="Consolas"/>
                <a:cs typeface="Consolas"/>
                <a:sym typeface="Consolas"/>
              </a:rPr>
              <a:t> </a:t>
            </a:r>
            <a:r>
              <a:rPr b="1" lang="en-US" sz="2400">
                <a:solidFill>
                  <a:srgbClr val="800000"/>
                </a:solidFill>
                <a:latin typeface="Consolas"/>
                <a:ea typeface="Consolas"/>
                <a:cs typeface="Consolas"/>
                <a:sym typeface="Consolas"/>
              </a:rPr>
              <a:t>/&gt;</a:t>
            </a:r>
            <a:endParaRPr b="1" sz="2400">
              <a:solidFill>
                <a:srgbClr val="000000"/>
              </a:solidFill>
              <a:latin typeface="Consolas"/>
              <a:ea typeface="Consolas"/>
              <a:cs typeface="Consolas"/>
              <a:sym typeface="Consolas"/>
            </a:endParaRPr>
          </a:p>
          <a:p>
            <a:pPr indent="0" lvl="0" marL="0" marR="0" rtl="0" algn="l">
              <a:spcBef>
                <a:spcPts val="0"/>
              </a:spcBef>
              <a:spcAft>
                <a:spcPts val="0"/>
              </a:spcAft>
              <a:buNone/>
            </a:pPr>
            <a:r>
              <a:rPr b="1" lang="en-US" sz="2400">
                <a:solidFill>
                  <a:srgbClr val="800000"/>
                </a:solidFill>
                <a:latin typeface="Consolas"/>
                <a:ea typeface="Consolas"/>
                <a:cs typeface="Consolas"/>
                <a:sym typeface="Consolas"/>
              </a:rPr>
              <a:t>&lt;/Routes&gt;</a:t>
            </a:r>
            <a:endParaRPr b="1" sz="2400">
              <a:solidFill>
                <a:srgbClr val="000000"/>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Components of React Router</a:t>
            </a:r>
            <a:endParaRPr/>
          </a:p>
        </p:txBody>
      </p:sp>
      <p:sp>
        <p:nvSpPr>
          <p:cNvPr id="213" name="Google Shape;213;p1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 </a:t>
            </a:r>
            <a:r>
              <a:rPr b="1" lang="en-US">
                <a:solidFill>
                  <a:srgbClr val="FF0000"/>
                </a:solidFill>
              </a:rPr>
              <a:t>Link and NavLink</a:t>
            </a:r>
            <a:endParaRPr b="1">
              <a:solidFill>
                <a:srgbClr val="FF0000"/>
              </a:solidFill>
            </a:endParaRPr>
          </a:p>
          <a:p>
            <a:pPr indent="-228600" lvl="1" marL="685800" rtl="0" algn="l">
              <a:lnSpc>
                <a:spcPct val="100000"/>
              </a:lnSpc>
              <a:spcBef>
                <a:spcPts val="600"/>
              </a:spcBef>
              <a:spcAft>
                <a:spcPts val="0"/>
              </a:spcAft>
              <a:buClr>
                <a:schemeClr val="dk1"/>
              </a:buClr>
              <a:buSzPts val="2400"/>
              <a:buChar char="▪"/>
            </a:pPr>
            <a:r>
              <a:rPr b="1" lang="en-US"/>
              <a:t>Link</a:t>
            </a:r>
            <a:r>
              <a:rPr lang="en-US"/>
              <a:t>: Creates navigational links in your application.</a:t>
            </a:r>
            <a:endParaRPr/>
          </a:p>
          <a:p>
            <a:pPr indent="-228600" lvl="1" marL="685800" rtl="0" algn="l">
              <a:lnSpc>
                <a:spcPct val="100000"/>
              </a:lnSpc>
              <a:spcBef>
                <a:spcPts val="600"/>
              </a:spcBef>
              <a:spcAft>
                <a:spcPts val="0"/>
              </a:spcAft>
              <a:buClr>
                <a:schemeClr val="dk1"/>
              </a:buClr>
              <a:buSzPts val="2400"/>
              <a:buChar char="▪"/>
            </a:pPr>
            <a:r>
              <a:rPr b="1" lang="en-US"/>
              <a:t>NavLink</a:t>
            </a:r>
            <a:r>
              <a:rPr lang="en-US"/>
              <a:t>: Similar to Link but provides additional styling attributes when the link is active.</a:t>
            </a:r>
            <a:endParaRPr/>
          </a:p>
        </p:txBody>
      </p:sp>
      <p:sp>
        <p:nvSpPr>
          <p:cNvPr id="214" name="Google Shape;214;p14"/>
          <p:cNvSpPr txBox="1"/>
          <p:nvPr/>
        </p:nvSpPr>
        <p:spPr>
          <a:xfrm>
            <a:off x="1011232" y="3505200"/>
            <a:ext cx="10168017" cy="156966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800000"/>
                </a:solidFill>
                <a:latin typeface="Consolas"/>
                <a:ea typeface="Consolas"/>
                <a:cs typeface="Consolas"/>
                <a:sym typeface="Consolas"/>
              </a:rPr>
              <a:t>&lt;nav&gt;</a:t>
            </a:r>
            <a:endParaRPr b="1" sz="2400">
              <a:solidFill>
                <a:srgbClr val="000000"/>
              </a:solidFill>
              <a:latin typeface="Consolas"/>
              <a:ea typeface="Consolas"/>
              <a:cs typeface="Consolas"/>
              <a:sym typeface="Consolas"/>
            </a:endParaRPr>
          </a:p>
          <a:p>
            <a:pPr indent="0" lvl="0" marL="0" marR="0" rtl="0" algn="l">
              <a:spcBef>
                <a:spcPts val="0"/>
              </a:spcBef>
              <a:spcAft>
                <a:spcPts val="0"/>
              </a:spcAft>
              <a:buNone/>
            </a:pPr>
            <a:r>
              <a:rPr b="1" lang="en-US" sz="2400">
                <a:solidFill>
                  <a:srgbClr val="000000"/>
                </a:solidFill>
                <a:latin typeface="Consolas"/>
                <a:ea typeface="Consolas"/>
                <a:cs typeface="Consolas"/>
                <a:sym typeface="Consolas"/>
              </a:rPr>
              <a:t>    </a:t>
            </a:r>
            <a:r>
              <a:rPr b="1" lang="en-US" sz="2400">
                <a:solidFill>
                  <a:srgbClr val="800000"/>
                </a:solidFill>
                <a:latin typeface="Consolas"/>
                <a:ea typeface="Consolas"/>
                <a:cs typeface="Consolas"/>
                <a:sym typeface="Consolas"/>
              </a:rPr>
              <a:t>&lt;NavLink</a:t>
            </a:r>
            <a:r>
              <a:rPr b="1" lang="en-US" sz="2400">
                <a:solidFill>
                  <a:srgbClr val="000000"/>
                </a:solidFill>
                <a:latin typeface="Consolas"/>
                <a:ea typeface="Consolas"/>
                <a:cs typeface="Consolas"/>
                <a:sym typeface="Consolas"/>
              </a:rPr>
              <a:t> </a:t>
            </a:r>
            <a:r>
              <a:rPr b="1" lang="en-US" sz="2400">
                <a:solidFill>
                  <a:srgbClr val="E50000"/>
                </a:solidFill>
                <a:latin typeface="Consolas"/>
                <a:ea typeface="Consolas"/>
                <a:cs typeface="Consolas"/>
                <a:sym typeface="Consolas"/>
              </a:rPr>
              <a:t>to</a:t>
            </a:r>
            <a:r>
              <a:rPr b="1" lang="en-US" sz="2400">
                <a:solidFill>
                  <a:srgbClr val="000000"/>
                </a:solidFill>
                <a:latin typeface="Consolas"/>
                <a:ea typeface="Consolas"/>
                <a:cs typeface="Consolas"/>
                <a:sym typeface="Consolas"/>
              </a:rPr>
              <a:t>=</a:t>
            </a:r>
            <a:r>
              <a:rPr b="1" lang="en-US" sz="2400">
                <a:solidFill>
                  <a:srgbClr val="A31515"/>
                </a:solidFill>
                <a:latin typeface="Consolas"/>
                <a:ea typeface="Consolas"/>
                <a:cs typeface="Consolas"/>
                <a:sym typeface="Consolas"/>
              </a:rPr>
              <a:t>"/"</a:t>
            </a:r>
            <a:r>
              <a:rPr b="1" lang="en-US" sz="2400">
                <a:solidFill>
                  <a:srgbClr val="000000"/>
                </a:solidFill>
                <a:latin typeface="Consolas"/>
                <a:ea typeface="Consolas"/>
                <a:cs typeface="Consolas"/>
                <a:sym typeface="Consolas"/>
              </a:rPr>
              <a:t> </a:t>
            </a:r>
            <a:r>
              <a:rPr b="1" lang="en-US" sz="2400">
                <a:solidFill>
                  <a:srgbClr val="E50000"/>
                </a:solidFill>
                <a:latin typeface="Consolas"/>
                <a:ea typeface="Consolas"/>
                <a:cs typeface="Consolas"/>
                <a:sym typeface="Consolas"/>
              </a:rPr>
              <a:t>activeClassName</a:t>
            </a:r>
            <a:r>
              <a:rPr b="1" lang="en-US" sz="2400">
                <a:solidFill>
                  <a:srgbClr val="000000"/>
                </a:solidFill>
                <a:latin typeface="Consolas"/>
                <a:ea typeface="Consolas"/>
                <a:cs typeface="Consolas"/>
                <a:sym typeface="Consolas"/>
              </a:rPr>
              <a:t>=</a:t>
            </a:r>
            <a:r>
              <a:rPr b="1" lang="en-US" sz="2400">
                <a:solidFill>
                  <a:srgbClr val="A31515"/>
                </a:solidFill>
                <a:latin typeface="Consolas"/>
                <a:ea typeface="Consolas"/>
                <a:cs typeface="Consolas"/>
                <a:sym typeface="Consolas"/>
              </a:rPr>
              <a:t>"active"</a:t>
            </a:r>
            <a:r>
              <a:rPr b="1" lang="en-US" sz="2400">
                <a:solidFill>
                  <a:srgbClr val="800000"/>
                </a:solidFill>
                <a:latin typeface="Consolas"/>
                <a:ea typeface="Consolas"/>
                <a:cs typeface="Consolas"/>
                <a:sym typeface="Consolas"/>
              </a:rPr>
              <a:t>&gt;</a:t>
            </a:r>
            <a:r>
              <a:rPr b="1" lang="en-US" sz="2400">
                <a:solidFill>
                  <a:srgbClr val="000000"/>
                </a:solidFill>
                <a:latin typeface="Consolas"/>
                <a:ea typeface="Consolas"/>
                <a:cs typeface="Consolas"/>
                <a:sym typeface="Consolas"/>
              </a:rPr>
              <a:t>Home</a:t>
            </a:r>
            <a:r>
              <a:rPr b="1" lang="en-US" sz="2400">
                <a:solidFill>
                  <a:srgbClr val="800000"/>
                </a:solidFill>
                <a:latin typeface="Consolas"/>
                <a:ea typeface="Consolas"/>
                <a:cs typeface="Consolas"/>
                <a:sym typeface="Consolas"/>
              </a:rPr>
              <a:t>&lt;/NavLink&gt;</a:t>
            </a:r>
            <a:endParaRPr b="1" sz="2400">
              <a:solidFill>
                <a:srgbClr val="000000"/>
              </a:solidFill>
              <a:latin typeface="Consolas"/>
              <a:ea typeface="Consolas"/>
              <a:cs typeface="Consolas"/>
              <a:sym typeface="Consolas"/>
            </a:endParaRPr>
          </a:p>
          <a:p>
            <a:pPr indent="0" lvl="0" marL="0" marR="0" rtl="0" algn="l">
              <a:spcBef>
                <a:spcPts val="0"/>
              </a:spcBef>
              <a:spcAft>
                <a:spcPts val="0"/>
              </a:spcAft>
              <a:buNone/>
            </a:pPr>
            <a:r>
              <a:rPr b="1" lang="en-US" sz="2400">
                <a:solidFill>
                  <a:srgbClr val="000000"/>
                </a:solidFill>
                <a:latin typeface="Consolas"/>
                <a:ea typeface="Consolas"/>
                <a:cs typeface="Consolas"/>
                <a:sym typeface="Consolas"/>
              </a:rPr>
              <a:t>    </a:t>
            </a:r>
            <a:r>
              <a:rPr b="1" lang="en-US" sz="2400">
                <a:solidFill>
                  <a:srgbClr val="800000"/>
                </a:solidFill>
                <a:latin typeface="Consolas"/>
                <a:ea typeface="Consolas"/>
                <a:cs typeface="Consolas"/>
                <a:sym typeface="Consolas"/>
              </a:rPr>
              <a:t>&lt;Link</a:t>
            </a:r>
            <a:r>
              <a:rPr b="1" lang="en-US" sz="2400">
                <a:solidFill>
                  <a:srgbClr val="000000"/>
                </a:solidFill>
                <a:latin typeface="Consolas"/>
                <a:ea typeface="Consolas"/>
                <a:cs typeface="Consolas"/>
                <a:sym typeface="Consolas"/>
              </a:rPr>
              <a:t> </a:t>
            </a:r>
            <a:r>
              <a:rPr b="1" lang="en-US" sz="2400">
                <a:solidFill>
                  <a:srgbClr val="E50000"/>
                </a:solidFill>
                <a:latin typeface="Consolas"/>
                <a:ea typeface="Consolas"/>
                <a:cs typeface="Consolas"/>
                <a:sym typeface="Consolas"/>
              </a:rPr>
              <a:t>to</a:t>
            </a:r>
            <a:r>
              <a:rPr b="1" lang="en-US" sz="2400">
                <a:solidFill>
                  <a:srgbClr val="000000"/>
                </a:solidFill>
                <a:latin typeface="Consolas"/>
                <a:ea typeface="Consolas"/>
                <a:cs typeface="Consolas"/>
                <a:sym typeface="Consolas"/>
              </a:rPr>
              <a:t>=</a:t>
            </a:r>
            <a:r>
              <a:rPr b="1" lang="en-US" sz="2400">
                <a:solidFill>
                  <a:srgbClr val="A31515"/>
                </a:solidFill>
                <a:latin typeface="Consolas"/>
                <a:ea typeface="Consolas"/>
                <a:cs typeface="Consolas"/>
                <a:sym typeface="Consolas"/>
              </a:rPr>
              <a:t>"/about"</a:t>
            </a:r>
            <a:r>
              <a:rPr b="1" lang="en-US" sz="2400">
                <a:solidFill>
                  <a:srgbClr val="800000"/>
                </a:solidFill>
                <a:latin typeface="Consolas"/>
                <a:ea typeface="Consolas"/>
                <a:cs typeface="Consolas"/>
                <a:sym typeface="Consolas"/>
              </a:rPr>
              <a:t>&gt;</a:t>
            </a:r>
            <a:r>
              <a:rPr b="1" lang="en-US" sz="2400">
                <a:solidFill>
                  <a:srgbClr val="000000"/>
                </a:solidFill>
                <a:latin typeface="Consolas"/>
                <a:ea typeface="Consolas"/>
                <a:cs typeface="Consolas"/>
                <a:sym typeface="Consolas"/>
              </a:rPr>
              <a:t>About</a:t>
            </a:r>
            <a:r>
              <a:rPr b="1" lang="en-US" sz="2400">
                <a:solidFill>
                  <a:srgbClr val="800000"/>
                </a:solidFill>
                <a:latin typeface="Consolas"/>
                <a:ea typeface="Consolas"/>
                <a:cs typeface="Consolas"/>
                <a:sym typeface="Consolas"/>
              </a:rPr>
              <a:t>&lt;/Link&gt;</a:t>
            </a:r>
            <a:endParaRPr b="1" sz="2400">
              <a:solidFill>
                <a:srgbClr val="000000"/>
              </a:solidFill>
              <a:latin typeface="Consolas"/>
              <a:ea typeface="Consolas"/>
              <a:cs typeface="Consolas"/>
              <a:sym typeface="Consolas"/>
            </a:endParaRPr>
          </a:p>
          <a:p>
            <a:pPr indent="0" lvl="0" marL="0" marR="0" rtl="0" algn="l">
              <a:spcBef>
                <a:spcPts val="0"/>
              </a:spcBef>
              <a:spcAft>
                <a:spcPts val="0"/>
              </a:spcAft>
              <a:buNone/>
            </a:pPr>
            <a:r>
              <a:rPr b="1" lang="en-US" sz="2400">
                <a:solidFill>
                  <a:srgbClr val="800000"/>
                </a:solidFill>
                <a:latin typeface="Consolas"/>
                <a:ea typeface="Consolas"/>
                <a:cs typeface="Consolas"/>
                <a:sym typeface="Consolas"/>
              </a:rPr>
              <a:t>&lt;/nav&gt;</a:t>
            </a:r>
            <a:endParaRPr b="1" sz="2400">
              <a:solidFill>
                <a:srgbClr val="000000"/>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Steps to Create Routes using React Router</a:t>
            </a:r>
            <a:endParaRPr/>
          </a:p>
        </p:txBody>
      </p:sp>
      <p:sp>
        <p:nvSpPr>
          <p:cNvPr id="220" name="Google Shape;220;p1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Step 1</a:t>
            </a:r>
            <a:r>
              <a:rPr lang="en-US"/>
              <a:t>: </a:t>
            </a:r>
            <a:r>
              <a:rPr b="1" lang="en-US"/>
              <a:t>Initialize React Project</a:t>
            </a:r>
            <a:endParaRPr/>
          </a:p>
          <a:p>
            <a:pPr indent="-228600" lvl="1" marL="685800" rtl="0" algn="l">
              <a:lnSpc>
                <a:spcPct val="100000"/>
              </a:lnSpc>
              <a:spcBef>
                <a:spcPts val="600"/>
              </a:spcBef>
              <a:spcAft>
                <a:spcPts val="0"/>
              </a:spcAft>
              <a:buClr>
                <a:schemeClr val="dk1"/>
              </a:buClr>
              <a:buSzPts val="2400"/>
              <a:buChar char="▪"/>
            </a:pPr>
            <a:r>
              <a:rPr lang="en-US"/>
              <a:t>Create React application using the following command.</a:t>
            </a:r>
            <a:endParaRPr/>
          </a:p>
          <a:p>
            <a:pPr indent="-76200" lvl="1" marL="685800" rtl="0" algn="l">
              <a:lnSpc>
                <a:spcPct val="100000"/>
              </a:lnSpc>
              <a:spcBef>
                <a:spcPts val="600"/>
              </a:spcBef>
              <a:spcAft>
                <a:spcPts val="0"/>
              </a:spcAft>
              <a:buClr>
                <a:schemeClr val="dk1"/>
              </a:buClr>
              <a:buSzPts val="2400"/>
              <a:buNone/>
            </a:pPr>
            <a:r>
              <a:t/>
            </a:r>
            <a:endParaRPr/>
          </a:p>
          <a:p>
            <a:pPr indent="-76200" lvl="1" marL="685800" rtl="0" algn="l">
              <a:lnSpc>
                <a:spcPct val="100000"/>
              </a:lnSpc>
              <a:spcBef>
                <a:spcPts val="600"/>
              </a:spcBef>
              <a:spcAft>
                <a:spcPts val="0"/>
              </a:spcAft>
              <a:buClr>
                <a:schemeClr val="dk1"/>
              </a:buClr>
              <a:buSzPts val="2400"/>
              <a:buNone/>
            </a:pPr>
            <a:r>
              <a:t/>
            </a:r>
            <a:endParaRPr/>
          </a:p>
          <a:p>
            <a:pPr indent="-228600" lvl="0" marL="228600" rtl="0" algn="l">
              <a:lnSpc>
                <a:spcPct val="100000"/>
              </a:lnSpc>
              <a:spcBef>
                <a:spcPts val="1800"/>
              </a:spcBef>
              <a:spcAft>
                <a:spcPts val="0"/>
              </a:spcAft>
              <a:buClr>
                <a:schemeClr val="dk1"/>
              </a:buClr>
              <a:buSzPts val="2800"/>
              <a:buChar char="▪"/>
            </a:pPr>
            <a:r>
              <a:rPr b="1" lang="en-US"/>
              <a:t>Step 2: Install React Router</a:t>
            </a:r>
            <a:endParaRPr/>
          </a:p>
          <a:p>
            <a:pPr indent="-228600" lvl="1" marL="685800" rtl="0" algn="l">
              <a:lnSpc>
                <a:spcPct val="100000"/>
              </a:lnSpc>
              <a:spcBef>
                <a:spcPts val="600"/>
              </a:spcBef>
              <a:spcAft>
                <a:spcPts val="0"/>
              </a:spcAft>
              <a:buClr>
                <a:schemeClr val="dk1"/>
              </a:buClr>
              <a:buSzPts val="2400"/>
              <a:buChar char="▪"/>
            </a:pPr>
            <a:r>
              <a:rPr lang="en-US"/>
              <a:t>Install react-router in your application write the following command in your terminal</a:t>
            </a:r>
            <a:endParaRPr/>
          </a:p>
          <a:p>
            <a:pPr indent="-76200" lvl="1" marL="685800" rtl="0" algn="l">
              <a:lnSpc>
                <a:spcPct val="100000"/>
              </a:lnSpc>
              <a:spcBef>
                <a:spcPts val="600"/>
              </a:spcBef>
              <a:spcAft>
                <a:spcPts val="0"/>
              </a:spcAft>
              <a:buClr>
                <a:schemeClr val="dk1"/>
              </a:buClr>
              <a:buSzPts val="2400"/>
              <a:buNone/>
            </a:pPr>
            <a:r>
              <a:t/>
            </a:r>
            <a:endParaRPr/>
          </a:p>
        </p:txBody>
      </p:sp>
      <p:sp>
        <p:nvSpPr>
          <p:cNvPr id="221" name="Google Shape;221;p15"/>
          <p:cNvSpPr/>
          <p:nvPr/>
        </p:nvSpPr>
        <p:spPr>
          <a:xfrm>
            <a:off x="2297525" y="2637475"/>
            <a:ext cx="8152200" cy="828300"/>
          </a:xfrm>
          <a:prstGeom prst="rect">
            <a:avLst/>
          </a:prstGeom>
          <a:noFill/>
          <a:ln cap="flat" cmpd="sng" w="9525">
            <a:solidFill>
              <a:schemeClr val="accent1"/>
            </a:solidFill>
            <a:prstDash val="solid"/>
            <a:round/>
            <a:headEnd len="sm" w="sm" type="none"/>
            <a:tailEnd len="sm" w="sm" type="none"/>
          </a:ln>
        </p:spPr>
        <p:txBody>
          <a:bodyPr anchorCtr="0" anchor="ctr" bIns="88850" lIns="0" spcFirstLastPara="1" rIns="0" wrap="square" tIns="0">
            <a:spAutoFit/>
          </a:bodyPr>
          <a:lstStyle/>
          <a:p>
            <a:pPr indent="0" lvl="0" marL="176213" marR="0" rtl="0" algn="l">
              <a:lnSpc>
                <a:spcPct val="100000"/>
              </a:lnSpc>
              <a:spcBef>
                <a:spcPts val="0"/>
              </a:spcBef>
              <a:spcAft>
                <a:spcPts val="0"/>
              </a:spcAft>
              <a:buClr>
                <a:schemeClr val="dk1"/>
              </a:buClr>
              <a:buSzPts val="2400"/>
              <a:buFont typeface="Consolas"/>
              <a:buNone/>
            </a:pPr>
            <a:r>
              <a:rPr b="1" i="0" lang="en-US" sz="2400" u="none" cap="none" strike="noStrike">
                <a:solidFill>
                  <a:schemeClr val="dk1"/>
                </a:solidFill>
                <a:latin typeface="Consolas"/>
                <a:ea typeface="Consolas"/>
                <a:cs typeface="Consolas"/>
                <a:sym typeface="Consolas"/>
              </a:rPr>
              <a:t>npx </a:t>
            </a:r>
            <a:r>
              <a:rPr b="1" lang="en-US" sz="2400">
                <a:solidFill>
                  <a:schemeClr val="dk1"/>
                </a:solidFill>
                <a:latin typeface="Consolas"/>
                <a:ea typeface="Consolas"/>
                <a:cs typeface="Consolas"/>
                <a:sym typeface="Consolas"/>
              </a:rPr>
              <a:t>npm create vite@latest</a:t>
            </a:r>
            <a:r>
              <a:rPr b="1" i="0" lang="en-US" sz="2400" u="none" cap="none" strike="noStrike">
                <a:solidFill>
                  <a:schemeClr val="dk1"/>
                </a:solidFill>
                <a:latin typeface="Consolas"/>
                <a:ea typeface="Consolas"/>
                <a:cs typeface="Consolas"/>
                <a:sym typeface="Consolas"/>
              </a:rPr>
              <a:t> react-router-example </a:t>
            </a:r>
            <a:endParaRPr/>
          </a:p>
          <a:p>
            <a:pPr indent="0" lvl="0" marL="176213" marR="0" rtl="0" algn="l">
              <a:lnSpc>
                <a:spcPct val="100000"/>
              </a:lnSpc>
              <a:spcBef>
                <a:spcPts val="0"/>
              </a:spcBef>
              <a:spcAft>
                <a:spcPts val="0"/>
              </a:spcAft>
              <a:buClr>
                <a:schemeClr val="dk1"/>
              </a:buClr>
              <a:buSzPts val="2400"/>
              <a:buFont typeface="Consolas"/>
              <a:buNone/>
            </a:pPr>
            <a:r>
              <a:rPr b="1" i="0" lang="en-US" sz="2400" u="none" cap="none" strike="noStrike">
                <a:solidFill>
                  <a:schemeClr val="dk1"/>
                </a:solidFill>
                <a:latin typeface="Consolas"/>
                <a:ea typeface="Consolas"/>
                <a:cs typeface="Consolas"/>
                <a:sym typeface="Consolas"/>
              </a:rPr>
              <a:t>cd react-router-example</a:t>
            </a:r>
            <a:r>
              <a:rPr b="1" i="0" lang="en-US" sz="2000" u="none" cap="none" strike="noStrike">
                <a:solidFill>
                  <a:schemeClr val="dk1"/>
                </a:solidFill>
                <a:latin typeface="Consolas"/>
                <a:ea typeface="Consolas"/>
                <a:cs typeface="Consolas"/>
                <a:sym typeface="Consolas"/>
              </a:rPr>
              <a:t> </a:t>
            </a:r>
            <a:endParaRPr b="1" i="0" sz="3600" u="none" cap="none" strike="noStrike">
              <a:solidFill>
                <a:schemeClr val="dk1"/>
              </a:solidFill>
              <a:latin typeface="Consolas"/>
              <a:ea typeface="Consolas"/>
              <a:cs typeface="Consolas"/>
              <a:sym typeface="Consolas"/>
            </a:endParaRPr>
          </a:p>
        </p:txBody>
      </p:sp>
      <p:sp>
        <p:nvSpPr>
          <p:cNvPr id="222" name="Google Shape;222;p15"/>
          <p:cNvSpPr/>
          <p:nvPr/>
        </p:nvSpPr>
        <p:spPr>
          <a:xfrm>
            <a:off x="2325799" y="4921840"/>
            <a:ext cx="5073445" cy="397516"/>
          </a:xfrm>
          <a:prstGeom prst="rect">
            <a:avLst/>
          </a:prstGeom>
          <a:noFill/>
          <a:ln cap="flat" cmpd="sng" w="9525">
            <a:solidFill>
              <a:schemeClr val="dk1"/>
            </a:solidFill>
            <a:prstDash val="solid"/>
            <a:miter lim="800000"/>
            <a:headEnd len="sm" w="sm" type="none"/>
            <a:tailEnd len="sm" w="sm" type="none"/>
          </a:ln>
        </p:spPr>
        <p:txBody>
          <a:bodyPr anchorCtr="0" anchor="ctr" bIns="88850" lIns="0" spcFirstLastPara="1" rIns="0" wrap="square" tIns="0">
            <a:spAutoFit/>
          </a:bodyPr>
          <a:lstStyle/>
          <a:p>
            <a:pPr indent="0" lvl="0" marL="176213" marR="0" rtl="0" algn="l">
              <a:lnSpc>
                <a:spcPct val="100000"/>
              </a:lnSpc>
              <a:spcBef>
                <a:spcPts val="0"/>
              </a:spcBef>
              <a:spcAft>
                <a:spcPts val="0"/>
              </a:spcAft>
              <a:buClr>
                <a:schemeClr val="dk1"/>
              </a:buClr>
              <a:buSzPts val="2000"/>
              <a:buFont typeface="Consolas"/>
              <a:buNone/>
            </a:pPr>
            <a:r>
              <a:rPr b="1" i="0" lang="en-US" sz="2000" u="none" cap="none" strike="noStrike">
                <a:solidFill>
                  <a:schemeClr val="dk1"/>
                </a:solidFill>
                <a:latin typeface="Consolas"/>
                <a:ea typeface="Consolas"/>
                <a:cs typeface="Consolas"/>
                <a:sym typeface="Consolas"/>
              </a:rPr>
              <a:t>npm install react-router-dom@6</a:t>
            </a:r>
            <a:r>
              <a:rPr b="1" i="0" lang="en-US" sz="1800" u="none" cap="none" strike="noStrike">
                <a:solidFill>
                  <a:schemeClr val="dk1"/>
                </a:solidFill>
                <a:latin typeface="Consolas"/>
                <a:ea typeface="Consolas"/>
                <a:cs typeface="Consolas"/>
                <a:sym typeface="Consolas"/>
              </a:rPr>
              <a:t> </a:t>
            </a:r>
            <a:endParaRPr b="1" i="0" sz="3200" u="none" cap="none" strike="noStrike">
              <a:solidFill>
                <a:schemeClr val="dk1"/>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Steps to Create Routes using React Router</a:t>
            </a:r>
            <a:endParaRPr/>
          </a:p>
        </p:txBody>
      </p:sp>
      <p:sp>
        <p:nvSpPr>
          <p:cNvPr id="228" name="Google Shape;228;p16"/>
          <p:cNvSpPr txBox="1"/>
          <p:nvPr>
            <p:ph idx="1" type="body"/>
          </p:nvPr>
        </p:nvSpPr>
        <p:spPr>
          <a:xfrm>
            <a:off x="1104900" y="1600200"/>
            <a:ext cx="103251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Step 3</a:t>
            </a:r>
            <a:r>
              <a:rPr lang="en-US"/>
              <a:t>: set up and configure the React router for project.</a:t>
            </a:r>
            <a:endParaRPr/>
          </a:p>
          <a:p>
            <a:pPr indent="-228600" lvl="1" marL="685800" rtl="0" algn="l">
              <a:lnSpc>
                <a:spcPct val="100000"/>
              </a:lnSpc>
              <a:spcBef>
                <a:spcPts val="600"/>
              </a:spcBef>
              <a:spcAft>
                <a:spcPts val="0"/>
              </a:spcAft>
              <a:buClr>
                <a:schemeClr val="dk1"/>
              </a:buClr>
              <a:buSzPts val="2400"/>
              <a:buChar char="▪"/>
            </a:pPr>
            <a:r>
              <a:rPr lang="en-US"/>
              <a:t>Navigate to the </a:t>
            </a:r>
            <a:r>
              <a:rPr b="1" lang="en-US"/>
              <a:t>index.js </a:t>
            </a:r>
            <a:r>
              <a:rPr lang="en-US"/>
              <a:t>file, which is the root file, and import </a:t>
            </a:r>
            <a:r>
              <a:rPr b="1" lang="en-US"/>
              <a:t>BrowserRouter</a:t>
            </a:r>
            <a:r>
              <a:rPr lang="en-US"/>
              <a:t> from the </a:t>
            </a:r>
            <a:r>
              <a:rPr b="1" lang="en-US"/>
              <a:t>react-router-dom </a:t>
            </a:r>
            <a:r>
              <a:rPr lang="en-US"/>
              <a:t>package that we installed, wrapping it around our App component as follows:</a:t>
            </a:r>
            <a:endParaRPr/>
          </a:p>
        </p:txBody>
      </p:sp>
      <p:pic>
        <p:nvPicPr>
          <p:cNvPr id="229" name="Google Shape;229;p16"/>
          <p:cNvPicPr preferRelativeResize="0"/>
          <p:nvPr/>
        </p:nvPicPr>
        <p:blipFill rotWithShape="1">
          <a:blip r:embed="rId3">
            <a:alphaModFix/>
          </a:blip>
          <a:srcRect b="0" l="0" r="0" t="0"/>
          <a:stretch/>
        </p:blipFill>
        <p:spPr>
          <a:xfrm>
            <a:off x="2504352" y="3248563"/>
            <a:ext cx="7181777" cy="3350675"/>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Steps to Create Routes using React Router</a:t>
            </a:r>
            <a:endParaRPr/>
          </a:p>
        </p:txBody>
      </p:sp>
      <p:sp>
        <p:nvSpPr>
          <p:cNvPr id="235" name="Google Shape;235;p1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Step 4: Configure routes in React</a:t>
            </a:r>
            <a:endParaRPr/>
          </a:p>
          <a:p>
            <a:pPr indent="-228600" lvl="1" marL="685800" rtl="0" algn="l">
              <a:lnSpc>
                <a:spcPct val="100000"/>
              </a:lnSpc>
              <a:spcBef>
                <a:spcPts val="600"/>
              </a:spcBef>
              <a:spcAft>
                <a:spcPts val="0"/>
              </a:spcAft>
              <a:buClr>
                <a:schemeClr val="dk1"/>
              </a:buClr>
              <a:buSzPts val="2400"/>
              <a:buChar char="▪"/>
            </a:pPr>
            <a:r>
              <a:rPr lang="en-US"/>
              <a:t>Use </a:t>
            </a:r>
            <a:r>
              <a:rPr b="1" lang="en-US"/>
              <a:t>React router </a:t>
            </a:r>
            <a:r>
              <a:rPr lang="en-US"/>
              <a:t>to implement routing. The first step is configuring all of our routes (all the pages/components we want to navigate).</a:t>
            </a:r>
            <a:endParaRPr/>
          </a:p>
          <a:p>
            <a:pPr indent="-228600" lvl="1" marL="685800" rtl="0" algn="l">
              <a:lnSpc>
                <a:spcPct val="100000"/>
              </a:lnSpc>
              <a:spcBef>
                <a:spcPts val="600"/>
              </a:spcBef>
              <a:spcAft>
                <a:spcPts val="0"/>
              </a:spcAft>
              <a:buClr>
                <a:schemeClr val="dk1"/>
              </a:buClr>
              <a:buSzPts val="2400"/>
              <a:buChar char="▪"/>
            </a:pPr>
            <a:r>
              <a:rPr lang="en-US"/>
              <a:t>Create those components: the </a:t>
            </a:r>
            <a:r>
              <a:rPr b="1" lang="en-US"/>
              <a:t>Home page</a:t>
            </a:r>
            <a:r>
              <a:rPr lang="en-US"/>
              <a:t>, the </a:t>
            </a:r>
            <a:r>
              <a:rPr b="1" lang="en-US"/>
              <a:t>About Page</a:t>
            </a:r>
            <a:r>
              <a:rPr lang="en-US"/>
              <a:t>, and the </a:t>
            </a:r>
            <a:r>
              <a:rPr b="1" lang="en-US"/>
              <a:t>Products Page</a:t>
            </a:r>
            <a:r>
              <a:rPr lang="en-US"/>
              <a:t>. This GitHub repository contains the content for these pages.</a:t>
            </a:r>
            <a:endParaRPr/>
          </a:p>
          <a:p>
            <a:pPr indent="-76200" lvl="1" marL="685800" rtl="0" algn="l">
              <a:lnSpc>
                <a:spcPct val="100000"/>
              </a:lnSpc>
              <a:spcBef>
                <a:spcPts val="600"/>
              </a:spcBef>
              <a:spcAft>
                <a:spcPts val="0"/>
              </a:spcAft>
              <a:buClr>
                <a:schemeClr val="dk1"/>
              </a:buClr>
              <a:buSzPts val="2400"/>
              <a:buNone/>
            </a:pPr>
            <a:r>
              <a:t/>
            </a:r>
            <a:endParaRPr/>
          </a:p>
          <a:p>
            <a:pPr indent="-76200" lvl="1" marL="685800" rtl="0" algn="l">
              <a:lnSpc>
                <a:spcPct val="100000"/>
              </a:lnSpc>
              <a:spcBef>
                <a:spcPts val="600"/>
              </a:spcBef>
              <a:spcAft>
                <a:spcPts val="0"/>
              </a:spcAft>
              <a:buClr>
                <a:schemeClr val="dk1"/>
              </a:buClr>
              <a:buSzPts val="24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Steps to Create Routes using React Router</a:t>
            </a:r>
            <a:endParaRPr/>
          </a:p>
        </p:txBody>
      </p:sp>
      <p:sp>
        <p:nvSpPr>
          <p:cNvPr id="241" name="Google Shape;241;p1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Step 4: Configure routes in React</a:t>
            </a:r>
            <a:endParaRPr/>
          </a:p>
          <a:p>
            <a:pPr indent="-50800" lvl="0" marL="228600" rtl="0" algn="l">
              <a:lnSpc>
                <a:spcPct val="100000"/>
              </a:lnSpc>
              <a:spcBef>
                <a:spcPts val="1800"/>
              </a:spcBef>
              <a:spcAft>
                <a:spcPts val="0"/>
              </a:spcAft>
              <a:buClr>
                <a:schemeClr val="dk1"/>
              </a:buClr>
              <a:buSzPts val="2800"/>
              <a:buNone/>
            </a:pPr>
            <a:r>
              <a:t/>
            </a:r>
            <a:endParaRPr/>
          </a:p>
        </p:txBody>
      </p:sp>
      <p:pic>
        <p:nvPicPr>
          <p:cNvPr id="242" name="Google Shape;242;p18"/>
          <p:cNvPicPr preferRelativeResize="0"/>
          <p:nvPr/>
        </p:nvPicPr>
        <p:blipFill rotWithShape="1">
          <a:blip r:embed="rId3">
            <a:alphaModFix/>
          </a:blip>
          <a:srcRect b="0" l="0" r="0" t="0"/>
          <a:stretch/>
        </p:blipFill>
        <p:spPr>
          <a:xfrm>
            <a:off x="2428845" y="2142941"/>
            <a:ext cx="7334309" cy="4400586"/>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Steps to Create Routes using React Router</a:t>
            </a:r>
            <a:endParaRPr/>
          </a:p>
        </p:txBody>
      </p:sp>
      <p:sp>
        <p:nvSpPr>
          <p:cNvPr id="248" name="Google Shape;248;p19"/>
          <p:cNvSpPr txBox="1"/>
          <p:nvPr>
            <p:ph idx="1" type="body"/>
          </p:nvPr>
        </p:nvSpPr>
        <p:spPr>
          <a:xfrm>
            <a:off x="1104899" y="1600200"/>
            <a:ext cx="10752804"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The above code, we imported </a:t>
            </a:r>
            <a:r>
              <a:rPr b="1" lang="en-US"/>
              <a:t>Routes</a:t>
            </a:r>
            <a:r>
              <a:rPr lang="en-US"/>
              <a:t> and </a:t>
            </a:r>
            <a:r>
              <a:rPr b="1" lang="en-US"/>
              <a:t>Route components </a:t>
            </a:r>
            <a:r>
              <a:rPr lang="en-US"/>
              <a:t>from r</a:t>
            </a:r>
            <a:r>
              <a:rPr b="1" lang="en-US"/>
              <a:t>eact-router-dom</a:t>
            </a:r>
            <a:r>
              <a:rPr lang="en-US"/>
              <a:t> and then used them to declare the routes we want. </a:t>
            </a:r>
            <a:endParaRPr/>
          </a:p>
          <a:p>
            <a:pPr indent="-228600" lvl="0" marL="228600" rtl="0" algn="l">
              <a:lnSpc>
                <a:spcPct val="100000"/>
              </a:lnSpc>
              <a:spcBef>
                <a:spcPts val="1800"/>
              </a:spcBef>
              <a:spcAft>
                <a:spcPts val="0"/>
              </a:spcAft>
              <a:buClr>
                <a:schemeClr val="dk1"/>
              </a:buClr>
              <a:buSzPts val="2800"/>
              <a:buChar char="▪"/>
            </a:pPr>
            <a:r>
              <a:rPr lang="en-US"/>
              <a:t>All Routes are wrapped in the </a:t>
            </a:r>
            <a:r>
              <a:rPr b="1" lang="en-US"/>
              <a:t>Routes tag</a:t>
            </a:r>
            <a:r>
              <a:rPr lang="en-US"/>
              <a:t>, and these Routes have two major </a:t>
            </a:r>
            <a:r>
              <a:rPr b="1" lang="en-US"/>
              <a:t>properties</a:t>
            </a:r>
            <a:r>
              <a:rPr lang="en-US"/>
              <a:t>:</a:t>
            </a:r>
            <a:endParaRPr/>
          </a:p>
          <a:p>
            <a:pPr indent="-228600" lvl="1" marL="685800" rtl="0" algn="l">
              <a:lnSpc>
                <a:spcPct val="100000"/>
              </a:lnSpc>
              <a:spcBef>
                <a:spcPts val="600"/>
              </a:spcBef>
              <a:spcAft>
                <a:spcPts val="0"/>
              </a:spcAft>
              <a:buClr>
                <a:schemeClr val="dk1"/>
              </a:buClr>
              <a:buSzPts val="2400"/>
              <a:buChar char="▪"/>
            </a:pPr>
            <a:r>
              <a:rPr b="1" i="1" lang="en-US"/>
              <a:t>path</a:t>
            </a:r>
            <a:r>
              <a:rPr lang="en-US"/>
              <a:t>: identifies the path we want users to take to reach the set component. When we set the path to /about, for example, when the user adds /about to the URL link, it navigates to that page.</a:t>
            </a:r>
            <a:endParaRPr/>
          </a:p>
          <a:p>
            <a:pPr indent="-228600" lvl="1" marL="685800" rtl="0" algn="l">
              <a:lnSpc>
                <a:spcPct val="100000"/>
              </a:lnSpc>
              <a:spcBef>
                <a:spcPts val="600"/>
              </a:spcBef>
              <a:spcAft>
                <a:spcPts val="0"/>
              </a:spcAft>
              <a:buClr>
                <a:schemeClr val="dk1"/>
              </a:buClr>
              <a:buSzPts val="2400"/>
              <a:buChar char="▪"/>
            </a:pPr>
            <a:r>
              <a:rPr b="1" i="1" lang="en-US"/>
              <a:t>element</a:t>
            </a:r>
            <a:r>
              <a:rPr lang="en-US"/>
              <a:t>: This contains the component that we want the set path to load.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Steps to Create Routes using React Router</a:t>
            </a:r>
            <a:endParaRPr/>
          </a:p>
        </p:txBody>
      </p:sp>
      <p:sp>
        <p:nvSpPr>
          <p:cNvPr id="254" name="Google Shape;254;p2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Step 5</a:t>
            </a:r>
            <a:r>
              <a:rPr lang="en-US"/>
              <a:t>: Adding a navigation bar</a:t>
            </a:r>
            <a:endParaRPr/>
          </a:p>
          <a:p>
            <a:pPr indent="-76200" lvl="1" marL="685800" rtl="0" algn="l">
              <a:lnSpc>
                <a:spcPct val="100000"/>
              </a:lnSpc>
              <a:spcBef>
                <a:spcPts val="600"/>
              </a:spcBef>
              <a:spcAft>
                <a:spcPts val="0"/>
              </a:spcAft>
              <a:buClr>
                <a:schemeClr val="dk1"/>
              </a:buClr>
              <a:buSzPts val="2400"/>
              <a:buNone/>
            </a:pPr>
            <a:r>
              <a:t/>
            </a:r>
            <a:endParaRPr/>
          </a:p>
        </p:txBody>
      </p:sp>
      <p:pic>
        <p:nvPicPr>
          <p:cNvPr id="255" name="Google Shape;255;p20"/>
          <p:cNvPicPr preferRelativeResize="0"/>
          <p:nvPr/>
        </p:nvPicPr>
        <p:blipFill rotWithShape="1">
          <a:blip r:embed="rId3">
            <a:alphaModFix/>
          </a:blip>
          <a:srcRect b="0" l="0" r="0" t="0"/>
          <a:stretch/>
        </p:blipFill>
        <p:spPr>
          <a:xfrm>
            <a:off x="5971265" y="2202824"/>
            <a:ext cx="5576433" cy="4359543"/>
          </a:xfrm>
          <a:prstGeom prst="rect">
            <a:avLst/>
          </a:prstGeom>
          <a:noFill/>
          <a:ln>
            <a:noFill/>
          </a:ln>
          <a:effectLst>
            <a:outerShdw blurRad="292100" rotWithShape="0" algn="tl" dir="2700000" dist="139700">
              <a:srgbClr val="333333">
                <a:alpha val="64705"/>
              </a:srgbClr>
            </a:outerShdw>
          </a:effectLst>
        </p:spPr>
      </p:pic>
      <p:sp>
        <p:nvSpPr>
          <p:cNvPr id="256" name="Google Shape;256;p20"/>
          <p:cNvSpPr txBox="1"/>
          <p:nvPr/>
        </p:nvSpPr>
        <p:spPr>
          <a:xfrm>
            <a:off x="1101502" y="2202824"/>
            <a:ext cx="4709363" cy="418556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30000"/>
              </a:lnSpc>
              <a:spcBef>
                <a:spcPts val="0"/>
              </a:spcBef>
              <a:spcAft>
                <a:spcPts val="0"/>
              </a:spcAft>
              <a:buClr>
                <a:schemeClr val="dk1"/>
              </a:buClr>
              <a:buSzPts val="2300"/>
              <a:buFont typeface="Arial"/>
              <a:buChar char="•"/>
            </a:pPr>
            <a:r>
              <a:rPr b="1" lang="en-US" sz="2300">
                <a:solidFill>
                  <a:schemeClr val="dk1"/>
                </a:solidFill>
                <a:latin typeface="Arial"/>
                <a:ea typeface="Arial"/>
                <a:cs typeface="Arial"/>
                <a:sym typeface="Arial"/>
              </a:rPr>
              <a:t>The</a:t>
            </a:r>
            <a:r>
              <a:rPr lang="en-US" sz="2300">
                <a:solidFill>
                  <a:schemeClr val="dk1"/>
                </a:solidFill>
                <a:latin typeface="Arial"/>
                <a:ea typeface="Arial"/>
                <a:cs typeface="Arial"/>
                <a:sym typeface="Arial"/>
              </a:rPr>
              <a:t> </a:t>
            </a:r>
            <a:r>
              <a:rPr b="1" lang="en-US" sz="2300">
                <a:solidFill>
                  <a:schemeClr val="dk1"/>
                </a:solidFill>
                <a:latin typeface="Arial"/>
                <a:ea typeface="Arial"/>
                <a:cs typeface="Arial"/>
                <a:sym typeface="Arial"/>
              </a:rPr>
              <a:t>NavLink component </a:t>
            </a:r>
            <a:r>
              <a:rPr lang="en-US" sz="2300">
                <a:solidFill>
                  <a:schemeClr val="dk1"/>
                </a:solidFill>
                <a:latin typeface="Arial"/>
                <a:ea typeface="Arial"/>
                <a:cs typeface="Arial"/>
                <a:sym typeface="Arial"/>
              </a:rPr>
              <a:t>from </a:t>
            </a:r>
            <a:r>
              <a:rPr b="1" lang="en-US" sz="2300">
                <a:solidFill>
                  <a:schemeClr val="dk1"/>
                </a:solidFill>
                <a:latin typeface="Arial"/>
                <a:ea typeface="Arial"/>
                <a:cs typeface="Arial"/>
                <a:sym typeface="Arial"/>
              </a:rPr>
              <a:t>react-router-dom</a:t>
            </a:r>
            <a:r>
              <a:rPr lang="en-US" sz="2300">
                <a:solidFill>
                  <a:schemeClr val="dk1"/>
                </a:solidFill>
                <a:latin typeface="Arial"/>
                <a:ea typeface="Arial"/>
                <a:cs typeface="Arial"/>
                <a:sym typeface="Arial"/>
              </a:rPr>
              <a:t> is a special component that helps you navigate different routes using the to prop. </a:t>
            </a:r>
            <a:endParaRPr/>
          </a:p>
          <a:p>
            <a:pPr indent="-342900" lvl="0" marL="342900" marR="0" rtl="0" algn="l">
              <a:lnSpc>
                <a:spcPct val="130000"/>
              </a:lnSpc>
              <a:spcBef>
                <a:spcPts val="0"/>
              </a:spcBef>
              <a:spcAft>
                <a:spcPts val="0"/>
              </a:spcAft>
              <a:buClr>
                <a:schemeClr val="dk1"/>
              </a:buClr>
              <a:buSzPts val="2300"/>
              <a:buFont typeface="Arial"/>
              <a:buChar char="•"/>
            </a:pPr>
            <a:r>
              <a:rPr b="1" lang="en-US" sz="2300">
                <a:solidFill>
                  <a:schemeClr val="dk1"/>
                </a:solidFill>
                <a:latin typeface="Arial"/>
                <a:ea typeface="Arial"/>
                <a:cs typeface="Arial"/>
                <a:sym typeface="Arial"/>
              </a:rPr>
              <a:t>The NavLink component </a:t>
            </a:r>
            <a:r>
              <a:rPr lang="en-US" sz="2300">
                <a:solidFill>
                  <a:schemeClr val="dk1"/>
                </a:solidFill>
                <a:latin typeface="Arial"/>
                <a:ea typeface="Arial"/>
                <a:cs typeface="Arial"/>
                <a:sym typeface="Arial"/>
              </a:rPr>
              <a:t>also knows whether the </a:t>
            </a:r>
            <a:r>
              <a:rPr b="1" lang="en-US" sz="2300">
                <a:solidFill>
                  <a:schemeClr val="dk1"/>
                </a:solidFill>
                <a:latin typeface="Arial"/>
                <a:ea typeface="Arial"/>
                <a:cs typeface="Arial"/>
                <a:sym typeface="Arial"/>
              </a:rPr>
              <a:t>route</a:t>
            </a:r>
            <a:r>
              <a:rPr lang="en-US" sz="2300">
                <a:solidFill>
                  <a:schemeClr val="dk1"/>
                </a:solidFill>
                <a:latin typeface="Arial"/>
                <a:ea typeface="Arial"/>
                <a:cs typeface="Arial"/>
                <a:sym typeface="Arial"/>
              </a:rPr>
              <a:t> is currently "active" and adds a default active class to the link.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Steps to Create Routes using React Router</a:t>
            </a:r>
            <a:endParaRPr/>
          </a:p>
        </p:txBody>
      </p:sp>
      <p:sp>
        <p:nvSpPr>
          <p:cNvPr id="262" name="Google Shape;262;p2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The NavLink component </a:t>
            </a:r>
            <a:r>
              <a:rPr lang="en-US"/>
              <a:t>gives us access to properties like </a:t>
            </a:r>
            <a:r>
              <a:rPr b="1" lang="en-US"/>
              <a:t>isActive</a:t>
            </a:r>
            <a:endParaRPr b="1"/>
          </a:p>
        </p:txBody>
      </p:sp>
      <p:pic>
        <p:nvPicPr>
          <p:cNvPr id="263" name="Google Shape;263;p21"/>
          <p:cNvPicPr preferRelativeResize="0"/>
          <p:nvPr/>
        </p:nvPicPr>
        <p:blipFill rotWithShape="1">
          <a:blip r:embed="rId3">
            <a:alphaModFix/>
          </a:blip>
          <a:srcRect b="0" l="0" r="0" t="0"/>
          <a:stretch/>
        </p:blipFill>
        <p:spPr>
          <a:xfrm>
            <a:off x="3038793" y="2257656"/>
            <a:ext cx="6114413" cy="420213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Steps to Create Routes using React Router</a:t>
            </a:r>
            <a:endParaRPr/>
          </a:p>
        </p:txBody>
      </p:sp>
      <p:sp>
        <p:nvSpPr>
          <p:cNvPr id="270" name="Google Shape;270;p2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Finally</a:t>
            </a:r>
            <a:r>
              <a:rPr lang="en-US"/>
              <a:t>, let us use the Navbar component inside our App.</a:t>
            </a:r>
            <a:endParaRPr/>
          </a:p>
        </p:txBody>
      </p:sp>
      <p:pic>
        <p:nvPicPr>
          <p:cNvPr id="271" name="Google Shape;271;p22"/>
          <p:cNvPicPr preferRelativeResize="0"/>
          <p:nvPr/>
        </p:nvPicPr>
        <p:blipFill rotWithShape="1">
          <a:blip r:embed="rId3">
            <a:alphaModFix/>
          </a:blip>
          <a:srcRect b="0" l="0" r="0" t="0"/>
          <a:stretch/>
        </p:blipFill>
        <p:spPr>
          <a:xfrm>
            <a:off x="2835163" y="2336684"/>
            <a:ext cx="6520156" cy="3711019"/>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38ebdf68dd_0_5"/>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Steps to Create Routes using React Router</a:t>
            </a:r>
            <a:endParaRPr/>
          </a:p>
        </p:txBody>
      </p:sp>
      <p:sp>
        <p:nvSpPr>
          <p:cNvPr id="278" name="Google Shape;278;g338ebdf68dd_0_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Finally</a:t>
            </a:r>
            <a:r>
              <a:rPr lang="en-US"/>
              <a:t>, let us use the Navbar component inside our App.</a:t>
            </a:r>
            <a:endParaRPr/>
          </a:p>
        </p:txBody>
      </p:sp>
      <p:pic>
        <p:nvPicPr>
          <p:cNvPr id="279" name="Google Shape;279;g338ebdf68dd_0_5"/>
          <p:cNvPicPr preferRelativeResize="0"/>
          <p:nvPr/>
        </p:nvPicPr>
        <p:blipFill rotWithShape="1">
          <a:blip r:embed="rId3">
            <a:alphaModFix/>
          </a:blip>
          <a:srcRect b="0" l="0" r="0" t="0"/>
          <a:stretch/>
        </p:blipFill>
        <p:spPr>
          <a:xfrm>
            <a:off x="2835163" y="2336684"/>
            <a:ext cx="6520156" cy="3711019"/>
          </a:xfrm>
          <a:prstGeom prst="rect">
            <a:avLst/>
          </a:prstGeom>
          <a:noFill/>
          <a:ln>
            <a:noFill/>
          </a:ln>
          <a:effectLst>
            <a:outerShdw blurRad="292100" rotWithShape="0" algn="tl" dir="2700000" dist="139700">
              <a:srgbClr val="333333">
                <a:alpha val="64709"/>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Creating navigation</a:t>
            </a:r>
            <a:endParaRPr/>
          </a:p>
        </p:txBody>
      </p:sp>
      <p:sp>
        <p:nvSpPr>
          <p:cNvPr id="285" name="Google Shape;285;p23"/>
          <p:cNvSpPr txBox="1"/>
          <p:nvPr>
            <p:ph idx="1" type="body"/>
          </p:nvPr>
        </p:nvSpPr>
        <p:spPr>
          <a:xfrm>
            <a:off x="1104899" y="1600200"/>
            <a:ext cx="10516829"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React Router </a:t>
            </a:r>
            <a:r>
              <a:rPr lang="en-US"/>
              <a:t>comes with components called </a:t>
            </a:r>
            <a:r>
              <a:rPr b="1" lang="en-US"/>
              <a:t>Link</a:t>
            </a:r>
            <a:r>
              <a:rPr lang="en-US"/>
              <a:t> and </a:t>
            </a:r>
            <a:r>
              <a:rPr b="1" lang="en-US"/>
              <a:t>NavLink</a:t>
            </a:r>
            <a:r>
              <a:rPr lang="en-US"/>
              <a:t>, which provide navigation.</a:t>
            </a:r>
            <a:endParaRPr/>
          </a:p>
          <a:p>
            <a:pPr indent="-228600" lvl="0" marL="228600" rtl="0" algn="l">
              <a:lnSpc>
                <a:spcPct val="100000"/>
              </a:lnSpc>
              <a:spcBef>
                <a:spcPts val="1800"/>
              </a:spcBef>
              <a:spcAft>
                <a:spcPts val="0"/>
              </a:spcAft>
              <a:buClr>
                <a:srgbClr val="FF0000"/>
              </a:buClr>
              <a:buSzPts val="2800"/>
              <a:buChar char="▪"/>
            </a:pPr>
            <a:r>
              <a:rPr b="1" lang="en-US">
                <a:solidFill>
                  <a:srgbClr val="FF0000"/>
                </a:solidFill>
              </a:rPr>
              <a:t>Using the Link component</a:t>
            </a:r>
            <a:endParaRPr/>
          </a:p>
          <a:p>
            <a:pPr indent="-228600" lvl="1" marL="685800" rtl="0" algn="l">
              <a:lnSpc>
                <a:spcPct val="100000"/>
              </a:lnSpc>
              <a:spcBef>
                <a:spcPts val="600"/>
              </a:spcBef>
              <a:spcAft>
                <a:spcPts val="0"/>
              </a:spcAft>
              <a:buClr>
                <a:schemeClr val="dk1"/>
              </a:buClr>
              <a:buSzPts val="2400"/>
              <a:buChar char="▪"/>
            </a:pPr>
            <a:r>
              <a:rPr lang="en-US"/>
              <a:t>The </a:t>
            </a:r>
            <a:r>
              <a:rPr b="1" lang="en-US"/>
              <a:t>Link component </a:t>
            </a:r>
            <a:r>
              <a:rPr lang="en-US"/>
              <a:t>is the basic building block for creating navigation links in React application. It renders an anchor tag (&lt;a&gt;) in the DOM and allows you to navigate between components without a full page reload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Creating navigation</a:t>
            </a:r>
            <a:endParaRPr/>
          </a:p>
        </p:txBody>
      </p:sp>
      <p:sp>
        <p:nvSpPr>
          <p:cNvPr id="291" name="Google Shape;291;p24"/>
          <p:cNvSpPr txBox="1"/>
          <p:nvPr>
            <p:ph idx="1" type="body"/>
          </p:nvPr>
        </p:nvSpPr>
        <p:spPr>
          <a:xfrm>
            <a:off x="1104899" y="1600200"/>
            <a:ext cx="10516829"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the Link component</a:t>
            </a:r>
            <a:endParaRPr/>
          </a:p>
        </p:txBody>
      </p:sp>
      <p:pic>
        <p:nvPicPr>
          <p:cNvPr id="292" name="Google Shape;292;p24"/>
          <p:cNvPicPr preferRelativeResize="0"/>
          <p:nvPr/>
        </p:nvPicPr>
        <p:blipFill rotWithShape="1">
          <a:blip r:embed="rId3">
            <a:alphaModFix/>
          </a:blip>
          <a:srcRect b="0" l="0" r="0" t="0"/>
          <a:stretch/>
        </p:blipFill>
        <p:spPr>
          <a:xfrm>
            <a:off x="2344601" y="2249791"/>
            <a:ext cx="7502797" cy="434944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Creating navigation</a:t>
            </a:r>
            <a:endParaRPr/>
          </a:p>
        </p:txBody>
      </p:sp>
      <p:sp>
        <p:nvSpPr>
          <p:cNvPr id="298" name="Google Shape;298;p2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the NavLink Component</a:t>
            </a:r>
            <a:endParaRPr/>
          </a:p>
          <a:p>
            <a:pPr indent="-228600" lvl="1" marL="685800" rtl="0" algn="l">
              <a:lnSpc>
                <a:spcPct val="100000"/>
              </a:lnSpc>
              <a:spcBef>
                <a:spcPts val="600"/>
              </a:spcBef>
              <a:spcAft>
                <a:spcPts val="0"/>
              </a:spcAft>
              <a:buClr>
                <a:schemeClr val="dk1"/>
              </a:buClr>
              <a:buSzPts val="2400"/>
              <a:buChar char="▪"/>
            </a:pPr>
            <a:r>
              <a:rPr b="1" lang="en-US"/>
              <a:t>NavLink</a:t>
            </a:r>
            <a:r>
              <a:rPr lang="en-US"/>
              <a:t> is a special version of Link that can style itself as "</a:t>
            </a:r>
            <a:r>
              <a:rPr b="1" lang="en-US"/>
              <a:t>active</a:t>
            </a:r>
            <a:r>
              <a:rPr lang="en-US"/>
              <a:t>" when it matches the current URL. This is particularly useful for highlighting the current page in a navigation menu.</a:t>
            </a:r>
            <a:endParaRPr/>
          </a:p>
          <a:p>
            <a:pPr indent="-76200" lvl="1" marL="685800" rtl="0" algn="l">
              <a:lnSpc>
                <a:spcPct val="100000"/>
              </a:lnSpc>
              <a:spcBef>
                <a:spcPts val="600"/>
              </a:spcBef>
              <a:spcAft>
                <a:spcPts val="0"/>
              </a:spcAft>
              <a:buClr>
                <a:schemeClr val="dk1"/>
              </a:buClr>
              <a:buSzPts val="2400"/>
              <a:buNone/>
            </a:pPr>
            <a:r>
              <a:t/>
            </a:r>
            <a:endParaRPr/>
          </a:p>
        </p:txBody>
      </p:sp>
      <p:pic>
        <p:nvPicPr>
          <p:cNvPr id="299" name="Google Shape;299;p25"/>
          <p:cNvPicPr preferRelativeResize="0"/>
          <p:nvPr/>
        </p:nvPicPr>
        <p:blipFill rotWithShape="1">
          <a:blip r:embed="rId3">
            <a:alphaModFix/>
          </a:blip>
          <a:srcRect b="0" l="0" r="0" t="0"/>
          <a:stretch/>
        </p:blipFill>
        <p:spPr>
          <a:xfrm>
            <a:off x="2100577" y="3429000"/>
            <a:ext cx="8238042" cy="3082105"/>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URL Parameters in React Router</a:t>
            </a:r>
            <a:endParaRPr/>
          </a:p>
        </p:txBody>
      </p:sp>
      <p:sp>
        <p:nvSpPr>
          <p:cNvPr id="306" name="Google Shape;306;p26"/>
          <p:cNvSpPr txBox="1"/>
          <p:nvPr>
            <p:ph idx="1" type="body"/>
          </p:nvPr>
        </p:nvSpPr>
        <p:spPr>
          <a:xfrm>
            <a:off x="1104900" y="1600200"/>
            <a:ext cx="10487332"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URL parameters </a:t>
            </a:r>
            <a:r>
              <a:rPr lang="en-US"/>
              <a:t>are a fundamental aspect of web development, allowing us to create dynamic routes that respond to different data inputs</a:t>
            </a:r>
            <a:endParaRPr/>
          </a:p>
          <a:p>
            <a:pPr indent="-228600" lvl="0" marL="228600" rtl="0" algn="l">
              <a:lnSpc>
                <a:spcPct val="100000"/>
              </a:lnSpc>
              <a:spcBef>
                <a:spcPts val="1800"/>
              </a:spcBef>
              <a:spcAft>
                <a:spcPts val="0"/>
              </a:spcAft>
              <a:buClr>
                <a:schemeClr val="dk1"/>
              </a:buClr>
              <a:buSzPts val="2800"/>
              <a:buChar char="▪"/>
            </a:pPr>
            <a:r>
              <a:rPr lang="en-US"/>
              <a:t>To define a route with parameters in React Router, </a:t>
            </a:r>
            <a:r>
              <a:rPr b="1" i="1" lang="en-US"/>
              <a:t>use a </a:t>
            </a:r>
            <a:r>
              <a:rPr b="1" i="1" lang="en-US">
                <a:solidFill>
                  <a:srgbClr val="FF0000"/>
                </a:solidFill>
              </a:rPr>
              <a:t>colon:</a:t>
            </a:r>
            <a:r>
              <a:rPr b="1" i="1" lang="en-US"/>
              <a:t> followed by the parameter name in the path prop of the Route component</a:t>
            </a:r>
            <a:r>
              <a:rPr lang="en-US"/>
              <a:t>.</a:t>
            </a:r>
            <a:endParaRPr/>
          </a:p>
          <a:p>
            <a:pPr indent="-228600" lvl="0" marL="228600" rtl="0" algn="l">
              <a:lnSpc>
                <a:spcPct val="100000"/>
              </a:lnSpc>
              <a:spcBef>
                <a:spcPts val="1800"/>
              </a:spcBef>
              <a:spcAft>
                <a:spcPts val="0"/>
              </a:spcAft>
              <a:buClr>
                <a:schemeClr val="dk1"/>
              </a:buClr>
              <a:buSzPts val="2800"/>
              <a:buChar char="▪"/>
            </a:pPr>
            <a:r>
              <a:rPr lang="en-US"/>
              <a:t>Examp:</a:t>
            </a:r>
            <a:endParaRPr/>
          </a:p>
        </p:txBody>
      </p:sp>
      <p:pic>
        <p:nvPicPr>
          <p:cNvPr id="307" name="Google Shape;307;p26"/>
          <p:cNvPicPr preferRelativeResize="0"/>
          <p:nvPr/>
        </p:nvPicPr>
        <p:blipFill rotWithShape="1">
          <a:blip r:embed="rId3">
            <a:alphaModFix/>
          </a:blip>
          <a:srcRect b="0" l="0" r="0" t="0"/>
          <a:stretch/>
        </p:blipFill>
        <p:spPr>
          <a:xfrm>
            <a:off x="3084921" y="4628838"/>
            <a:ext cx="6942202" cy="2152962"/>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URL Parameters in React Router</a:t>
            </a:r>
            <a:endParaRPr/>
          </a:p>
        </p:txBody>
      </p:sp>
      <p:sp>
        <p:nvSpPr>
          <p:cNvPr id="313" name="Google Shape;313;p27"/>
          <p:cNvSpPr txBox="1"/>
          <p:nvPr>
            <p:ph idx="1" type="body"/>
          </p:nvPr>
        </p:nvSpPr>
        <p:spPr>
          <a:xfrm>
            <a:off x="1104900" y="1600199"/>
            <a:ext cx="9982200" cy="5181601"/>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Accessing URL Parameters</a:t>
            </a:r>
            <a:r>
              <a:rPr lang="en-US"/>
              <a:t>: use the </a:t>
            </a:r>
            <a:r>
              <a:rPr b="1" lang="en-US"/>
              <a:t>useParams</a:t>
            </a:r>
            <a:r>
              <a:rPr lang="en-US"/>
              <a:t> </a:t>
            </a:r>
            <a:r>
              <a:rPr b="1" lang="en-US"/>
              <a:t>hook</a:t>
            </a:r>
            <a:r>
              <a:rPr lang="en-US"/>
              <a:t> provided by </a:t>
            </a:r>
            <a:r>
              <a:rPr b="1" lang="en-US"/>
              <a:t>React Router</a:t>
            </a:r>
            <a:r>
              <a:rPr lang="en-US"/>
              <a:t>. This hook returns an object with key-value pairs:</a:t>
            </a:r>
            <a:endParaRPr/>
          </a:p>
          <a:p>
            <a:pPr indent="-228600" lvl="1" marL="685800" rtl="0" algn="l">
              <a:lnSpc>
                <a:spcPct val="100000"/>
              </a:lnSpc>
              <a:spcBef>
                <a:spcPts val="600"/>
              </a:spcBef>
              <a:spcAft>
                <a:spcPts val="0"/>
              </a:spcAft>
              <a:buClr>
                <a:schemeClr val="dk1"/>
              </a:buClr>
              <a:buSzPts val="2400"/>
              <a:buChar char="▪"/>
            </a:pPr>
            <a:r>
              <a:rPr lang="en-US"/>
              <a:t>The key is the </a:t>
            </a:r>
            <a:r>
              <a:rPr b="1" lang="en-US"/>
              <a:t>name</a:t>
            </a:r>
            <a:r>
              <a:rPr lang="en-US"/>
              <a:t> of the URL parameter</a:t>
            </a:r>
            <a:endParaRPr/>
          </a:p>
          <a:p>
            <a:pPr indent="-228600" lvl="1" marL="685800" rtl="0" algn="l">
              <a:lnSpc>
                <a:spcPct val="100000"/>
              </a:lnSpc>
              <a:spcBef>
                <a:spcPts val="600"/>
              </a:spcBef>
              <a:spcAft>
                <a:spcPts val="0"/>
              </a:spcAft>
              <a:buClr>
                <a:schemeClr val="dk1"/>
              </a:buClr>
              <a:buSzPts val="2400"/>
              <a:buChar char="▪"/>
            </a:pPr>
            <a:r>
              <a:rPr lang="en-US"/>
              <a:t>The value is the actual </a:t>
            </a:r>
            <a:r>
              <a:rPr b="1" lang="en-US"/>
              <a:t>value</a:t>
            </a:r>
            <a:r>
              <a:rPr lang="en-US"/>
              <a:t> from the URL</a:t>
            </a:r>
            <a:endParaRPr/>
          </a:p>
          <a:p>
            <a:pPr indent="-228600" lvl="0" marL="228600" rtl="0" algn="l">
              <a:lnSpc>
                <a:spcPct val="100000"/>
              </a:lnSpc>
              <a:spcBef>
                <a:spcPts val="1800"/>
              </a:spcBef>
              <a:spcAft>
                <a:spcPts val="0"/>
              </a:spcAft>
              <a:buClr>
                <a:schemeClr val="dk1"/>
              </a:buClr>
              <a:buSzPts val="2800"/>
              <a:buChar char="▪"/>
            </a:pPr>
            <a:r>
              <a:rPr lang="en-US"/>
              <a:t>Examp: </a:t>
            </a:r>
            <a:endParaRPr/>
          </a:p>
          <a:p>
            <a:pPr indent="-50800" lvl="0" marL="228600" rtl="0" algn="l">
              <a:lnSpc>
                <a:spcPct val="100000"/>
              </a:lnSpc>
              <a:spcBef>
                <a:spcPts val="1800"/>
              </a:spcBef>
              <a:spcAft>
                <a:spcPts val="0"/>
              </a:spcAft>
              <a:buClr>
                <a:schemeClr val="dk1"/>
              </a:buClr>
              <a:buSzPts val="2800"/>
              <a:buNone/>
            </a:pPr>
            <a:r>
              <a:t/>
            </a:r>
            <a:endParaRPr/>
          </a:p>
          <a:p>
            <a:pPr indent="-50800" lvl="0" marL="228600" rtl="0" algn="l">
              <a:lnSpc>
                <a:spcPct val="100000"/>
              </a:lnSpc>
              <a:spcBef>
                <a:spcPts val="1800"/>
              </a:spcBef>
              <a:spcAft>
                <a:spcPts val="0"/>
              </a:spcAft>
              <a:buClr>
                <a:schemeClr val="dk1"/>
              </a:buClr>
              <a:buSzPts val="2800"/>
              <a:buNone/>
            </a:pPr>
            <a:r>
              <a:t/>
            </a:r>
            <a:endParaRPr/>
          </a:p>
          <a:p>
            <a:pPr indent="0" lvl="1" marL="457200" rtl="0" algn="l">
              <a:lnSpc>
                <a:spcPct val="100000"/>
              </a:lnSpc>
              <a:spcBef>
                <a:spcPts val="600"/>
              </a:spcBef>
              <a:spcAft>
                <a:spcPts val="0"/>
              </a:spcAft>
              <a:buClr>
                <a:schemeClr val="dk1"/>
              </a:buClr>
              <a:buSzPts val="2400"/>
              <a:buNone/>
            </a:pPr>
            <a:r>
              <a:rPr i="1" lang="en-US"/>
              <a:t>When you navigate to /profile/johndoe, the Profile component will render "Welcome to johndoe's profile!".</a:t>
            </a:r>
            <a:endParaRPr/>
          </a:p>
        </p:txBody>
      </p:sp>
      <p:pic>
        <p:nvPicPr>
          <p:cNvPr id="314" name="Google Shape;314;p27"/>
          <p:cNvPicPr preferRelativeResize="0"/>
          <p:nvPr/>
        </p:nvPicPr>
        <p:blipFill rotWithShape="1">
          <a:blip r:embed="rId3">
            <a:alphaModFix/>
          </a:blip>
          <a:srcRect b="0" l="0" r="0" t="0"/>
          <a:stretch/>
        </p:blipFill>
        <p:spPr>
          <a:xfrm>
            <a:off x="2793593" y="3851950"/>
            <a:ext cx="7250058" cy="1551322"/>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URL Parameters in React Router</a:t>
            </a:r>
            <a:endParaRPr/>
          </a:p>
        </p:txBody>
      </p:sp>
      <p:sp>
        <p:nvSpPr>
          <p:cNvPr id="320" name="Google Shape;320;p2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Working with Multiple Parameters</a:t>
            </a:r>
            <a:r>
              <a:rPr lang="en-US"/>
              <a:t>: We can also define multiple parameters in a single route:</a:t>
            </a:r>
            <a:endParaRPr/>
          </a:p>
          <a:p>
            <a:pPr indent="-228600" lvl="0" marL="228600" rtl="0" algn="l">
              <a:lnSpc>
                <a:spcPct val="100000"/>
              </a:lnSpc>
              <a:spcBef>
                <a:spcPts val="1800"/>
              </a:spcBef>
              <a:spcAft>
                <a:spcPts val="0"/>
              </a:spcAft>
              <a:buClr>
                <a:schemeClr val="dk1"/>
              </a:buClr>
              <a:buSzPts val="2800"/>
              <a:buChar char="▪"/>
            </a:pPr>
            <a:r>
              <a:rPr lang="en-US"/>
              <a:t>Examp:</a:t>
            </a:r>
            <a:endParaRPr/>
          </a:p>
          <a:p>
            <a:pPr indent="-76200" lvl="1" marL="685800" rtl="0" algn="l">
              <a:lnSpc>
                <a:spcPct val="100000"/>
              </a:lnSpc>
              <a:spcBef>
                <a:spcPts val="600"/>
              </a:spcBef>
              <a:spcAft>
                <a:spcPts val="0"/>
              </a:spcAft>
              <a:buClr>
                <a:schemeClr val="dk1"/>
              </a:buClr>
              <a:buSzPts val="2400"/>
              <a:buNone/>
            </a:pPr>
            <a:r>
              <a:t/>
            </a:r>
            <a:endParaRPr/>
          </a:p>
          <a:p>
            <a:pPr indent="-50800" lvl="0" marL="228600" rtl="0" algn="l">
              <a:lnSpc>
                <a:spcPct val="100000"/>
              </a:lnSpc>
              <a:spcBef>
                <a:spcPts val="1800"/>
              </a:spcBef>
              <a:spcAft>
                <a:spcPts val="0"/>
              </a:spcAft>
              <a:buClr>
                <a:schemeClr val="dk1"/>
              </a:buClr>
              <a:buSzPts val="2800"/>
              <a:buNone/>
            </a:pPr>
            <a:r>
              <a:t/>
            </a:r>
            <a:endParaRPr/>
          </a:p>
        </p:txBody>
      </p:sp>
      <p:pic>
        <p:nvPicPr>
          <p:cNvPr id="321" name="Google Shape;321;p28"/>
          <p:cNvPicPr preferRelativeResize="0"/>
          <p:nvPr/>
        </p:nvPicPr>
        <p:blipFill rotWithShape="1">
          <a:blip r:embed="rId3">
            <a:alphaModFix/>
          </a:blip>
          <a:srcRect b="0" l="0" r="0" t="0"/>
          <a:stretch/>
        </p:blipFill>
        <p:spPr>
          <a:xfrm>
            <a:off x="2737353" y="2829553"/>
            <a:ext cx="7748750" cy="3434846"/>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URL Parameters in React Router</a:t>
            </a:r>
            <a:endParaRPr/>
          </a:p>
        </p:txBody>
      </p:sp>
      <p:sp>
        <p:nvSpPr>
          <p:cNvPr id="327" name="Google Shape;327;p29"/>
          <p:cNvSpPr txBox="1"/>
          <p:nvPr>
            <p:ph idx="1" type="body"/>
          </p:nvPr>
        </p:nvSpPr>
        <p:spPr>
          <a:xfrm>
            <a:off x="1104900" y="1600200"/>
            <a:ext cx="10310352"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Nested Routes and Parameters</a:t>
            </a:r>
            <a:r>
              <a:rPr lang="en-US"/>
              <a:t>: When working with nested routes, each level of routing can have its own parameters.</a:t>
            </a:r>
            <a:endParaRPr/>
          </a:p>
          <a:p>
            <a:pPr indent="-228600" lvl="0" marL="228600" rtl="0" algn="l">
              <a:lnSpc>
                <a:spcPct val="100000"/>
              </a:lnSpc>
              <a:spcBef>
                <a:spcPts val="1800"/>
              </a:spcBef>
              <a:spcAft>
                <a:spcPts val="0"/>
              </a:spcAft>
              <a:buClr>
                <a:schemeClr val="dk1"/>
              </a:buClr>
              <a:buSzPts val="2800"/>
              <a:buChar char="▪"/>
            </a:pPr>
            <a:r>
              <a:rPr lang="en-US"/>
              <a:t>In the State component, you would access both </a:t>
            </a:r>
            <a:r>
              <a:rPr b="1" lang="en-US"/>
              <a:t>countryName</a:t>
            </a:r>
            <a:r>
              <a:rPr lang="en-US"/>
              <a:t> and </a:t>
            </a:r>
            <a:r>
              <a:rPr b="1" lang="en-US"/>
              <a:t>stateName</a:t>
            </a:r>
            <a:r>
              <a:rPr lang="en-US"/>
              <a:t> parameters:</a:t>
            </a:r>
            <a:endParaRPr/>
          </a:p>
        </p:txBody>
      </p:sp>
      <p:pic>
        <p:nvPicPr>
          <p:cNvPr id="328" name="Google Shape;328;p29"/>
          <p:cNvPicPr preferRelativeResize="0"/>
          <p:nvPr/>
        </p:nvPicPr>
        <p:blipFill rotWithShape="1">
          <a:blip r:embed="rId3">
            <a:alphaModFix/>
          </a:blip>
          <a:srcRect b="0" l="0" r="0" t="0"/>
          <a:stretch/>
        </p:blipFill>
        <p:spPr>
          <a:xfrm>
            <a:off x="1792706" y="3712304"/>
            <a:ext cx="8606588" cy="2886934"/>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Nested routes</a:t>
            </a:r>
            <a:endParaRPr/>
          </a:p>
        </p:txBody>
      </p:sp>
      <p:sp>
        <p:nvSpPr>
          <p:cNvPr id="334" name="Google Shape;334;p30"/>
          <p:cNvSpPr txBox="1"/>
          <p:nvPr>
            <p:ph idx="1" type="body"/>
          </p:nvPr>
        </p:nvSpPr>
        <p:spPr>
          <a:xfrm>
            <a:off x="1104900" y="1600200"/>
            <a:ext cx="10310352"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Nested routes </a:t>
            </a:r>
            <a:r>
              <a:rPr lang="en-US"/>
              <a:t>in React Router allow you to create a hierarchy of components that correspond to a hierarchy of URLs. </a:t>
            </a:r>
            <a:endParaRPr/>
          </a:p>
          <a:p>
            <a:pPr indent="-228600" lvl="0" marL="228600" rtl="0" algn="l">
              <a:lnSpc>
                <a:spcPct val="100000"/>
              </a:lnSpc>
              <a:spcBef>
                <a:spcPts val="1800"/>
              </a:spcBef>
              <a:spcAft>
                <a:spcPts val="0"/>
              </a:spcAft>
              <a:buClr>
                <a:schemeClr val="dk1"/>
              </a:buClr>
              <a:buSzPts val="2800"/>
              <a:buChar char="▪"/>
            </a:pPr>
            <a:r>
              <a:rPr lang="en-US"/>
              <a:t>Nested routes are routes within routes. They allow you to render different components based on the nested path in the URL. </a:t>
            </a:r>
            <a:endParaRPr/>
          </a:p>
          <a:p>
            <a:pPr indent="-228600" lvl="0" marL="228600" rtl="0" algn="l">
              <a:lnSpc>
                <a:spcPct val="100000"/>
              </a:lnSpc>
              <a:spcBef>
                <a:spcPts val="1800"/>
              </a:spcBef>
              <a:spcAft>
                <a:spcPts val="0"/>
              </a:spcAft>
              <a:buClr>
                <a:schemeClr val="dk1"/>
              </a:buClr>
              <a:buSzPts val="2800"/>
              <a:buChar char="▪"/>
            </a:pPr>
            <a:r>
              <a:rPr lang="en-US"/>
              <a:t>Example: an application with the following URL structure:</a:t>
            </a:r>
            <a:endParaRPr/>
          </a:p>
          <a:p>
            <a:pPr indent="-228600" lvl="1" marL="685800" rtl="0" algn="l">
              <a:lnSpc>
                <a:spcPct val="100000"/>
              </a:lnSpc>
              <a:spcBef>
                <a:spcPts val="600"/>
              </a:spcBef>
              <a:spcAft>
                <a:spcPts val="0"/>
              </a:spcAft>
              <a:buClr>
                <a:schemeClr val="dk1"/>
              </a:buClr>
              <a:buSzPts val="2400"/>
              <a:buChar char="▪"/>
            </a:pPr>
            <a:r>
              <a:rPr lang="en-US"/>
              <a:t>/products - displays a list of products</a:t>
            </a:r>
            <a:endParaRPr/>
          </a:p>
          <a:p>
            <a:pPr indent="-228600" lvl="1" marL="685800" rtl="0" algn="l">
              <a:lnSpc>
                <a:spcPct val="100000"/>
              </a:lnSpc>
              <a:spcBef>
                <a:spcPts val="600"/>
              </a:spcBef>
              <a:spcAft>
                <a:spcPts val="0"/>
              </a:spcAft>
              <a:buClr>
                <a:schemeClr val="dk1"/>
              </a:buClr>
              <a:buSzPts val="2400"/>
              <a:buChar char="▪"/>
            </a:pPr>
            <a:r>
              <a:rPr lang="en-US"/>
              <a:t>/products/:productId - displays details for a specific product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Nested routes</a:t>
            </a:r>
            <a:endParaRPr/>
          </a:p>
        </p:txBody>
      </p:sp>
      <p:sp>
        <p:nvSpPr>
          <p:cNvPr id="340" name="Google Shape;340;p3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Setting Up Nested Routes</a:t>
            </a:r>
            <a:r>
              <a:rPr lang="en-US"/>
              <a:t>: use the </a:t>
            </a:r>
            <a:r>
              <a:rPr b="1" lang="en-US"/>
              <a:t>&lt;Route&gt; </a:t>
            </a:r>
            <a:r>
              <a:rPr lang="en-US"/>
              <a:t>component from React Router. </a:t>
            </a:r>
            <a:endParaRPr/>
          </a:p>
          <a:p>
            <a:pPr indent="-50800" lvl="0" marL="228600" rtl="0" algn="l">
              <a:lnSpc>
                <a:spcPct val="100000"/>
              </a:lnSpc>
              <a:spcBef>
                <a:spcPts val="1800"/>
              </a:spcBef>
              <a:spcAft>
                <a:spcPts val="0"/>
              </a:spcAft>
              <a:buClr>
                <a:schemeClr val="dk1"/>
              </a:buClr>
              <a:buSzPts val="2800"/>
              <a:buNone/>
            </a:pPr>
            <a:r>
              <a:t/>
            </a:r>
            <a:endParaRPr/>
          </a:p>
        </p:txBody>
      </p:sp>
      <p:pic>
        <p:nvPicPr>
          <p:cNvPr id="341" name="Google Shape;341;p31"/>
          <p:cNvPicPr preferRelativeResize="0"/>
          <p:nvPr/>
        </p:nvPicPr>
        <p:blipFill rotWithShape="1">
          <a:blip r:embed="rId3">
            <a:alphaModFix/>
          </a:blip>
          <a:srcRect b="0" l="0" r="0" t="0"/>
          <a:stretch/>
        </p:blipFill>
        <p:spPr>
          <a:xfrm>
            <a:off x="1104900" y="2617899"/>
            <a:ext cx="10438081" cy="3944468"/>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Nested routes</a:t>
            </a:r>
            <a:endParaRPr/>
          </a:p>
        </p:txBody>
      </p:sp>
      <p:sp>
        <p:nvSpPr>
          <p:cNvPr id="347" name="Google Shape;347;p3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 </a:t>
            </a:r>
            <a:r>
              <a:rPr b="1" lang="en-US">
                <a:solidFill>
                  <a:srgbClr val="FF0000"/>
                </a:solidFill>
              </a:rPr>
              <a:t>Setting Up Nested Routes</a:t>
            </a:r>
            <a:endParaRPr/>
          </a:p>
          <a:p>
            <a:pPr indent="-228600" lvl="1" marL="685800" rtl="0" algn="l">
              <a:lnSpc>
                <a:spcPct val="100000"/>
              </a:lnSpc>
              <a:spcBef>
                <a:spcPts val="600"/>
              </a:spcBef>
              <a:spcAft>
                <a:spcPts val="0"/>
              </a:spcAft>
              <a:buClr>
                <a:schemeClr val="dk1"/>
              </a:buClr>
              <a:buSzPts val="2400"/>
              <a:buChar char="▪"/>
            </a:pPr>
            <a:r>
              <a:rPr lang="en-US"/>
              <a:t>add the nested route for product details:</a:t>
            </a:r>
            <a:endParaRPr/>
          </a:p>
        </p:txBody>
      </p:sp>
      <p:pic>
        <p:nvPicPr>
          <p:cNvPr id="348" name="Google Shape;348;p32"/>
          <p:cNvPicPr preferRelativeResize="0"/>
          <p:nvPr/>
        </p:nvPicPr>
        <p:blipFill rotWithShape="1">
          <a:blip r:embed="rId3">
            <a:alphaModFix/>
          </a:blip>
          <a:srcRect b="0" l="0" r="0" t="0"/>
          <a:stretch/>
        </p:blipFill>
        <p:spPr>
          <a:xfrm>
            <a:off x="1104900" y="2776823"/>
            <a:ext cx="10062402" cy="2251836"/>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Nested routes</a:t>
            </a:r>
            <a:endParaRPr/>
          </a:p>
        </p:txBody>
      </p:sp>
      <p:sp>
        <p:nvSpPr>
          <p:cNvPr id="355" name="Google Shape;355;p3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Switch for Nested Routes</a:t>
            </a:r>
            <a:r>
              <a:rPr lang="en-US"/>
              <a:t>: To ensure that only one route is rendered at a time within the nested structure, you can use the </a:t>
            </a:r>
            <a:r>
              <a:rPr b="1" lang="en-US"/>
              <a:t>&lt;Switch&gt; </a:t>
            </a:r>
            <a:r>
              <a:rPr lang="en-US"/>
              <a:t>component:</a:t>
            </a:r>
            <a:endParaRPr/>
          </a:p>
          <a:p>
            <a:pPr indent="-50800" lvl="0" marL="228600" rtl="0" algn="l">
              <a:lnSpc>
                <a:spcPct val="100000"/>
              </a:lnSpc>
              <a:spcBef>
                <a:spcPts val="1800"/>
              </a:spcBef>
              <a:spcAft>
                <a:spcPts val="0"/>
              </a:spcAft>
              <a:buClr>
                <a:schemeClr val="dk1"/>
              </a:buClr>
              <a:buSzPts val="2800"/>
              <a:buNone/>
            </a:pPr>
            <a:r>
              <a:t/>
            </a:r>
            <a:endParaRPr/>
          </a:p>
        </p:txBody>
      </p:sp>
      <p:pic>
        <p:nvPicPr>
          <p:cNvPr id="356" name="Google Shape;356;p33"/>
          <p:cNvPicPr preferRelativeResize="0"/>
          <p:nvPr/>
        </p:nvPicPr>
        <p:blipFill rotWithShape="1">
          <a:blip r:embed="rId3">
            <a:alphaModFix/>
          </a:blip>
          <a:srcRect b="0" l="0" r="0" t="0"/>
          <a:stretch/>
        </p:blipFill>
        <p:spPr>
          <a:xfrm>
            <a:off x="877946" y="3306580"/>
            <a:ext cx="10683084" cy="2762381"/>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Nested routes</a:t>
            </a:r>
            <a:endParaRPr/>
          </a:p>
        </p:txBody>
      </p:sp>
      <p:sp>
        <p:nvSpPr>
          <p:cNvPr id="363" name="Google Shape;363;p3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Linking to Nested Routes</a:t>
            </a:r>
            <a:r>
              <a:rPr lang="en-US"/>
              <a:t>: To link to nested routes, you can use the </a:t>
            </a:r>
            <a:r>
              <a:rPr b="1" lang="en-US"/>
              <a:t>&lt;Link&gt; </a:t>
            </a:r>
            <a:r>
              <a:rPr lang="en-US"/>
              <a:t>component:</a:t>
            </a:r>
            <a:endParaRPr/>
          </a:p>
        </p:txBody>
      </p:sp>
      <p:pic>
        <p:nvPicPr>
          <p:cNvPr id="364" name="Google Shape;364;p34"/>
          <p:cNvPicPr preferRelativeResize="0"/>
          <p:nvPr/>
        </p:nvPicPr>
        <p:blipFill rotWithShape="1">
          <a:blip r:embed="rId3">
            <a:alphaModFix/>
          </a:blip>
          <a:srcRect b="0" l="0" r="0" t="0"/>
          <a:stretch/>
        </p:blipFill>
        <p:spPr>
          <a:xfrm>
            <a:off x="1043304" y="2748088"/>
            <a:ext cx="10103874" cy="3563770"/>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Nested routes</a:t>
            </a:r>
            <a:endParaRPr/>
          </a:p>
        </p:txBody>
      </p:sp>
      <p:sp>
        <p:nvSpPr>
          <p:cNvPr id="371" name="Google Shape;371;p3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Passing Props to Nested Routes</a:t>
            </a:r>
            <a:r>
              <a:rPr lang="en-US"/>
              <a:t>: Sometimes you need to pass additional props to components rendered by a route. You can do this using the </a:t>
            </a:r>
            <a:r>
              <a:rPr b="1" lang="en-US"/>
              <a:t>render</a:t>
            </a:r>
            <a:r>
              <a:rPr lang="en-US"/>
              <a:t> </a:t>
            </a:r>
            <a:r>
              <a:rPr b="1" lang="en-US"/>
              <a:t>prop</a:t>
            </a:r>
            <a:r>
              <a:rPr lang="en-US"/>
              <a:t> instead of component</a:t>
            </a:r>
            <a:endParaRPr/>
          </a:p>
        </p:txBody>
      </p:sp>
      <p:pic>
        <p:nvPicPr>
          <p:cNvPr id="372" name="Google Shape;372;p35"/>
          <p:cNvPicPr preferRelativeResize="0"/>
          <p:nvPr/>
        </p:nvPicPr>
        <p:blipFill rotWithShape="1">
          <a:blip r:embed="rId3">
            <a:alphaModFix/>
          </a:blip>
          <a:srcRect b="0" l="0" r="0" t="0"/>
          <a:stretch/>
        </p:blipFill>
        <p:spPr>
          <a:xfrm>
            <a:off x="751429" y="3177580"/>
            <a:ext cx="10689141" cy="1476204"/>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Programmatic navigation</a:t>
            </a:r>
            <a:endParaRPr/>
          </a:p>
        </p:txBody>
      </p:sp>
      <p:sp>
        <p:nvSpPr>
          <p:cNvPr id="378" name="Google Shape;378;p3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Programmatic navigation </a:t>
            </a:r>
            <a:r>
              <a:rPr lang="en-US"/>
              <a:t>is a powerful feature in React Router that allows you to navigate through your application without the need for anchor tags or buttons. </a:t>
            </a:r>
            <a:endParaRPr/>
          </a:p>
          <a:p>
            <a:pPr indent="-228600" lvl="0" marL="228600" rtl="0" algn="l">
              <a:lnSpc>
                <a:spcPct val="100000"/>
              </a:lnSpc>
              <a:spcBef>
                <a:spcPts val="1800"/>
              </a:spcBef>
              <a:spcAft>
                <a:spcPts val="0"/>
              </a:spcAft>
              <a:buClr>
                <a:schemeClr val="dk1"/>
              </a:buClr>
              <a:buSzPts val="2800"/>
              <a:buChar char="▪"/>
            </a:pPr>
            <a:r>
              <a:rPr lang="en-US"/>
              <a:t>This can be particularly useful in situations where you need to redirect a user after an event, such as a form submission or an authentication process.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Programmatic navigation</a:t>
            </a:r>
            <a:endParaRPr/>
          </a:p>
        </p:txBody>
      </p:sp>
      <p:sp>
        <p:nvSpPr>
          <p:cNvPr id="384" name="Google Shape;384;p3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The history Object</a:t>
            </a:r>
            <a:r>
              <a:rPr lang="en-US"/>
              <a:t>: React Router provides a history object which is responsible for managing session history for a web page. </a:t>
            </a:r>
            <a:endParaRPr/>
          </a:p>
          <a:p>
            <a:pPr indent="-228600" lvl="0" marL="228600" rtl="0" algn="l">
              <a:lnSpc>
                <a:spcPct val="100000"/>
              </a:lnSpc>
              <a:spcBef>
                <a:spcPts val="1800"/>
              </a:spcBef>
              <a:spcAft>
                <a:spcPts val="0"/>
              </a:spcAft>
              <a:buClr>
                <a:schemeClr val="dk1"/>
              </a:buClr>
              <a:buSzPts val="2800"/>
              <a:buChar char="▪"/>
            </a:pPr>
            <a:r>
              <a:rPr lang="en-US"/>
              <a:t>This object contains methods to navigate forward and backward through the history stack, as well as pushing and replacing entries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Programmatic navigation</a:t>
            </a:r>
            <a:endParaRPr/>
          </a:p>
        </p:txBody>
      </p:sp>
      <p:sp>
        <p:nvSpPr>
          <p:cNvPr id="390" name="Google Shape;390;p3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The methods available on the history object</a:t>
            </a:r>
            <a:r>
              <a:rPr lang="en-US"/>
              <a:t>:</a:t>
            </a:r>
            <a:endParaRPr/>
          </a:p>
          <a:p>
            <a:pPr indent="-228600" lvl="1" marL="685800" rtl="0" algn="l">
              <a:lnSpc>
                <a:spcPct val="100000"/>
              </a:lnSpc>
              <a:spcBef>
                <a:spcPts val="600"/>
              </a:spcBef>
              <a:spcAft>
                <a:spcPts val="0"/>
              </a:spcAft>
              <a:buClr>
                <a:schemeClr val="dk1"/>
              </a:buClr>
              <a:buSzPts val="2400"/>
              <a:buChar char="▪"/>
            </a:pPr>
            <a:r>
              <a:rPr b="1" lang="en-US"/>
              <a:t>history.push(path, [state]): </a:t>
            </a:r>
            <a:r>
              <a:rPr lang="en-US"/>
              <a:t>Navigates to a new page by pushing a new entry onto the history stack.</a:t>
            </a:r>
            <a:endParaRPr/>
          </a:p>
          <a:p>
            <a:pPr indent="-228600" lvl="1" marL="685800" rtl="0" algn="l">
              <a:lnSpc>
                <a:spcPct val="100000"/>
              </a:lnSpc>
              <a:spcBef>
                <a:spcPts val="600"/>
              </a:spcBef>
              <a:spcAft>
                <a:spcPts val="0"/>
              </a:spcAft>
              <a:buClr>
                <a:schemeClr val="dk1"/>
              </a:buClr>
              <a:buSzPts val="2400"/>
              <a:buChar char="▪"/>
            </a:pPr>
            <a:r>
              <a:rPr b="1" lang="en-US"/>
              <a:t>history.replace(path, [state]): </a:t>
            </a:r>
            <a:r>
              <a:rPr lang="en-US"/>
              <a:t>Navigates to a new page by replacing the current entry on the history stack.</a:t>
            </a:r>
            <a:endParaRPr/>
          </a:p>
          <a:p>
            <a:pPr indent="-228600" lvl="1" marL="685800" rtl="0" algn="l">
              <a:lnSpc>
                <a:spcPct val="100000"/>
              </a:lnSpc>
              <a:spcBef>
                <a:spcPts val="600"/>
              </a:spcBef>
              <a:spcAft>
                <a:spcPts val="0"/>
              </a:spcAft>
              <a:buClr>
                <a:schemeClr val="dk1"/>
              </a:buClr>
              <a:buSzPts val="2400"/>
              <a:buChar char="▪"/>
            </a:pPr>
            <a:r>
              <a:rPr b="1" lang="en-US"/>
              <a:t>history.goBack(): </a:t>
            </a:r>
            <a:r>
              <a:rPr lang="en-US"/>
              <a:t>Moves back one step in the history stack.</a:t>
            </a:r>
            <a:endParaRPr/>
          </a:p>
          <a:p>
            <a:pPr indent="-228600" lvl="1" marL="685800" rtl="0" algn="l">
              <a:lnSpc>
                <a:spcPct val="100000"/>
              </a:lnSpc>
              <a:spcBef>
                <a:spcPts val="600"/>
              </a:spcBef>
              <a:spcAft>
                <a:spcPts val="0"/>
              </a:spcAft>
              <a:buClr>
                <a:schemeClr val="dk1"/>
              </a:buClr>
              <a:buSzPts val="2400"/>
              <a:buChar char="▪"/>
            </a:pPr>
            <a:r>
              <a:rPr b="1" lang="en-US"/>
              <a:t>history.goForward(): </a:t>
            </a:r>
            <a:r>
              <a:rPr lang="en-US"/>
              <a:t>Moves forward one step in the history stack.</a:t>
            </a:r>
            <a:endParaRPr/>
          </a:p>
          <a:p>
            <a:pPr indent="-228600" lvl="1" marL="685800" rtl="0" algn="l">
              <a:lnSpc>
                <a:spcPct val="100000"/>
              </a:lnSpc>
              <a:spcBef>
                <a:spcPts val="600"/>
              </a:spcBef>
              <a:spcAft>
                <a:spcPts val="0"/>
              </a:spcAft>
              <a:buClr>
                <a:schemeClr val="dk1"/>
              </a:buClr>
              <a:buSzPts val="2400"/>
              <a:buChar char="▪"/>
            </a:pPr>
            <a:r>
              <a:rPr b="1" lang="en-US"/>
              <a:t>history.go(n): </a:t>
            </a:r>
            <a:r>
              <a:rPr lang="en-US"/>
              <a:t>Moves n steps in the history stack (positive for forward, negative for backward).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Programmatic navigation</a:t>
            </a:r>
            <a:endParaRPr/>
          </a:p>
        </p:txBody>
      </p:sp>
      <p:sp>
        <p:nvSpPr>
          <p:cNvPr id="396" name="Google Shape;396;p39"/>
          <p:cNvSpPr txBox="1"/>
          <p:nvPr>
            <p:ph idx="1" type="body"/>
          </p:nvPr>
        </p:nvSpPr>
        <p:spPr>
          <a:xfrm>
            <a:off x="1104900" y="1600200"/>
            <a:ext cx="10177616"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Accessing history in Components</a:t>
            </a:r>
            <a:r>
              <a:rPr lang="en-US"/>
              <a:t>: There are several ways to do this:</a:t>
            </a:r>
            <a:endParaRPr/>
          </a:p>
          <a:p>
            <a:pPr indent="-228600" lvl="1" marL="685800" rtl="0" algn="l">
              <a:lnSpc>
                <a:spcPct val="100000"/>
              </a:lnSpc>
              <a:spcBef>
                <a:spcPts val="600"/>
              </a:spcBef>
              <a:spcAft>
                <a:spcPts val="0"/>
              </a:spcAft>
              <a:buClr>
                <a:srgbClr val="C00000"/>
              </a:buClr>
              <a:buSzPts val="2400"/>
              <a:buChar char="▪"/>
            </a:pPr>
            <a:r>
              <a:rPr b="1" lang="en-US">
                <a:solidFill>
                  <a:srgbClr val="C00000"/>
                </a:solidFill>
              </a:rPr>
              <a:t>Using useHistory Hook</a:t>
            </a:r>
            <a:r>
              <a:rPr b="1" lang="en-US"/>
              <a:t>: </a:t>
            </a:r>
            <a:r>
              <a:rPr lang="en-US"/>
              <a:t>For functional components, the </a:t>
            </a:r>
            <a:r>
              <a:rPr b="1" i="1" lang="en-US"/>
              <a:t>useHistory</a:t>
            </a:r>
            <a:r>
              <a:rPr lang="en-US"/>
              <a:t> hook from r</a:t>
            </a:r>
            <a:r>
              <a:rPr i="1" lang="en-US"/>
              <a:t>eact-router-dom</a:t>
            </a:r>
            <a:r>
              <a:rPr lang="en-US"/>
              <a:t> provides access to the history object.</a:t>
            </a:r>
            <a:endParaRPr/>
          </a:p>
          <a:p>
            <a:pPr indent="-228600" lvl="1" marL="685800" rtl="0" algn="l">
              <a:lnSpc>
                <a:spcPct val="100000"/>
              </a:lnSpc>
              <a:spcBef>
                <a:spcPts val="600"/>
              </a:spcBef>
              <a:spcAft>
                <a:spcPts val="0"/>
              </a:spcAft>
              <a:buClr>
                <a:schemeClr val="dk1"/>
              </a:buClr>
              <a:buSzPts val="2400"/>
              <a:buChar char="▪"/>
            </a:pPr>
            <a:r>
              <a:rPr lang="en-US"/>
              <a:t>Examp:</a:t>
            </a:r>
            <a:endParaRPr/>
          </a:p>
          <a:p>
            <a:pPr indent="-76200" lvl="1" marL="685800" rtl="0" algn="l">
              <a:lnSpc>
                <a:spcPct val="100000"/>
              </a:lnSpc>
              <a:spcBef>
                <a:spcPts val="600"/>
              </a:spcBef>
              <a:spcAft>
                <a:spcPts val="0"/>
              </a:spcAft>
              <a:buClr>
                <a:schemeClr val="dk1"/>
              </a:buClr>
              <a:buSzPts val="2400"/>
              <a:buNone/>
            </a:pPr>
            <a:r>
              <a:t/>
            </a:r>
            <a:endParaRPr/>
          </a:p>
        </p:txBody>
      </p:sp>
      <p:pic>
        <p:nvPicPr>
          <p:cNvPr id="397" name="Google Shape;397;p39"/>
          <p:cNvPicPr preferRelativeResize="0"/>
          <p:nvPr/>
        </p:nvPicPr>
        <p:blipFill rotWithShape="1">
          <a:blip r:embed="rId3">
            <a:alphaModFix/>
          </a:blip>
          <a:srcRect b="0" l="0" r="0" t="0"/>
          <a:stretch/>
        </p:blipFill>
        <p:spPr>
          <a:xfrm>
            <a:off x="2989103" y="3429000"/>
            <a:ext cx="7991339" cy="3170238"/>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Programmatic navigation</a:t>
            </a:r>
            <a:endParaRPr/>
          </a:p>
        </p:txBody>
      </p:sp>
      <p:sp>
        <p:nvSpPr>
          <p:cNvPr id="403" name="Google Shape;403;p4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1" marL="685800" rtl="0" algn="l">
              <a:lnSpc>
                <a:spcPct val="100000"/>
              </a:lnSpc>
              <a:spcBef>
                <a:spcPts val="0"/>
              </a:spcBef>
              <a:spcAft>
                <a:spcPts val="0"/>
              </a:spcAft>
              <a:buClr>
                <a:srgbClr val="C00000"/>
              </a:buClr>
              <a:buSzPts val="2400"/>
              <a:buChar char="▪"/>
            </a:pPr>
            <a:r>
              <a:rPr b="1" lang="en-US">
                <a:solidFill>
                  <a:srgbClr val="C00000"/>
                </a:solidFill>
              </a:rPr>
              <a:t>Using withRouter Higher-Order Component: </a:t>
            </a:r>
            <a:r>
              <a:rPr lang="en-US">
                <a:solidFill>
                  <a:schemeClr val="dk2"/>
                </a:solidFill>
              </a:rPr>
              <a:t>For class components, you can use the </a:t>
            </a:r>
            <a:r>
              <a:rPr b="1" lang="en-US">
                <a:solidFill>
                  <a:schemeClr val="dk2"/>
                </a:solidFill>
              </a:rPr>
              <a:t>withRouter</a:t>
            </a:r>
            <a:r>
              <a:rPr lang="en-US">
                <a:solidFill>
                  <a:schemeClr val="dk2"/>
                </a:solidFill>
              </a:rPr>
              <a:t> </a:t>
            </a:r>
            <a:r>
              <a:rPr b="1" lang="en-US">
                <a:solidFill>
                  <a:schemeClr val="dk2"/>
                </a:solidFill>
              </a:rPr>
              <a:t>higher-order</a:t>
            </a:r>
            <a:r>
              <a:rPr lang="en-US">
                <a:solidFill>
                  <a:schemeClr val="dk2"/>
                </a:solidFill>
              </a:rPr>
              <a:t> component to inject the history object as a prop.</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Example:  </a:t>
            </a:r>
            <a:endParaRPr>
              <a:solidFill>
                <a:schemeClr val="dk2"/>
              </a:solidFill>
            </a:endParaRPr>
          </a:p>
          <a:p>
            <a:pPr indent="-76200" lvl="1" marL="685800" rtl="0" algn="l">
              <a:lnSpc>
                <a:spcPct val="100000"/>
              </a:lnSpc>
              <a:spcBef>
                <a:spcPts val="600"/>
              </a:spcBef>
              <a:spcAft>
                <a:spcPts val="0"/>
              </a:spcAft>
              <a:buClr>
                <a:schemeClr val="dk1"/>
              </a:buClr>
              <a:buSzPts val="2400"/>
              <a:buNone/>
            </a:pPr>
            <a:r>
              <a:t/>
            </a:r>
            <a:endParaRPr/>
          </a:p>
        </p:txBody>
      </p:sp>
      <p:pic>
        <p:nvPicPr>
          <p:cNvPr id="404" name="Google Shape;404;p40"/>
          <p:cNvPicPr preferRelativeResize="0"/>
          <p:nvPr/>
        </p:nvPicPr>
        <p:blipFill rotWithShape="1">
          <a:blip r:embed="rId3">
            <a:alphaModFix/>
          </a:blip>
          <a:srcRect b="0" l="0" r="0" t="0"/>
          <a:stretch/>
        </p:blipFill>
        <p:spPr>
          <a:xfrm>
            <a:off x="2624349" y="3248583"/>
            <a:ext cx="8351115" cy="3299036"/>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Programmatic navigation</a:t>
            </a:r>
            <a:endParaRPr/>
          </a:p>
        </p:txBody>
      </p:sp>
      <p:sp>
        <p:nvSpPr>
          <p:cNvPr id="410" name="Google Shape;410;p41"/>
          <p:cNvSpPr txBox="1"/>
          <p:nvPr>
            <p:ph idx="1" type="body"/>
          </p:nvPr>
        </p:nvSpPr>
        <p:spPr>
          <a:xfrm>
            <a:off x="1104899" y="1600200"/>
            <a:ext cx="10118623" cy="4572000"/>
          </a:xfrm>
          <a:prstGeom prst="rect">
            <a:avLst/>
          </a:prstGeom>
          <a:noFill/>
          <a:ln>
            <a:noFill/>
          </a:ln>
        </p:spPr>
        <p:txBody>
          <a:bodyPr anchorCtr="0" anchor="t" bIns="45700" lIns="0" spcFirstLastPara="1" rIns="0" wrap="square" tIns="45700">
            <a:normAutofit/>
          </a:bodyPr>
          <a:lstStyle/>
          <a:p>
            <a:pPr indent="-228600" lvl="1" marL="685800" rtl="0" algn="l">
              <a:lnSpc>
                <a:spcPct val="100000"/>
              </a:lnSpc>
              <a:spcBef>
                <a:spcPts val="0"/>
              </a:spcBef>
              <a:spcAft>
                <a:spcPts val="0"/>
              </a:spcAft>
              <a:buClr>
                <a:srgbClr val="C00000"/>
              </a:buClr>
              <a:buSzPts val="2400"/>
              <a:buChar char="▪"/>
            </a:pPr>
            <a:r>
              <a:rPr b="1" lang="en-US">
                <a:solidFill>
                  <a:srgbClr val="C00000"/>
                </a:solidFill>
              </a:rPr>
              <a:t>Using useParams, useLocation, and useRouteMatch</a:t>
            </a:r>
            <a:endParaRPr b="1">
              <a:solidFill>
                <a:srgbClr val="C00000"/>
              </a:solidFill>
            </a:endParaRPr>
          </a:p>
          <a:p>
            <a:pPr indent="-228600" lvl="2" marL="1143000" rtl="0" algn="l">
              <a:lnSpc>
                <a:spcPct val="100000"/>
              </a:lnSpc>
              <a:spcBef>
                <a:spcPts val="600"/>
              </a:spcBef>
              <a:spcAft>
                <a:spcPts val="0"/>
              </a:spcAft>
              <a:buClr>
                <a:schemeClr val="dk1"/>
              </a:buClr>
              <a:buSzPts val="2400"/>
              <a:buChar char="▪"/>
            </a:pPr>
            <a:r>
              <a:rPr lang="en-US" sz="2400"/>
              <a:t>Other hooks like </a:t>
            </a:r>
            <a:r>
              <a:rPr b="1" i="1" lang="en-US" sz="2400"/>
              <a:t>useParams</a:t>
            </a:r>
            <a:r>
              <a:rPr lang="en-US" sz="2400"/>
              <a:t>, </a:t>
            </a:r>
            <a:r>
              <a:rPr b="1" i="1" lang="en-US" sz="2400"/>
              <a:t>useLocation, and useRouteMatch </a:t>
            </a:r>
            <a:r>
              <a:rPr lang="en-US" sz="2400"/>
              <a:t>can also provide access to the history object indirectly by providing the necessary context to perform navigation.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Programmatic navigation</a:t>
            </a:r>
            <a:endParaRPr/>
          </a:p>
        </p:txBody>
      </p:sp>
      <p:sp>
        <p:nvSpPr>
          <p:cNvPr id="416" name="Google Shape;416;p4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Redirecting After Actions: </a:t>
            </a:r>
            <a:r>
              <a:rPr lang="en-US"/>
              <a:t>One common use case for programmatic navigation is redirecting the user after an action, such as a successful form submission.</a:t>
            </a:r>
            <a:endParaRPr/>
          </a:p>
          <a:p>
            <a:pPr indent="-228600" lvl="0" marL="228600" rtl="0" algn="l">
              <a:lnSpc>
                <a:spcPct val="100000"/>
              </a:lnSpc>
              <a:spcBef>
                <a:spcPts val="1800"/>
              </a:spcBef>
              <a:spcAft>
                <a:spcPts val="0"/>
              </a:spcAft>
              <a:buClr>
                <a:schemeClr val="dk1"/>
              </a:buClr>
              <a:buSzPts val="2800"/>
              <a:buChar char="▪"/>
            </a:pPr>
            <a:r>
              <a:rPr lang="en-US"/>
              <a:t>Example: </a:t>
            </a:r>
            <a:endParaRPr/>
          </a:p>
          <a:p>
            <a:pPr indent="-50800" lvl="0" marL="228600" rtl="0" algn="l">
              <a:lnSpc>
                <a:spcPct val="100000"/>
              </a:lnSpc>
              <a:spcBef>
                <a:spcPts val="1800"/>
              </a:spcBef>
              <a:spcAft>
                <a:spcPts val="0"/>
              </a:spcAft>
              <a:buClr>
                <a:schemeClr val="dk1"/>
              </a:buClr>
              <a:buSzPts val="2800"/>
              <a:buNone/>
            </a:pPr>
            <a:r>
              <a:t/>
            </a:r>
            <a:endParaRPr/>
          </a:p>
        </p:txBody>
      </p:sp>
      <p:pic>
        <p:nvPicPr>
          <p:cNvPr id="417" name="Google Shape;417;p42"/>
          <p:cNvPicPr preferRelativeResize="0"/>
          <p:nvPr/>
        </p:nvPicPr>
        <p:blipFill rotWithShape="1">
          <a:blip r:embed="rId3">
            <a:alphaModFix/>
          </a:blip>
          <a:srcRect b="0" l="0" r="0" t="0"/>
          <a:stretch/>
        </p:blipFill>
        <p:spPr>
          <a:xfrm>
            <a:off x="3156329" y="3124673"/>
            <a:ext cx="5879341" cy="365712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Programmatic navigation</a:t>
            </a:r>
            <a:endParaRPr/>
          </a:p>
        </p:txBody>
      </p:sp>
      <p:sp>
        <p:nvSpPr>
          <p:cNvPr id="423" name="Google Shape;423;p4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Protecting Routes with Redirects: </a:t>
            </a:r>
            <a:r>
              <a:rPr lang="en-US"/>
              <a:t>Sometimes, you may want to protect certain routes and redirect users if they are not authorized to view them. Programmatic navigation can be used to achieve this.</a:t>
            </a:r>
            <a:endParaRPr/>
          </a:p>
          <a:p>
            <a:pPr indent="-228600" lvl="0" marL="228600" rtl="0" algn="l">
              <a:lnSpc>
                <a:spcPct val="100000"/>
              </a:lnSpc>
              <a:spcBef>
                <a:spcPts val="1800"/>
              </a:spcBef>
              <a:spcAft>
                <a:spcPts val="0"/>
              </a:spcAft>
              <a:buClr>
                <a:schemeClr val="dk1"/>
              </a:buClr>
              <a:buSzPts val="2800"/>
              <a:buChar char="▪"/>
            </a:pPr>
            <a:r>
              <a:rPr lang="en-US"/>
              <a:t>Example:</a:t>
            </a:r>
            <a:endParaRPr/>
          </a:p>
        </p:txBody>
      </p:sp>
      <p:pic>
        <p:nvPicPr>
          <p:cNvPr id="424" name="Google Shape;424;p43"/>
          <p:cNvPicPr preferRelativeResize="0"/>
          <p:nvPr/>
        </p:nvPicPr>
        <p:blipFill rotWithShape="1">
          <a:blip r:embed="rId3">
            <a:alphaModFix/>
          </a:blip>
          <a:srcRect b="0" l="0" r="0" t="0"/>
          <a:stretch/>
        </p:blipFill>
        <p:spPr>
          <a:xfrm>
            <a:off x="2929477" y="3886200"/>
            <a:ext cx="8508660" cy="2338032"/>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Programmatic navigation</a:t>
            </a:r>
            <a:endParaRPr/>
          </a:p>
        </p:txBody>
      </p:sp>
      <p:sp>
        <p:nvSpPr>
          <p:cNvPr id="430" name="Google Shape;430;p4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Handling Not Found Pages</a:t>
            </a:r>
            <a:r>
              <a:rPr lang="en-US"/>
              <a:t>: When a user navigates to a route that doesn't exist, you can use programmatic navigation to redirect them to a "Not Found" page or back to the home page</a:t>
            </a:r>
            <a:endParaRPr/>
          </a:p>
          <a:p>
            <a:pPr indent="-228600" lvl="0" marL="228600" rtl="0" algn="l">
              <a:lnSpc>
                <a:spcPct val="100000"/>
              </a:lnSpc>
              <a:spcBef>
                <a:spcPts val="1800"/>
              </a:spcBef>
              <a:spcAft>
                <a:spcPts val="0"/>
              </a:spcAft>
              <a:buClr>
                <a:schemeClr val="dk1"/>
              </a:buClr>
              <a:buSzPts val="2800"/>
              <a:buChar char="▪"/>
            </a:pPr>
            <a:r>
              <a:rPr lang="en-US"/>
              <a:t>Example: </a:t>
            </a:r>
            <a:endParaRPr/>
          </a:p>
        </p:txBody>
      </p:sp>
      <p:pic>
        <p:nvPicPr>
          <p:cNvPr id="431" name="Google Shape;431;p44"/>
          <p:cNvPicPr preferRelativeResize="0"/>
          <p:nvPr/>
        </p:nvPicPr>
        <p:blipFill rotWithShape="1">
          <a:blip r:embed="rId3">
            <a:alphaModFix/>
          </a:blip>
          <a:srcRect b="0" l="0" r="0" t="0"/>
          <a:stretch/>
        </p:blipFill>
        <p:spPr>
          <a:xfrm>
            <a:off x="3271105" y="3202075"/>
            <a:ext cx="5648271" cy="3287215"/>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2024-10-17T15:22:21Z</dcterms:created>
  <dc:creator>License For You And Lifetime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